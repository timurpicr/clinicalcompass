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335c1cf8bf4aeb" /><Relationship Type="http://schemas.openxmlformats.org/officeDocument/2006/relationships/extended-properties" Target="/docProps/app.xml" Id="Re8c10e76550d41fc" /><Relationship Type="http://schemas.openxmlformats.org/officeDocument/2006/relationships/officeDocument" Target="/ppt/presentation.xml" Id="R578887c79a7a4dab" /></Relationships>
</file>

<file path=ppt/presentation.xml><?xml version="1.0" encoding="utf-8"?>
<p:presentation xmlns:p="http://schemas.openxmlformats.org/presentationml/2006/main">
  <p:sldMasterIdLst>
    <p:sldMasterId xmlns:r="http://schemas.openxmlformats.org/officeDocument/2006/relationships" id="2147483648" r:id="Raa7eced15fa94132"/>
  </p:sldMasterIdLst>
  <p:notesMasterIdLst>
    <p:notesMasterId xmlns:r="http://schemas.openxmlformats.org/officeDocument/2006/relationships" r:id="Ra9d8bb137ad844c5"/>
  </p:notesMasterIdLst>
  <p:sldIdLst>
    <p:sldId xmlns:r="http://schemas.openxmlformats.org/officeDocument/2006/relationships" id="256" r:id="Rc8011f96d32d437f"/>
    <p:sldId xmlns:r="http://schemas.openxmlformats.org/officeDocument/2006/relationships" id="257" r:id="R13cac2f1c3964e8e"/>
    <p:sldId xmlns:r="http://schemas.openxmlformats.org/officeDocument/2006/relationships" id="258" r:id="R01470ab38feb4797"/>
    <p:sldId xmlns:r="http://schemas.openxmlformats.org/officeDocument/2006/relationships" id="259" r:id="R6c76bb64f28c48b5"/>
    <p:sldId xmlns:r="http://schemas.openxmlformats.org/officeDocument/2006/relationships" id="260" r:id="R0d6d01fe32f740df"/>
    <p:sldId xmlns:r="http://schemas.openxmlformats.org/officeDocument/2006/relationships" id="261" r:id="Rf630d3023ac04de6"/>
    <p:sldId xmlns:r="http://schemas.openxmlformats.org/officeDocument/2006/relationships" id="262" r:id="R6b066d54021643a0"/>
    <p:sldId xmlns:r="http://schemas.openxmlformats.org/officeDocument/2006/relationships" id="263" r:id="R2e062585b93c46b0"/>
    <p:sldId xmlns:r="http://schemas.openxmlformats.org/officeDocument/2006/relationships" id="264" r:id="R2f80ba2ed5794c15"/>
    <p:sldId xmlns:r="http://schemas.openxmlformats.org/officeDocument/2006/relationships" id="265" r:id="R00a9ca47ad5044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6e465b8e0e4454" /><Relationship Type="http://schemas.openxmlformats.org/officeDocument/2006/relationships/slideMaster" Target="/ppt/slideMasters/slideMaster1.xml" Id="Raa7eced15fa94132" /><Relationship Type="http://schemas.openxmlformats.org/officeDocument/2006/relationships/notesMaster" Target="/ppt/notesMasters/notesMaster1.xml" Id="Ra9d8bb137ad844c5" /><Relationship Type="http://schemas.openxmlformats.org/officeDocument/2006/relationships/presProps" Target="/ppt/presProps.xml" Id="Rf3a8e772954e49a7" /><Relationship Type="http://schemas.openxmlformats.org/officeDocument/2006/relationships/tableStyles" Target="/ppt/tableStyles.xml" Id="R8846dc2512fc4858" /><Relationship Type="http://schemas.openxmlformats.org/officeDocument/2006/relationships/slide" Target="/ppt/slides/slide1.xml" Id="Rc8011f96d32d437f" /><Relationship Type="http://schemas.openxmlformats.org/officeDocument/2006/relationships/slide" Target="/ppt/slides/slide2.xml" Id="R13cac2f1c3964e8e" /><Relationship Type="http://schemas.openxmlformats.org/officeDocument/2006/relationships/slide" Target="/ppt/slides/slide3.xml" Id="R01470ab38feb4797" /><Relationship Type="http://schemas.openxmlformats.org/officeDocument/2006/relationships/slide" Target="/ppt/slides/slide4.xml" Id="R6c76bb64f28c48b5" /><Relationship Type="http://schemas.openxmlformats.org/officeDocument/2006/relationships/slide" Target="/ppt/slides/slide5.xml" Id="R0d6d01fe32f740df" /><Relationship Type="http://schemas.openxmlformats.org/officeDocument/2006/relationships/slide" Target="/ppt/slides/slide6.xml" Id="Rf630d3023ac04de6" /><Relationship Type="http://schemas.openxmlformats.org/officeDocument/2006/relationships/slide" Target="/ppt/slides/slide7.xml" Id="R6b066d54021643a0" /><Relationship Type="http://schemas.openxmlformats.org/officeDocument/2006/relationships/slide" Target="/ppt/slides/slide8.xml" Id="R2e062585b93c46b0" /><Relationship Type="http://schemas.openxmlformats.org/officeDocument/2006/relationships/slide" Target="/ppt/slides/slide9.xml" Id="R2f80ba2ed5794c15" /><Relationship Type="http://schemas.openxmlformats.org/officeDocument/2006/relationships/slide" Target="/ppt/slides/slide10.xml" Id="R00a9ca47ad5044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94386eaa7449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df1b70826a4320" /><Relationship Type="http://schemas.openxmlformats.org/officeDocument/2006/relationships/notesMaster" Target="/ppt/notesMasters/notesMaster1.xml" Id="Rd153638a48b049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5f5562a1c44641" /><Relationship Type="http://schemas.openxmlformats.org/officeDocument/2006/relationships/notesMaster" Target="/ppt/notesMasters/notesMaster1.xml" Id="Rcfd36f22910c42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aaf0bc70954150" /><Relationship Type="http://schemas.openxmlformats.org/officeDocument/2006/relationships/notesMaster" Target="/ppt/notesMasters/notesMaster1.xml" Id="R762ec388cd1c4f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f80b0692584208" /><Relationship Type="http://schemas.openxmlformats.org/officeDocument/2006/relationships/notesMaster" Target="/ppt/notesMasters/notesMaster1.xml" Id="Ra79bfe57644440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f30ac190484d9c" /><Relationship Type="http://schemas.openxmlformats.org/officeDocument/2006/relationships/notesMaster" Target="/ppt/notesMasters/notesMaster1.xml" Id="Rca1f4a784f584f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08deefb7204aa2" /><Relationship Type="http://schemas.openxmlformats.org/officeDocument/2006/relationships/notesMaster" Target="/ppt/notesMasters/notesMaster1.xml" Id="R4a7f70b4bf3f45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c8007ea6a042fc" /><Relationship Type="http://schemas.openxmlformats.org/officeDocument/2006/relationships/notesMaster" Target="/ppt/notesMasters/notesMaster1.xml" Id="R4d3fa84b504240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8b28fe64a5407c" /><Relationship Type="http://schemas.openxmlformats.org/officeDocument/2006/relationships/notesMaster" Target="/ppt/notesMasters/notesMaster1.xml" Id="R2e80292867bf49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4921b950594daa" /><Relationship Type="http://schemas.openxmlformats.org/officeDocument/2006/relationships/notesMaster" Target="/ppt/notesMasters/notesMaster1.xml" Id="Rdf147ab76f454d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e1e699b7b24981" /><Relationship Type="http://schemas.openxmlformats.org/officeDocument/2006/relationships/notesMaster" Target="/ppt/notesMasters/notesMaster1.xml" Id="R4f4c0526151940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Clinical Compass — прототип сопровождения пациентов между приёмами. Данные дневника, стандартизированных анкет, анамнеза и лечения доступны в одном кабинете. Описание искусственного интеллекта является материалом для проверки врачом. Клиническая эффективность и экономия времени врача не измерены.</a:t>
            </a:r>
          </a:p>
          <a:p xmlns:a="http://schemas.openxmlformats.org/drawingml/2006/main">
            <a:r>
              <a:t/>
            </a:r>
          </a:p>
          <a:p xmlns:a="http://schemas.openxmlformats.org/drawingml/2006/main">
            <a:r>
              <a:t>Источники: README.md; docs/demo-scenarios.md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Проблемы сформулированы как гипотезы проекта, а не результаты пользовательского или клинического исследования. Решение не имеет подтверждённого численного эффекта на затраты времени врача.</a:t>
            </a:r>
          </a:p>
          <a:p xmlns:a="http://schemas.openxmlformats.org/drawingml/2006/main">
            <a:r>
              <a:t/>
            </a:r>
          </a:p>
          <a:p xmlns:a="http://schemas.openxmlformats.org/drawingml/2006/main">
            <a:r>
              <a:t>Источники: README.md; docs/demo-scenarios.md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отражает текущие роли. Подтверждённая врачом медицинская карта отделена от неподтверждённых сведений пациента. Документы проходят рассмотрение врачом. Модель не изменяет назначения.</a:t>
            </a:r>
          </a:p>
          <a:p xmlns:a="http://schemas.openxmlformats.org/drawingml/2006/main">
            <a:r>
              <a:t/>
            </a:r>
          </a:p>
          <a:p xmlns:a="http://schemas.openxmlformats.org/drawingml/2006/main">
            <a:r>
              <a:t>Источники: app/backend/clinical.py; app/backend/ai/service.py; app/frontend/src/App.jsx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Снимок текущего сайта от 27.10.2026. Список врача doctor.realistic-v2 содержит четыре синтетические истории. Цвет статуса не является диагнозом. Причины формируются независимо от того, завершила ли модель подготовку описания.</a:t>
            </a:r>
          </a:p>
          <a:p xmlns:a="http://schemas.openxmlformats.org/drawingml/2006/main">
            <a:r>
              <a:t/>
            </a:r>
          </a:p>
          <a:p xmlns:a="http://schemas.openxmlformats.org/drawingml/2006/main">
            <a:r>
              <a:t>Источники: var/presentation/assets/capture-manifest.json; app/backend/clinical.py; docs/demo-scenarios.md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График фактических синтетических записей Андрея Авиандрова, не данные реального пациента. В дневнике пять шкал от 0 до 10. Показатель сна означает качество, не количество часов. У тревоги большее значение означает большее неблагополучие, у остальных шкал — лучшее состояние. Анкеты тревоги и депрессии имеют фиксированные схемы и отдельные результаты.</a:t>
            </a:r>
          </a:p>
          <a:p xmlns:a="http://schemas.openxmlformats.org/drawingml/2006/main">
            <a:r>
              <a:t/>
            </a:r>
          </a:p>
          <a:p xmlns:a="http://schemas.openxmlformats.org/drawingml/2006/main">
            <a:r>
              <a:t>Источники: var/presentation/assets/capture-manifest.json; docs/demo-scenarios.md; app/backend/diary.py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Визуал — ранее сохранённое описание синтетической истории, а не результат сегодняшнего замера. Модель получает ограниченное окно дневника и анкет, подтверждённую карту, историю назначений и существующие сигналы. Структура ответа, ссылки на разрешённые факты и обязательное покрытие известных критических сигналов проверяются программно. Это не гарантирует корректность всех утверждений. В сегодняшних трёх попытках одна содержала неверно указанную шкалу, что обнаружила дополнительная оценочная рубрика. Описание формируется локально, данные не отправляются внешней языковой модели.</a:t>
            </a:r>
          </a:p>
          <a:p xmlns:a="http://schemas.openxmlformats.org/drawingml/2006/main">
            <a:r>
              <a:t/>
            </a:r>
          </a:p>
          <a:p xmlns:a="http://schemas.openxmlformats.org/drawingml/2006/main">
            <a:r>
              <a:t>Источники: app/backend/ai/service.py; app/backend/ai/ollama.py; var/presentation/benchmark.json; var/presentation/assets/capture-manifest.json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Измерено 27.10.2026 по московскому времени. Реальные вызовы на Apple M3 Pro, 12 ядер, 18 GiB RAM, macOS 26.6.2. Локальная модель qwen3:4b-q4_K_M, модель векторного представления qwen3-embedding:0.6b, Ollama 0.40.11. Три разных синтетических сценария, время попытки создания описания: 25.807–27.005 с, медиана 26.400 с. Включены загрузка модели, подготовка контекста, генерация, фиксация или отмена результата в изолированной SQLite и автоматическая оценочная рубрика. Ожидание очереди, распознавание документов и поиск по наполненной базе знаний исключены. Все три ответа прошли схему, два прошли автоматическую содержательную рубрику. В одном ответе перепутана/добавлена шкала тревоги при наличии только шкалы депрессии; это не было заблокировано основной схемой. Это не оценка клинической точности. Быстрые операции: десять последовательных реальных HTTP GET на операцию с постоянным соединением и локальной базой, авторизация и отрисовка исключены. Обработка записи: фактические insert/flush, производственные правила и постановка в очередь в PostgreSQL 16.15, без commit/HTTP, все временные изменения отменены. Времена не являются обещанием производительности при сетевой или массовой нагрузке.</a:t>
            </a:r>
          </a:p>
          <a:p xmlns:a="http://schemas.openxmlformats.org/drawingml/2006/main">
            <a:r>
              <a:t/>
            </a:r>
          </a:p>
          <a:p xmlns:a="http://schemas.openxmlformats.org/drawingml/2006/main">
            <a:r>
              <a:t>Источники: scripts/benchmark_presentation.py; var/presentation/benchmark.json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описание действующего программного поведения, не медицинская рекомендация и не доказательство клинической эффективности. Положительный ответ q9 анкеты депрессии формирует красный сигнал. Повышенные суммарные баллы анкет, операционные пропуски и другие заранее заданные правила могут формировать жёлтые сигналы. Наличие пропуска записи не доказывает пропуск лекарственного приёма. Критический сигнал не снимается новой низкой оценкой или готовностью описания. Некритические сигналы могут разрешаться автоматически при исчезновении условия. Врач рассматривает и закрывает сигнал.</a:t>
            </a:r>
          </a:p>
          <a:p xmlns:a="http://schemas.openxmlformats.org/drawingml/2006/main">
            <a:r>
              <a:t/>
            </a:r>
          </a:p>
          <a:p xmlns:a="http://schemas.openxmlformats.org/drawingml/2006/main">
            <a:r>
              <a:t>Источники: app/backend/monitoring.py; tests/test_clinical.py; docs/clinical-rules.md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Врач видит общий список диалогов со своими пациентами и выбранную переписку. Сообщения и вложения сохраняются сервером. Доставка использует постоянное соединение, повторное подключение и резервное обновление истории. Проверена переписка в обе стороны и восстановление после сбоев. Это не канал гарантированной экстренной помощи. В приложении также есть библиотека медицинских источников с поиском и ссылками на страницы, загрузка документов с проверкой извлечённых сведений врачом, версии назначений.</a:t>
            </a:r>
          </a:p>
          <a:p xmlns:a="http://schemas.openxmlformats.org/drawingml/2006/main">
            <a:r>
              <a:t/>
            </a:r>
          </a:p>
          <a:p xmlns:a="http://schemas.openxmlformats.org/drawingml/2006/main">
            <a:r>
              <a:t>Источники: docs/chat-verification.md; app/frontend/src/pages/Chat.jsx; app/backend/chat.py; var/presentation/assets/capture-manifest.json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201 — сумма 187 серверных и 14 пользовательских автоматических проверок из последнего документированного полного прогона 26.10.2026, не процент качества и не клиническая точность. Проверены также сборка интерфейса, роли, маршруты, сообщения в двух браузерных сессиях, вложения и восстановление после сбоев. Четыре синтетические истории имеют по 21 ежедневной записи. Текущая презентация не содержит результатов испытаний на реальных пациентах, сравнительного измерения экономии времени врача, чувствительности или специфичности сигналов. Предлагаемый следующий этап: согласованная экспертная оценка достаточной выборки и сравнение времени подготовки к приёму в обычном процессе и с системой.</a:t>
            </a:r>
          </a:p>
          <a:p xmlns:a="http://schemas.openxmlformats.org/drawingml/2006/main">
            <a:r>
              <a:t/>
            </a:r>
          </a:p>
          <a:p xmlns:a="http://schemas.openxmlformats.org/drawingml/2006/main">
            <a:r>
              <a:t>Источники: docs/chat-verification.md:24; docs/demo-scenarios.md; docs/verification.md; var/presentation/benchmark.json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56a76f37d34a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da7bbd836540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d6929e9bca4f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3cf427577a4d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f48d9963064b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6de1d15fda947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E4B3A4-FDFE-4D9F-B56B-44CF3E09097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DCAC8E-E381-4100-8E89-EFFFAEF6B2E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E8193F-3920-4857-8744-A689364C23E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5F792F-40C3-4F5E-96EE-C891891F3D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977FED8-ED46-44B8-8C19-DA07548684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81430C-2C4B-4167-A529-FD0D2D91BC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5287D2-4CEB-4C5A-8437-4007302C31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C8107BF-1871-4BDB-B021-882D7C68A0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32D8A3-8878-4CE2-B032-F4750A4B38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CB705D-FB80-4F47-B8F3-33BA1CF39E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523b36236f45f4" /><Relationship Type="http://schemas.openxmlformats.org/officeDocument/2006/relationships/slideLayout" Target="/ppt/slideLayouts/slideLayout1.xml" Id="Re5c7fe2425754683" /><Relationship Type="http://schemas.openxmlformats.org/officeDocument/2006/relationships/slideLayout" Target="/ppt/slideLayouts/slideLayout2.xml" Id="R1e9b91f8633c4f8e" /><Relationship Type="http://schemas.openxmlformats.org/officeDocument/2006/relationships/slideLayout" Target="/ppt/slideLayouts/slideLayout3.xml" Id="R5dcbd3da1dff4858" /><Relationship Type="http://schemas.openxmlformats.org/officeDocument/2006/relationships/slideLayout" Target="/ppt/slideLayouts/slideLayout4.xml" Id="R8cd63fe147a54328" /><Relationship Type="http://schemas.openxmlformats.org/officeDocument/2006/relationships/slideLayout" Target="/ppt/slideLayouts/slideLayout5.xml" Id="Rb499543780b74d32" /><Relationship Type="http://schemas.openxmlformats.org/officeDocument/2006/relationships/slideLayout" Target="/ppt/slideLayouts/slideLayout6.xml" Id="R824831d1e71841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c7fe2425754683"/>
    <p:sldLayoutId xmlns:r="http://schemas.openxmlformats.org/officeDocument/2006/relationships" id="2147483650" r:id="R1e9b91f8633c4f8e"/>
    <p:sldLayoutId xmlns:r="http://schemas.openxmlformats.org/officeDocument/2006/relationships" id="2147483651" r:id="R5dcbd3da1dff4858"/>
    <p:sldLayoutId xmlns:r="http://schemas.openxmlformats.org/officeDocument/2006/relationships" id="2147483652" r:id="R8cd63fe147a54328"/>
    <p:sldLayoutId xmlns:r="http://schemas.openxmlformats.org/officeDocument/2006/relationships" id="2147483653" r:id="Rb499543780b74d32"/>
    <p:sldLayoutId xmlns:r="http://schemas.openxmlformats.org/officeDocument/2006/relationships" id="2147483654" r:id="R824831d1e71841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10bfa6a7814995" /><Relationship Type="http://schemas.openxmlformats.org/officeDocument/2006/relationships/image" Target="/ppt/media/image.png" Id="Rd340f4a01c064953" /><Relationship Type="http://schemas.openxmlformats.org/officeDocument/2006/relationships/image" Target="/ppt/media/image.svg" Id="R6090dbd3383848d2" /><Relationship Type="http://schemas.openxmlformats.org/officeDocument/2006/relationships/notesSlide" Target="/ppt/notesSlides/notesSlide1.xml" Id="Re3ce638c3d4448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872898f7575425e" /><Relationship Type="http://schemas.openxmlformats.org/officeDocument/2006/relationships/image" Target="/ppt/media/image2.png" Id="R8afd207613384458" /><Relationship Type="http://schemas.openxmlformats.org/officeDocument/2006/relationships/image" Target="/ppt/media/image2.svg" Id="R69b917c18336436d" /><Relationship Type="http://schemas.openxmlformats.org/officeDocument/2006/relationships/notesSlide" Target="/ppt/notesSlides/notesSlide2.xml" Id="R08df3bd8c6334b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98e683a9947442d" /><Relationship Type="http://schemas.openxmlformats.org/officeDocument/2006/relationships/image" Target="/ppt/media/image3.png" Id="Rc2a49929170a48fa" /><Relationship Type="http://schemas.openxmlformats.org/officeDocument/2006/relationships/image" Target="/ppt/media/image3.svg" Id="Re8e94ff680ab4635" /><Relationship Type="http://schemas.openxmlformats.org/officeDocument/2006/relationships/notesSlide" Target="/ppt/notesSlides/notesSlide3.xml" Id="Re553444c94b644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382f15588d460b" /><Relationship Type="http://schemas.openxmlformats.org/officeDocument/2006/relationships/image" Target="/ppt/media/image4.png" Id="Rc3bc831fba104233" /><Relationship Type="http://schemas.openxmlformats.org/officeDocument/2006/relationships/image" Target="/ppt/media/image4.svg" Id="Rf0f7dff6574b4001" /><Relationship Type="http://schemas.openxmlformats.org/officeDocument/2006/relationships/image" Target="/ppt/media/image5.png" Id="Rcc7da7c8dbe1425d" /><Relationship Type="http://schemas.openxmlformats.org/officeDocument/2006/relationships/notesSlide" Target="/ppt/notesSlides/notesSlide4.xml" Id="R2d8895569b4848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a8b9876326466b" /><Relationship Type="http://schemas.openxmlformats.org/officeDocument/2006/relationships/image" Target="/ppt/media/image6.png" Id="R7fe05babd92945d9" /><Relationship Type="http://schemas.openxmlformats.org/officeDocument/2006/relationships/image" Target="/ppt/media/image5.svg" Id="R06f9a9d9078541fe" /><Relationship Type="http://schemas.openxmlformats.org/officeDocument/2006/relationships/image" Target="/ppt/media/image7.png" Id="R1af40daef70e4c53" /><Relationship Type="http://schemas.openxmlformats.org/officeDocument/2006/relationships/notesSlide" Target="/ppt/notesSlides/notesSlide5.xml" Id="Radeff136926f41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0313b3106f049b8" /><Relationship Type="http://schemas.openxmlformats.org/officeDocument/2006/relationships/image" Target="/ppt/media/image8.png" Id="Rd7ee9af5496f4ea2" /><Relationship Type="http://schemas.openxmlformats.org/officeDocument/2006/relationships/image" Target="/ppt/media/image6.svg" Id="R5211427bb00a4809" /><Relationship Type="http://schemas.openxmlformats.org/officeDocument/2006/relationships/image" Target="/ppt/media/image9.png" Id="R53f676e54e124483" /><Relationship Type="http://schemas.openxmlformats.org/officeDocument/2006/relationships/notesSlide" Target="/ppt/notesSlides/notesSlide6.xml" Id="Rf0ef27960da340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9d20ab263b45e9" /><Relationship Type="http://schemas.openxmlformats.org/officeDocument/2006/relationships/image" Target="/ppt/media/image10.png" Id="Rb0051df2dd424f71" /><Relationship Type="http://schemas.openxmlformats.org/officeDocument/2006/relationships/image" Target="/ppt/media/image7.svg" Id="Rf4bf31674e084456" /><Relationship Type="http://schemas.openxmlformats.org/officeDocument/2006/relationships/notesSlide" Target="/ppt/notesSlides/notesSlide7.xml" Id="R1636829acd6041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f1df095940542f3" /><Relationship Type="http://schemas.openxmlformats.org/officeDocument/2006/relationships/image" Target="/ppt/media/image11.png" Id="Rd5338515475a47be" /><Relationship Type="http://schemas.openxmlformats.org/officeDocument/2006/relationships/image" Target="/ppt/media/image8.svg" Id="R110c24979c194ed0" /><Relationship Type="http://schemas.openxmlformats.org/officeDocument/2006/relationships/notesSlide" Target="/ppt/notesSlides/notesSlide8.xml" Id="R3ab9633e68d74e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8e7a86ec31c4faa" /><Relationship Type="http://schemas.openxmlformats.org/officeDocument/2006/relationships/image" Target="/ppt/media/image12.png" Id="Rec34bd6095954d46" /><Relationship Type="http://schemas.openxmlformats.org/officeDocument/2006/relationships/image" Target="/ppt/media/image9.svg" Id="R9085ca5a406c4019" /><Relationship Type="http://schemas.openxmlformats.org/officeDocument/2006/relationships/image" Target="/ppt/media/image13.png" Id="R5799afcaf15241f0" /><Relationship Type="http://schemas.openxmlformats.org/officeDocument/2006/relationships/notesSlide" Target="/ppt/notesSlides/notesSlide9.xml" Id="Rebd432f860554b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874ca3ab6c84988" /><Relationship Type="http://schemas.openxmlformats.org/officeDocument/2006/relationships/image" Target="/ppt/media/image14.png" Id="Rf9ddd8b5577f4c44" /><Relationship Type="http://schemas.openxmlformats.org/officeDocument/2006/relationships/image" Target="/ppt/media/image10.svg" Id="Rda0b5211fc284097" /><Relationship Type="http://schemas.openxmlformats.org/officeDocument/2006/relationships/notesSlide" Target="/ppt/notesSlides/notesSlide10.xml" Id="R07bc96ac06444876" /></Relationships>
</file>

<file path=ppt/slides/slide1.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678C78-4233-4DE8-AA12-C0ED4E745AE3}"/>
              </a:ext>
            </a:extLst>
          </p:cNvPr>
          <p:cNvSpPr>
            <a:spLocks xmlns:a="http://schemas.openxmlformats.org/drawingml/2006/main" noGrp="1"/>
          </p:cNvSpPr>
          <p:nvPr/>
        </p:nvSpPr>
        <p:spPr>
          <a:xfrm xmlns:a="http://schemas.openxmlformats.org/drawingml/2006/main">
            <a:off x="381000" y="247650"/>
            <a:ext cx="114300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FB0EDDB3-0F71-4C06-8D00-6F6AA20BEF65}"/>
              </a:ext>
            </a:extLst>
          </p:cNvPr>
          <p:cNvPicPr>
            <a:picLocks xmlns:a="http://schemas.openxmlformats.org/drawingml/2006/main" noChangeAspect="1"/>
          </p:cNvPicPr>
          <p:nvPr/>
        </p:nvPicPr>
        <p:blipFill>
          <a:blip xmlns:r="http://schemas.openxmlformats.org/officeDocument/2006/relationships" xmlns:a="http://schemas.openxmlformats.org/drawingml/2006/main" r:embed="Rd340f4a01c064953">
            <a:extLst>
              <a:ext uri="{96DAC541-7B7A-43D3-8B79-37D633B846F1}">
                <asvg:svgBlip xmlns:asvg="http://schemas.microsoft.com/office/drawing/2016/SVG/main" r:embed="R6090dbd3383848d2"/>
              </a:ext>
            </a:extLst>
          </a:blip>
          <a:stretch xmlns:a="http://schemas.openxmlformats.org/drawingml/2006/main"/>
        </p:blipFill>
        <p:spPr>
          <a:xfrm xmlns:a="http://schemas.openxmlformats.org/drawingml/2006/main">
            <a:off x="523875" y="352425"/>
            <a:ext cx="41910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0A7A121-5D43-40CE-B433-D92C69A36D33}"/>
              </a:ext>
            </a:extLst>
          </p:cNvPr>
          <p:cNvSpPr>
            <a:spLocks xmlns:a="http://schemas.openxmlformats.org/drawingml/2006/main" noGrp="1"/>
          </p:cNvSpPr>
          <p:nvPr/>
        </p:nvSpPr>
        <p:spPr>
          <a:xfrm xmlns:a="http://schemas.openxmlformats.org/drawingml/2006/main">
            <a:off x="1066800" y="409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292D42"/>
                </a:solidFill>
                <a:latin typeface="Helvetica Neue"/>
                <a:ea typeface="Helvetica Neue"/>
                <a:cs typeface="Helvetica Neue"/>
              </a:defRPr>
            </a:defPPr>
            <a:lvl1pPr>
              <a:defRPr sz="1950" b="1">
                <a:solidFill>
                  <a:srgbClr val="292D42"/>
                </a:solidFill>
                <a:latin typeface="Helvetica Neue"/>
                <a:ea typeface="Helvetica Neue"/>
                <a:cs typeface="Helvetica Neue"/>
              </a:defRPr>
            </a:lvl1pPr>
            <a:lvl2pPr>
              <a:defRPr sz="1950" b="1">
                <a:solidFill>
                  <a:srgbClr val="292D42"/>
                </a:solidFill>
                <a:latin typeface="Helvetica Neue"/>
                <a:ea typeface="Helvetica Neue"/>
                <a:cs typeface="Helvetica Neue"/>
              </a:defRPr>
            </a:lvl2pPr>
            <a:lvl3pPr>
              <a:defRPr sz="1950" b="1">
                <a:solidFill>
                  <a:srgbClr val="292D42"/>
                </a:solidFill>
                <a:latin typeface="Helvetica Neue"/>
                <a:ea typeface="Helvetica Neue"/>
                <a:cs typeface="Helvetica Neue"/>
              </a:defRPr>
            </a:lvl3pPr>
            <a:lvl4pPr>
              <a:defRPr sz="1950" b="1">
                <a:solidFill>
                  <a:srgbClr val="292D42"/>
                </a:solidFill>
                <a:latin typeface="Helvetica Neue"/>
                <a:ea typeface="Helvetica Neue"/>
                <a:cs typeface="Helvetica Neue"/>
              </a:defRPr>
            </a:lvl4pPr>
            <a:lvl5pPr>
              <a:defRPr sz="1950" b="1">
                <a:solidFill>
                  <a:srgbClr val="292D42"/>
                </a:solidFill>
                <a:latin typeface="Helvetica Neue"/>
                <a:ea typeface="Helvetica Neue"/>
                <a:cs typeface="Helvetica Neue"/>
              </a:defRPr>
            </a:lvl5pPr>
            <a:lvl6pPr>
              <a:defRPr sz="1950" b="1">
                <a:solidFill>
                  <a:srgbClr val="292D42"/>
                </a:solidFill>
                <a:latin typeface="Helvetica Neue"/>
                <a:ea typeface="Helvetica Neue"/>
                <a:cs typeface="Helvetica Neue"/>
              </a:defRPr>
            </a:lvl6pPr>
            <a:lvl7pPr>
              <a:defRPr sz="1950" b="1">
                <a:solidFill>
                  <a:srgbClr val="292D42"/>
                </a:solidFill>
                <a:latin typeface="Helvetica Neue"/>
                <a:ea typeface="Helvetica Neue"/>
                <a:cs typeface="Helvetica Neue"/>
              </a:defRPr>
            </a:lvl7pPr>
            <a:lvl8pPr>
              <a:defRPr sz="1950" b="1">
                <a:solidFill>
                  <a:srgbClr val="292D42"/>
                </a:solidFill>
                <a:latin typeface="Helvetica Neue"/>
                <a:ea typeface="Helvetica Neue"/>
                <a:cs typeface="Helvetica Neue"/>
              </a:defRPr>
            </a:lvl8pPr>
            <a:lvl9pPr>
              <a:defRPr sz="1950" b="1">
                <a:solidFill>
                  <a:srgbClr val="292D42"/>
                </a:solidFill>
                <a:latin typeface="Helvetica Neue"/>
                <a:ea typeface="Helvetica Neue"/>
                <a:cs typeface="Helvetica Neue"/>
              </a:defRPr>
            </a:lvl9pPr>
          </a:lstStyle>
          <a:p xmlns:a="http://schemas.openxmlformats.org/drawingml/2006/main">
            <a:pPr>
              <a:defRPr sz="1950" b="1">
                <a:solidFill>
                  <a:srgbClr val="292D42"/>
                </a:solidFill>
                <a:latin typeface="Helvetica Neue"/>
                <a:ea typeface="Helvetica Neue"/>
                <a:cs typeface="Helvetica Neue"/>
              </a:defRPr>
            </a:pPr>
            <a:r>
              <a:rPr sz="1950" b="1">
                <a:solidFill>
                  <a:srgbClr val="292D42"/>
                </a:solidFill>
                <a:latin typeface="Helvetica Neue"/>
                <a:ea typeface="Helvetica Neue"/>
                <a:cs typeface="Helvetica Neue"/>
              </a:rPr>
              <a:t>Clinical Compass</a:t>
            </a:r>
          </a:p>
        </p:txBody>
      </p:sp>
      <p:sp>
        <p:nvSpPr>
          <p:cNvPr id="4" name="">
            <a:extLst xmlns:a="http://schemas.openxmlformats.org/drawingml/2006/main">
              <a:ext uri="{FF2B5EF4-FFF2-40B4-BE49-F238E27FC236}">
                <a16:creationId xmlns:a16="http://schemas.microsoft.com/office/drawing/2014/main" id="{CAB80D00-CCEC-43A0-A02B-48DD33BEC8E5}"/>
              </a:ext>
            </a:extLst>
          </p:cNvPr>
          <p:cNvSpPr>
            <a:spLocks xmlns:a="http://schemas.openxmlformats.org/drawingml/2006/main" noGrp="1"/>
          </p:cNvSpPr>
          <p:nvPr/>
        </p:nvSpPr>
        <p:spPr>
          <a:xfrm xmlns:a="http://schemas.openxmlformats.org/drawingml/2006/main">
            <a:off x="7239000" y="428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00" b="0">
                <a:solidFill>
                  <a:srgbClr val="758099"/>
                </a:solidFill>
                <a:latin typeface="Helvetica Neue"/>
                <a:ea typeface="Helvetica Neue"/>
                <a:cs typeface="Helvetica Neue"/>
              </a:defRPr>
            </a:defPPr>
            <a:lvl1pPr algn="r">
              <a:defRPr sz="1500" b="0">
                <a:solidFill>
                  <a:srgbClr val="758099"/>
                </a:solidFill>
                <a:latin typeface="Helvetica Neue"/>
                <a:ea typeface="Helvetica Neue"/>
                <a:cs typeface="Helvetica Neue"/>
              </a:defRPr>
            </a:lvl1pPr>
            <a:lvl2pPr algn="r">
              <a:defRPr sz="1500" b="0">
                <a:solidFill>
                  <a:srgbClr val="758099"/>
                </a:solidFill>
                <a:latin typeface="Helvetica Neue"/>
                <a:ea typeface="Helvetica Neue"/>
                <a:cs typeface="Helvetica Neue"/>
              </a:defRPr>
            </a:lvl2pPr>
            <a:lvl3pPr algn="r">
              <a:defRPr sz="1500" b="0">
                <a:solidFill>
                  <a:srgbClr val="758099"/>
                </a:solidFill>
                <a:latin typeface="Helvetica Neue"/>
                <a:ea typeface="Helvetica Neue"/>
                <a:cs typeface="Helvetica Neue"/>
              </a:defRPr>
            </a:lvl3pPr>
            <a:lvl4pPr algn="r">
              <a:defRPr sz="1500" b="0">
                <a:solidFill>
                  <a:srgbClr val="758099"/>
                </a:solidFill>
                <a:latin typeface="Helvetica Neue"/>
                <a:ea typeface="Helvetica Neue"/>
                <a:cs typeface="Helvetica Neue"/>
              </a:defRPr>
            </a:lvl4pPr>
            <a:lvl5pPr algn="r">
              <a:defRPr sz="1500" b="0">
                <a:solidFill>
                  <a:srgbClr val="758099"/>
                </a:solidFill>
                <a:latin typeface="Helvetica Neue"/>
                <a:ea typeface="Helvetica Neue"/>
                <a:cs typeface="Helvetica Neue"/>
              </a:defRPr>
            </a:lvl5pPr>
            <a:lvl6pPr algn="r">
              <a:defRPr sz="1500" b="0">
                <a:solidFill>
                  <a:srgbClr val="758099"/>
                </a:solidFill>
                <a:latin typeface="Helvetica Neue"/>
                <a:ea typeface="Helvetica Neue"/>
                <a:cs typeface="Helvetica Neue"/>
              </a:defRPr>
            </a:lvl6pPr>
            <a:lvl7pPr algn="r">
              <a:defRPr sz="1500" b="0">
                <a:solidFill>
                  <a:srgbClr val="758099"/>
                </a:solidFill>
                <a:latin typeface="Helvetica Neue"/>
                <a:ea typeface="Helvetica Neue"/>
                <a:cs typeface="Helvetica Neue"/>
              </a:defRPr>
            </a:lvl7pPr>
            <a:lvl8pPr algn="r">
              <a:defRPr sz="1500" b="0">
                <a:solidFill>
                  <a:srgbClr val="758099"/>
                </a:solidFill>
                <a:latin typeface="Helvetica Neue"/>
                <a:ea typeface="Helvetica Neue"/>
                <a:cs typeface="Helvetica Neue"/>
              </a:defRPr>
            </a:lvl8pPr>
            <a:lvl9pPr algn="r">
              <a:defRPr sz="1500" b="0">
                <a:solidFill>
                  <a:srgbClr val="758099"/>
                </a:solidFill>
                <a:latin typeface="Helvetica Neue"/>
                <a:ea typeface="Helvetica Neue"/>
                <a:cs typeface="Helvetica Neue"/>
              </a:defRPr>
            </a:lvl9pPr>
          </a:lstStyle>
          <a:p xmlns:a="http://schemas.openxmlformats.org/drawingml/2006/main">
            <a:pPr algn="r">
              <a:defRPr sz="1500" b="0">
                <a:solidFill>
                  <a:srgbClr val="758099"/>
                </a:solidFill>
                <a:latin typeface="Helvetica Neue"/>
                <a:ea typeface="Helvetica Neue"/>
                <a:cs typeface="Helvetica Neue"/>
              </a:defRPr>
            </a:pPr>
            <a:r>
              <a:rPr sz="1500" b="0">
                <a:solidFill>
                  <a:srgbClr val="758099"/>
                </a:solidFill>
                <a:latin typeface="Helvetica Neue"/>
                <a:ea typeface="Helvetica Neue"/>
                <a:cs typeface="Helvetica Neue"/>
              </a:rPr>
              <a:t>Решение кейс-чемпионата</a:t>
            </a:r>
          </a:p>
        </p:txBody>
      </p:sp>
      <p:sp>
        <p:nvSpPr>
          <p:cNvPr id="5" name="">
            <a:extLst xmlns:a="http://schemas.openxmlformats.org/drawingml/2006/main">
              <a:ext uri="{FF2B5EF4-FFF2-40B4-BE49-F238E27FC236}">
                <a16:creationId xmlns:a16="http://schemas.microsoft.com/office/drawing/2014/main" id="{0B3B127D-7D18-4F6C-8ECA-EC6564B4543C}"/>
              </a:ext>
            </a:extLst>
          </p:cNvPr>
          <p:cNvSpPr>
            <a:spLocks xmlns:a="http://schemas.openxmlformats.org/drawingml/2006/main" noGrp="1"/>
          </p:cNvSpPr>
          <p:nvPr/>
        </p:nvSpPr>
        <p:spPr>
          <a:xfrm xmlns:a="http://schemas.openxmlformats.org/drawingml/2006/main">
            <a:off x="11315700" y="4286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350" b="0">
                <a:solidFill>
                  <a:srgbClr val="758099"/>
                </a:solidFill>
                <a:latin typeface="Helvetica Neue"/>
                <a:ea typeface="Helvetica Neue"/>
                <a:cs typeface="Helvetica Neue"/>
              </a:defRPr>
            </a:defPPr>
            <a:lvl1pPr algn="r">
              <a:defRPr sz="1350" b="0">
                <a:solidFill>
                  <a:srgbClr val="758099"/>
                </a:solidFill>
                <a:latin typeface="Helvetica Neue"/>
                <a:ea typeface="Helvetica Neue"/>
                <a:cs typeface="Helvetica Neue"/>
              </a:defRPr>
            </a:lvl1pPr>
            <a:lvl2pPr algn="r">
              <a:defRPr sz="1350" b="0">
                <a:solidFill>
                  <a:srgbClr val="758099"/>
                </a:solidFill>
                <a:latin typeface="Helvetica Neue"/>
                <a:ea typeface="Helvetica Neue"/>
                <a:cs typeface="Helvetica Neue"/>
              </a:defRPr>
            </a:lvl2pPr>
            <a:lvl3pPr algn="r">
              <a:defRPr sz="1350" b="0">
                <a:solidFill>
                  <a:srgbClr val="758099"/>
                </a:solidFill>
                <a:latin typeface="Helvetica Neue"/>
                <a:ea typeface="Helvetica Neue"/>
                <a:cs typeface="Helvetica Neue"/>
              </a:defRPr>
            </a:lvl3pPr>
            <a:lvl4pPr algn="r">
              <a:defRPr sz="1350" b="0">
                <a:solidFill>
                  <a:srgbClr val="758099"/>
                </a:solidFill>
                <a:latin typeface="Helvetica Neue"/>
                <a:ea typeface="Helvetica Neue"/>
                <a:cs typeface="Helvetica Neue"/>
              </a:defRPr>
            </a:lvl4pPr>
            <a:lvl5pPr algn="r">
              <a:defRPr sz="1350" b="0">
                <a:solidFill>
                  <a:srgbClr val="758099"/>
                </a:solidFill>
                <a:latin typeface="Helvetica Neue"/>
                <a:ea typeface="Helvetica Neue"/>
                <a:cs typeface="Helvetica Neue"/>
              </a:defRPr>
            </a:lvl5pPr>
            <a:lvl6pPr algn="r">
              <a:defRPr sz="1350" b="0">
                <a:solidFill>
                  <a:srgbClr val="758099"/>
                </a:solidFill>
                <a:latin typeface="Helvetica Neue"/>
                <a:ea typeface="Helvetica Neue"/>
                <a:cs typeface="Helvetica Neue"/>
              </a:defRPr>
            </a:lvl6pPr>
            <a:lvl7pPr algn="r">
              <a:defRPr sz="1350" b="0">
                <a:solidFill>
                  <a:srgbClr val="758099"/>
                </a:solidFill>
                <a:latin typeface="Helvetica Neue"/>
                <a:ea typeface="Helvetica Neue"/>
                <a:cs typeface="Helvetica Neue"/>
              </a:defRPr>
            </a:lvl7pPr>
            <a:lvl8pPr algn="r">
              <a:defRPr sz="1350" b="0">
                <a:solidFill>
                  <a:srgbClr val="758099"/>
                </a:solidFill>
                <a:latin typeface="Helvetica Neue"/>
                <a:ea typeface="Helvetica Neue"/>
                <a:cs typeface="Helvetica Neue"/>
              </a:defRPr>
            </a:lvl8pPr>
            <a:lvl9pPr algn="r">
              <a:defRPr sz="1350" b="0">
                <a:solidFill>
                  <a:srgbClr val="758099"/>
                </a:solidFill>
                <a:latin typeface="Helvetica Neue"/>
                <a:ea typeface="Helvetica Neue"/>
                <a:cs typeface="Helvetica Neue"/>
              </a:defRPr>
            </a:lvl9pPr>
          </a:lstStyle>
          <a:p xmlns:a="http://schemas.openxmlformats.org/drawingml/2006/main">
            <a:pPr algn="r">
              <a:defRPr sz="1350" b="0">
                <a:solidFill>
                  <a:srgbClr val="758099"/>
                </a:solidFill>
                <a:latin typeface="Helvetica Neue"/>
                <a:ea typeface="Helvetica Neue"/>
                <a:cs typeface="Helvetica Neue"/>
              </a:defRPr>
            </a:pPr>
            <a:r>
              <a:rPr sz="1350" b="0">
                <a:solidFill>
                  <a:srgbClr val="758099"/>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C8ACDBAF-C506-4DD0-BFE5-48793FE1FCE8}"/>
              </a:ext>
            </a:extLst>
          </p:cNvPr>
          <p:cNvSpPr>
            <a:spLocks xmlns:a="http://schemas.openxmlformats.org/drawingml/2006/main" noGrp="1"/>
          </p:cNvSpPr>
          <p:nvPr/>
        </p:nvSpPr>
        <p:spPr>
          <a:xfrm xmlns:a="http://schemas.openxmlformats.org/drawingml/2006/main">
            <a:off x="533400" y="1438275"/>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6450" b="0">
                <a:solidFill>
                  <a:srgbClr val="FFFFFF"/>
                </a:solidFill>
                <a:latin typeface="Helvetica Neue"/>
                <a:ea typeface="Helvetica Neue"/>
                <a:cs typeface="Helvetica Neue"/>
              </a:defRPr>
            </a:defPPr>
            <a:lvl1pPr>
              <a:defRPr sz="6450" b="0">
                <a:solidFill>
                  <a:srgbClr val="FFFFFF"/>
                </a:solidFill>
                <a:latin typeface="Helvetica Neue"/>
                <a:ea typeface="Helvetica Neue"/>
                <a:cs typeface="Helvetica Neue"/>
              </a:defRPr>
            </a:lvl1pPr>
            <a:lvl2pPr>
              <a:defRPr sz="6450" b="0">
                <a:solidFill>
                  <a:srgbClr val="FFFFFF"/>
                </a:solidFill>
                <a:latin typeface="Helvetica Neue"/>
                <a:ea typeface="Helvetica Neue"/>
                <a:cs typeface="Helvetica Neue"/>
              </a:defRPr>
            </a:lvl2pPr>
            <a:lvl3pPr>
              <a:defRPr sz="6450" b="0">
                <a:solidFill>
                  <a:srgbClr val="FFFFFF"/>
                </a:solidFill>
                <a:latin typeface="Helvetica Neue"/>
                <a:ea typeface="Helvetica Neue"/>
                <a:cs typeface="Helvetica Neue"/>
              </a:defRPr>
            </a:lvl3pPr>
            <a:lvl4pPr>
              <a:defRPr sz="6450" b="0">
                <a:solidFill>
                  <a:srgbClr val="FFFFFF"/>
                </a:solidFill>
                <a:latin typeface="Helvetica Neue"/>
                <a:ea typeface="Helvetica Neue"/>
                <a:cs typeface="Helvetica Neue"/>
              </a:defRPr>
            </a:lvl4pPr>
            <a:lvl5pPr>
              <a:defRPr sz="6450" b="0">
                <a:solidFill>
                  <a:srgbClr val="FFFFFF"/>
                </a:solidFill>
                <a:latin typeface="Helvetica Neue"/>
                <a:ea typeface="Helvetica Neue"/>
                <a:cs typeface="Helvetica Neue"/>
              </a:defRPr>
            </a:lvl5pPr>
            <a:lvl6pPr>
              <a:defRPr sz="6450" b="0">
                <a:solidFill>
                  <a:srgbClr val="FFFFFF"/>
                </a:solidFill>
                <a:latin typeface="Helvetica Neue"/>
                <a:ea typeface="Helvetica Neue"/>
                <a:cs typeface="Helvetica Neue"/>
              </a:defRPr>
            </a:lvl6pPr>
            <a:lvl7pPr>
              <a:defRPr sz="6450" b="0">
                <a:solidFill>
                  <a:srgbClr val="FFFFFF"/>
                </a:solidFill>
                <a:latin typeface="Helvetica Neue"/>
                <a:ea typeface="Helvetica Neue"/>
                <a:cs typeface="Helvetica Neue"/>
              </a:defRPr>
            </a:lvl7pPr>
            <a:lvl8pPr>
              <a:defRPr sz="6450" b="0">
                <a:solidFill>
                  <a:srgbClr val="FFFFFF"/>
                </a:solidFill>
                <a:latin typeface="Helvetica Neue"/>
                <a:ea typeface="Helvetica Neue"/>
                <a:cs typeface="Helvetica Neue"/>
              </a:defRPr>
            </a:lvl8pPr>
            <a:lvl9pPr>
              <a:defRPr sz="6450" b="0">
                <a:solidFill>
                  <a:srgbClr val="FFFFFF"/>
                </a:solidFill>
                <a:latin typeface="Helvetica Neue"/>
                <a:ea typeface="Helvetica Neue"/>
                <a:cs typeface="Helvetica Neue"/>
              </a:defRPr>
            </a:lvl9pPr>
          </a:lstStyle>
          <a:p xmlns:a="http://schemas.openxmlformats.org/drawingml/2006/main">
            <a:pPr>
              <a:defRPr sz="6450" b="0">
                <a:solidFill>
                  <a:srgbClr val="FFFFFF"/>
                </a:solidFill>
                <a:latin typeface="Helvetica Neue"/>
                <a:ea typeface="Helvetica Neue"/>
                <a:cs typeface="Helvetica Neue"/>
              </a:defRPr>
            </a:pPr>
            <a:r>
              <a:rPr sz="6450" b="0">
                <a:solidFill>
                  <a:srgbClr val="FFFFFF"/>
                </a:solidFill>
                <a:latin typeface="Helvetica Neue"/>
                <a:ea typeface="Helvetica Neue"/>
                <a:cs typeface="Helvetica Neue"/>
              </a:rPr>
              <a:t>Наблюдение</a:t>
            </a:r>
          </a:p>
        </p:txBody>
      </p:sp>
      <p:sp>
        <p:nvSpPr>
          <p:cNvPr id="7" name="">
            <a:extLst xmlns:a="http://schemas.openxmlformats.org/drawingml/2006/main">
              <a:ext uri="{FF2B5EF4-FFF2-40B4-BE49-F238E27FC236}">
                <a16:creationId xmlns:a16="http://schemas.microsoft.com/office/drawing/2014/main" id="{0926C86B-6530-4487-9B0C-9702E468CC7F}"/>
              </a:ext>
            </a:extLst>
          </p:cNvPr>
          <p:cNvSpPr>
            <a:spLocks xmlns:a="http://schemas.openxmlformats.org/drawingml/2006/main" noGrp="1"/>
          </p:cNvSpPr>
          <p:nvPr/>
        </p:nvSpPr>
        <p:spPr>
          <a:xfrm xmlns:a="http://schemas.openxmlformats.org/drawingml/2006/main">
            <a:off x="533400" y="2333625"/>
            <a:ext cx="11125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6450" b="0">
                <a:solidFill>
                  <a:srgbClr val="ADC5FF"/>
                </a:solidFill>
                <a:latin typeface="Helvetica Neue"/>
                <a:ea typeface="Helvetica Neue"/>
                <a:cs typeface="Helvetica Neue"/>
              </a:defRPr>
            </a:defPPr>
            <a:lvl1pPr>
              <a:defRPr sz="6450" b="0">
                <a:solidFill>
                  <a:srgbClr val="ADC5FF"/>
                </a:solidFill>
                <a:latin typeface="Helvetica Neue"/>
                <a:ea typeface="Helvetica Neue"/>
                <a:cs typeface="Helvetica Neue"/>
              </a:defRPr>
            </a:lvl1pPr>
            <a:lvl2pPr>
              <a:defRPr sz="6450" b="0">
                <a:solidFill>
                  <a:srgbClr val="ADC5FF"/>
                </a:solidFill>
                <a:latin typeface="Helvetica Neue"/>
                <a:ea typeface="Helvetica Neue"/>
                <a:cs typeface="Helvetica Neue"/>
              </a:defRPr>
            </a:lvl2pPr>
            <a:lvl3pPr>
              <a:defRPr sz="6450" b="0">
                <a:solidFill>
                  <a:srgbClr val="ADC5FF"/>
                </a:solidFill>
                <a:latin typeface="Helvetica Neue"/>
                <a:ea typeface="Helvetica Neue"/>
                <a:cs typeface="Helvetica Neue"/>
              </a:defRPr>
            </a:lvl3pPr>
            <a:lvl4pPr>
              <a:defRPr sz="6450" b="0">
                <a:solidFill>
                  <a:srgbClr val="ADC5FF"/>
                </a:solidFill>
                <a:latin typeface="Helvetica Neue"/>
                <a:ea typeface="Helvetica Neue"/>
                <a:cs typeface="Helvetica Neue"/>
              </a:defRPr>
            </a:lvl4pPr>
            <a:lvl5pPr>
              <a:defRPr sz="6450" b="0">
                <a:solidFill>
                  <a:srgbClr val="ADC5FF"/>
                </a:solidFill>
                <a:latin typeface="Helvetica Neue"/>
                <a:ea typeface="Helvetica Neue"/>
                <a:cs typeface="Helvetica Neue"/>
              </a:defRPr>
            </a:lvl5pPr>
            <a:lvl6pPr>
              <a:defRPr sz="6450" b="0">
                <a:solidFill>
                  <a:srgbClr val="ADC5FF"/>
                </a:solidFill>
                <a:latin typeface="Helvetica Neue"/>
                <a:ea typeface="Helvetica Neue"/>
                <a:cs typeface="Helvetica Neue"/>
              </a:defRPr>
            </a:lvl6pPr>
            <a:lvl7pPr>
              <a:defRPr sz="6450" b="0">
                <a:solidFill>
                  <a:srgbClr val="ADC5FF"/>
                </a:solidFill>
                <a:latin typeface="Helvetica Neue"/>
                <a:ea typeface="Helvetica Neue"/>
                <a:cs typeface="Helvetica Neue"/>
              </a:defRPr>
            </a:lvl7pPr>
            <a:lvl8pPr>
              <a:defRPr sz="6450" b="0">
                <a:solidFill>
                  <a:srgbClr val="ADC5FF"/>
                </a:solidFill>
                <a:latin typeface="Helvetica Neue"/>
                <a:ea typeface="Helvetica Neue"/>
                <a:cs typeface="Helvetica Neue"/>
              </a:defRPr>
            </a:lvl8pPr>
            <a:lvl9pPr>
              <a:defRPr sz="6450" b="0">
                <a:solidFill>
                  <a:srgbClr val="ADC5FF"/>
                </a:solidFill>
                <a:latin typeface="Helvetica Neue"/>
                <a:ea typeface="Helvetica Neue"/>
                <a:cs typeface="Helvetica Neue"/>
              </a:defRPr>
            </a:lvl9pPr>
          </a:lstStyle>
          <a:p xmlns:a="http://schemas.openxmlformats.org/drawingml/2006/main">
            <a:pPr>
              <a:defRPr sz="6450" b="0">
                <a:solidFill>
                  <a:srgbClr val="ADC5FF"/>
                </a:solidFill>
                <a:latin typeface="Helvetica Neue"/>
                <a:ea typeface="Helvetica Neue"/>
                <a:cs typeface="Helvetica Neue"/>
              </a:defRPr>
            </a:pPr>
            <a:r>
              <a:rPr sz="6450" b="0">
                <a:solidFill>
                  <a:srgbClr val="ADC5FF"/>
                </a:solidFill>
                <a:latin typeface="Helvetica Neue"/>
                <a:ea typeface="Helvetica Neue"/>
                <a:cs typeface="Helvetica Neue"/>
              </a:rPr>
              <a:t>между приёмами</a:t>
            </a:r>
          </a:p>
        </p:txBody>
      </p:sp>
      <p:sp>
        <p:nvSpPr>
          <p:cNvPr id="8" name="">
            <a:extLst xmlns:a="http://schemas.openxmlformats.org/drawingml/2006/main">
              <a:ext uri="{FF2B5EF4-FFF2-40B4-BE49-F238E27FC236}">
                <a16:creationId xmlns:a16="http://schemas.microsoft.com/office/drawing/2014/main" id="{688D293E-9E96-492B-9552-2AD73C614FC6}"/>
              </a:ext>
            </a:extLst>
          </p:cNvPr>
          <p:cNvSpPr>
            <a:spLocks xmlns:a="http://schemas.openxmlformats.org/drawingml/2006/main" noGrp="1"/>
          </p:cNvSpPr>
          <p:nvPr/>
        </p:nvSpPr>
        <p:spPr>
          <a:xfrm xmlns:a="http://schemas.openxmlformats.org/drawingml/2006/main">
            <a:off x="571500" y="3657600"/>
            <a:ext cx="9810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0">
                <a:solidFill>
                  <a:srgbClr val="FFFFFF"/>
                </a:solidFill>
                <a:latin typeface="Helvetica Neue"/>
                <a:ea typeface="Helvetica Neue"/>
                <a:cs typeface="Helvetica Neue"/>
              </a:defRPr>
            </a:defPPr>
            <a:lvl1pPr>
              <a:defRPr sz="2325" b="0">
                <a:solidFill>
                  <a:srgbClr val="FFFFFF"/>
                </a:solidFill>
                <a:latin typeface="Helvetica Neue"/>
                <a:ea typeface="Helvetica Neue"/>
                <a:cs typeface="Helvetica Neue"/>
              </a:defRPr>
            </a:lvl1pPr>
            <a:lvl2pPr>
              <a:defRPr sz="2325" b="0">
                <a:solidFill>
                  <a:srgbClr val="FFFFFF"/>
                </a:solidFill>
                <a:latin typeface="Helvetica Neue"/>
                <a:ea typeface="Helvetica Neue"/>
                <a:cs typeface="Helvetica Neue"/>
              </a:defRPr>
            </a:lvl2pPr>
            <a:lvl3pPr>
              <a:defRPr sz="2325" b="0">
                <a:solidFill>
                  <a:srgbClr val="FFFFFF"/>
                </a:solidFill>
                <a:latin typeface="Helvetica Neue"/>
                <a:ea typeface="Helvetica Neue"/>
                <a:cs typeface="Helvetica Neue"/>
              </a:defRPr>
            </a:lvl3pPr>
            <a:lvl4pPr>
              <a:defRPr sz="2325" b="0">
                <a:solidFill>
                  <a:srgbClr val="FFFFFF"/>
                </a:solidFill>
                <a:latin typeface="Helvetica Neue"/>
                <a:ea typeface="Helvetica Neue"/>
                <a:cs typeface="Helvetica Neue"/>
              </a:defRPr>
            </a:lvl4pPr>
            <a:lvl5pPr>
              <a:defRPr sz="2325" b="0">
                <a:solidFill>
                  <a:srgbClr val="FFFFFF"/>
                </a:solidFill>
                <a:latin typeface="Helvetica Neue"/>
                <a:ea typeface="Helvetica Neue"/>
                <a:cs typeface="Helvetica Neue"/>
              </a:defRPr>
            </a:lvl5pPr>
            <a:lvl6pPr>
              <a:defRPr sz="2325" b="0">
                <a:solidFill>
                  <a:srgbClr val="FFFFFF"/>
                </a:solidFill>
                <a:latin typeface="Helvetica Neue"/>
                <a:ea typeface="Helvetica Neue"/>
                <a:cs typeface="Helvetica Neue"/>
              </a:defRPr>
            </a:lvl6pPr>
            <a:lvl7pPr>
              <a:defRPr sz="2325" b="0">
                <a:solidFill>
                  <a:srgbClr val="FFFFFF"/>
                </a:solidFill>
                <a:latin typeface="Helvetica Neue"/>
                <a:ea typeface="Helvetica Neue"/>
                <a:cs typeface="Helvetica Neue"/>
              </a:defRPr>
            </a:lvl7pPr>
            <a:lvl8pPr>
              <a:defRPr sz="2325" b="0">
                <a:solidFill>
                  <a:srgbClr val="FFFFFF"/>
                </a:solidFill>
                <a:latin typeface="Helvetica Neue"/>
                <a:ea typeface="Helvetica Neue"/>
                <a:cs typeface="Helvetica Neue"/>
              </a:defRPr>
            </a:lvl8pPr>
            <a:lvl9pPr>
              <a:defRPr sz="2325" b="0">
                <a:solidFill>
                  <a:srgbClr val="FFFFFF"/>
                </a:solidFill>
                <a:latin typeface="Helvetica Neue"/>
                <a:ea typeface="Helvetica Neue"/>
                <a:cs typeface="Helvetica Neue"/>
              </a:defRPr>
            </a:lvl9pPr>
          </a:lstStyle>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Дневник пациента, сигналы риска и описание</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состояния в одном кабинете врача.</a:t>
            </a:r>
          </a:p>
        </p:txBody>
      </p:sp>
      <p:sp>
        <p:nvSpPr>
          <p:cNvPr id="9" name="">
            <a:extLst xmlns:a="http://schemas.openxmlformats.org/drawingml/2006/main">
              <a:ext uri="{FF2B5EF4-FFF2-40B4-BE49-F238E27FC236}">
                <a16:creationId xmlns:a16="http://schemas.microsoft.com/office/drawing/2014/main" id="{C16CD2EF-8241-4FA1-9244-7CA0549C1302}"/>
              </a:ext>
            </a:extLst>
          </p:cNvPr>
          <p:cNvSpPr>
            <a:spLocks xmlns:a="http://schemas.openxmlformats.org/drawingml/2006/main" noGrp="1"/>
          </p:cNvSpPr>
          <p:nvPr/>
        </p:nvSpPr>
        <p:spPr>
          <a:xfrm xmlns:a="http://schemas.openxmlformats.org/drawingml/2006/main">
            <a:off x="533400" y="4972050"/>
            <a:ext cx="11125200" cy="1219200"/>
          </a:xfrm>
          <a:prstGeom xmlns:a="http://schemas.openxmlformats.org/drawingml/2006/main" prst="roundRect">
            <a:avLst>
              <a:gd name="adj" fmla="val 23438"/>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121ACAB-14F8-45A0-B75A-ACE6AC14C666}"/>
              </a:ext>
            </a:extLst>
          </p:cNvPr>
          <p:cNvSpPr>
            <a:spLocks xmlns:a="http://schemas.openxmlformats.org/drawingml/2006/main" noGrp="1"/>
          </p:cNvSpPr>
          <p:nvPr/>
        </p:nvSpPr>
        <p:spPr>
          <a:xfrm xmlns:a="http://schemas.openxmlformats.org/drawingml/2006/main">
            <a:off x="800100" y="51911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0">
                <a:solidFill>
                  <a:srgbClr val="758099"/>
                </a:solidFill>
                <a:latin typeface="Helvetica Neue"/>
                <a:ea typeface="Helvetica Neue"/>
                <a:cs typeface="Helvetica Neue"/>
              </a:defRPr>
            </a:defPPr>
            <a:lvl1pPr>
              <a:defRPr sz="1725" b="0">
                <a:solidFill>
                  <a:srgbClr val="758099"/>
                </a:solidFill>
                <a:latin typeface="Helvetica Neue"/>
                <a:ea typeface="Helvetica Neue"/>
                <a:cs typeface="Helvetica Neue"/>
              </a:defRPr>
            </a:lvl1pPr>
            <a:lvl2pPr>
              <a:defRPr sz="1725" b="0">
                <a:solidFill>
                  <a:srgbClr val="758099"/>
                </a:solidFill>
                <a:latin typeface="Helvetica Neue"/>
                <a:ea typeface="Helvetica Neue"/>
                <a:cs typeface="Helvetica Neue"/>
              </a:defRPr>
            </a:lvl2pPr>
            <a:lvl3pPr>
              <a:defRPr sz="1725" b="0">
                <a:solidFill>
                  <a:srgbClr val="758099"/>
                </a:solidFill>
                <a:latin typeface="Helvetica Neue"/>
                <a:ea typeface="Helvetica Neue"/>
                <a:cs typeface="Helvetica Neue"/>
              </a:defRPr>
            </a:lvl3pPr>
            <a:lvl4pPr>
              <a:defRPr sz="1725" b="0">
                <a:solidFill>
                  <a:srgbClr val="758099"/>
                </a:solidFill>
                <a:latin typeface="Helvetica Neue"/>
                <a:ea typeface="Helvetica Neue"/>
                <a:cs typeface="Helvetica Neue"/>
              </a:defRPr>
            </a:lvl4pPr>
            <a:lvl5pPr>
              <a:defRPr sz="1725" b="0">
                <a:solidFill>
                  <a:srgbClr val="758099"/>
                </a:solidFill>
                <a:latin typeface="Helvetica Neue"/>
                <a:ea typeface="Helvetica Neue"/>
                <a:cs typeface="Helvetica Neue"/>
              </a:defRPr>
            </a:lvl5pPr>
            <a:lvl6pPr>
              <a:defRPr sz="1725" b="0">
                <a:solidFill>
                  <a:srgbClr val="758099"/>
                </a:solidFill>
                <a:latin typeface="Helvetica Neue"/>
                <a:ea typeface="Helvetica Neue"/>
                <a:cs typeface="Helvetica Neue"/>
              </a:defRPr>
            </a:lvl6pPr>
            <a:lvl7pPr>
              <a:defRPr sz="1725" b="0">
                <a:solidFill>
                  <a:srgbClr val="758099"/>
                </a:solidFill>
                <a:latin typeface="Helvetica Neue"/>
                <a:ea typeface="Helvetica Neue"/>
                <a:cs typeface="Helvetica Neue"/>
              </a:defRPr>
            </a:lvl7pPr>
            <a:lvl8pPr>
              <a:defRPr sz="1725" b="0">
                <a:solidFill>
                  <a:srgbClr val="758099"/>
                </a:solidFill>
                <a:latin typeface="Helvetica Neue"/>
                <a:ea typeface="Helvetica Neue"/>
                <a:cs typeface="Helvetica Neue"/>
              </a:defRPr>
            </a:lvl8pPr>
            <a:lvl9pPr>
              <a:defRPr sz="1725" b="0">
                <a:solidFill>
                  <a:srgbClr val="758099"/>
                </a:solidFill>
                <a:latin typeface="Helvetica Neue"/>
                <a:ea typeface="Helvetica Neue"/>
                <a:cs typeface="Helvetica Neue"/>
              </a:defRPr>
            </a:lvl9pPr>
          </a:lstStyle>
          <a:p xmlns:a="http://schemas.openxmlformats.org/drawingml/2006/main">
            <a:pPr>
              <a:defRPr sz="1725" b="0">
                <a:solidFill>
                  <a:srgbClr val="758099"/>
                </a:solidFill>
                <a:latin typeface="Helvetica Neue"/>
                <a:ea typeface="Helvetica Neue"/>
                <a:cs typeface="Helvetica Neue"/>
              </a:defRPr>
            </a:pPr>
            <a:r>
              <a:rPr sz="1725" b="0">
                <a:solidFill>
                  <a:srgbClr val="758099"/>
                </a:solidFill>
                <a:latin typeface="Helvetica Neue"/>
                <a:ea typeface="Helvetica Neue"/>
                <a:cs typeface="Helvetica Neue"/>
              </a:rPr>
              <a:t>Основная идея</a:t>
            </a:r>
          </a:p>
        </p:txBody>
      </p:sp>
      <p:sp>
        <p:nvSpPr>
          <p:cNvPr id="11" name="">
            <a:extLst xmlns:a="http://schemas.openxmlformats.org/drawingml/2006/main">
              <a:ext uri="{FF2B5EF4-FFF2-40B4-BE49-F238E27FC236}">
                <a16:creationId xmlns:a16="http://schemas.microsoft.com/office/drawing/2014/main" id="{9DB8B7C8-4095-45A7-822D-6D080027F162}"/>
              </a:ext>
            </a:extLst>
          </p:cNvPr>
          <p:cNvSpPr>
            <a:spLocks xmlns:a="http://schemas.openxmlformats.org/drawingml/2006/main" noGrp="1"/>
          </p:cNvSpPr>
          <p:nvPr/>
        </p:nvSpPr>
        <p:spPr>
          <a:xfrm xmlns:a="http://schemas.openxmlformats.org/drawingml/2006/main">
            <a:off x="3333750" y="5143500"/>
            <a:ext cx="7810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0">
                <a:solidFill>
                  <a:srgbClr val="292D42"/>
                </a:solidFill>
                <a:latin typeface="Helvetica Neue"/>
                <a:ea typeface="Helvetica Neue"/>
                <a:cs typeface="Helvetica Neue"/>
              </a:defRPr>
            </a:defPPr>
            <a:lvl1pPr>
              <a:defRPr sz="2325" b="0">
                <a:solidFill>
                  <a:srgbClr val="292D42"/>
                </a:solidFill>
                <a:latin typeface="Helvetica Neue"/>
                <a:ea typeface="Helvetica Neue"/>
                <a:cs typeface="Helvetica Neue"/>
              </a:defRPr>
            </a:lvl1pPr>
            <a:lvl2pPr>
              <a:defRPr sz="2325" b="0">
                <a:solidFill>
                  <a:srgbClr val="292D42"/>
                </a:solidFill>
                <a:latin typeface="Helvetica Neue"/>
                <a:ea typeface="Helvetica Neue"/>
                <a:cs typeface="Helvetica Neue"/>
              </a:defRPr>
            </a:lvl2pPr>
            <a:lvl3pPr>
              <a:defRPr sz="2325" b="0">
                <a:solidFill>
                  <a:srgbClr val="292D42"/>
                </a:solidFill>
                <a:latin typeface="Helvetica Neue"/>
                <a:ea typeface="Helvetica Neue"/>
                <a:cs typeface="Helvetica Neue"/>
              </a:defRPr>
            </a:lvl3pPr>
            <a:lvl4pPr>
              <a:defRPr sz="2325" b="0">
                <a:solidFill>
                  <a:srgbClr val="292D42"/>
                </a:solidFill>
                <a:latin typeface="Helvetica Neue"/>
                <a:ea typeface="Helvetica Neue"/>
                <a:cs typeface="Helvetica Neue"/>
              </a:defRPr>
            </a:lvl4pPr>
            <a:lvl5pPr>
              <a:defRPr sz="2325" b="0">
                <a:solidFill>
                  <a:srgbClr val="292D42"/>
                </a:solidFill>
                <a:latin typeface="Helvetica Neue"/>
                <a:ea typeface="Helvetica Neue"/>
                <a:cs typeface="Helvetica Neue"/>
              </a:defRPr>
            </a:lvl5pPr>
            <a:lvl6pPr>
              <a:defRPr sz="2325" b="0">
                <a:solidFill>
                  <a:srgbClr val="292D42"/>
                </a:solidFill>
                <a:latin typeface="Helvetica Neue"/>
                <a:ea typeface="Helvetica Neue"/>
                <a:cs typeface="Helvetica Neue"/>
              </a:defRPr>
            </a:lvl6pPr>
            <a:lvl7pPr>
              <a:defRPr sz="2325" b="0">
                <a:solidFill>
                  <a:srgbClr val="292D42"/>
                </a:solidFill>
                <a:latin typeface="Helvetica Neue"/>
                <a:ea typeface="Helvetica Neue"/>
                <a:cs typeface="Helvetica Neue"/>
              </a:defRPr>
            </a:lvl7pPr>
            <a:lvl8pPr>
              <a:defRPr sz="2325" b="0">
                <a:solidFill>
                  <a:srgbClr val="292D42"/>
                </a:solidFill>
                <a:latin typeface="Helvetica Neue"/>
                <a:ea typeface="Helvetica Neue"/>
                <a:cs typeface="Helvetica Neue"/>
              </a:defRPr>
            </a:lvl8pPr>
            <a:lvl9pPr>
              <a:defRPr sz="2325" b="0">
                <a:solidFill>
                  <a:srgbClr val="292D42"/>
                </a:solidFill>
                <a:latin typeface="Helvetica Neue"/>
                <a:ea typeface="Helvetica Neue"/>
                <a:cs typeface="Helvetica Neue"/>
              </a:defRPr>
            </a:lvl9pPr>
          </a:lstStyle>
          <a:p xmlns:a="http://schemas.openxmlformats.org/drawingml/2006/main">
            <a:pPr>
              <a:defRPr sz="2325" b="0">
                <a:solidFill>
                  <a:srgbClr val="292D42"/>
                </a:solidFill>
                <a:latin typeface="Helvetica Neue"/>
                <a:ea typeface="Helvetica Neue"/>
                <a:cs typeface="Helvetica Neue"/>
              </a:defRPr>
            </a:pPr>
            <a:r>
              <a:rPr sz="2325" b="0">
                <a:solidFill>
                  <a:srgbClr val="292D42"/>
                </a:solidFill>
                <a:latin typeface="Helvetica Neue"/>
                <a:ea typeface="Helvetica Neue"/>
                <a:cs typeface="Helvetica Neue"/>
              </a:rPr>
              <a:t>Собрать историю и выделить изменения,</a:t>
            </a:r>
          </a:p>
          <a:p xmlns:a="http://schemas.openxmlformats.org/drawingml/2006/main">
            <a:pPr>
              <a:defRPr sz="2325" b="0">
                <a:solidFill>
                  <a:srgbClr val="292D42"/>
                </a:solidFill>
                <a:latin typeface="Helvetica Neue"/>
                <a:ea typeface="Helvetica Neue"/>
                <a:cs typeface="Helvetica Neue"/>
              </a:defRPr>
            </a:pPr>
            <a:r>
              <a:rPr sz="2325" b="0">
                <a:solidFill>
                  <a:srgbClr val="292D42"/>
                </a:solidFill>
                <a:latin typeface="Helvetica Neue"/>
                <a:ea typeface="Helvetica Neue"/>
                <a:cs typeface="Helvetica Neue"/>
              </a:rPr>
              <a:t>которые врачу стоит проверить.</a:t>
            </a:r>
          </a:p>
        </p:txBody>
      </p:sp>
    </p:spTree>
    <p:extLst>
      <p:ext uri="{BB962C8B-B14F-4D97-AF65-F5344CB8AC3E}">
        <p14:creationId xmlns:p14="http://schemas.microsoft.com/office/powerpoint/2010/main" val="1365443569"/>
      </p:ext>
    </p:extLst>
  </p:cSld>
</p:sld>
</file>

<file path=ppt/slides/slide2.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C350A63-DD6C-4483-B7C4-928313E9D5C9}"/>
              </a:ext>
            </a:extLst>
          </p:cNvPr>
          <p:cNvSpPr>
            <a:spLocks xmlns:a="http://schemas.openxmlformats.org/drawingml/2006/main" noGrp="1"/>
          </p:cNvSpPr>
          <p:nvPr/>
        </p:nvSpPr>
        <p:spPr>
          <a:xfrm xmlns:a="http://schemas.openxmlformats.org/drawingml/2006/main">
            <a:off x="381000" y="247650"/>
            <a:ext cx="114300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83F6EA70-AE6C-441F-A8D0-FB105C501ADD}"/>
              </a:ext>
            </a:extLst>
          </p:cNvPr>
          <p:cNvPicPr>
            <a:picLocks xmlns:a="http://schemas.openxmlformats.org/drawingml/2006/main" noChangeAspect="1"/>
          </p:cNvPicPr>
          <p:nvPr/>
        </p:nvPicPr>
        <p:blipFill>
          <a:blip xmlns:r="http://schemas.openxmlformats.org/officeDocument/2006/relationships" xmlns:a="http://schemas.openxmlformats.org/drawingml/2006/main" r:embed="R8afd207613384458">
            <a:extLst>
              <a:ext uri="{96DAC541-7B7A-43D3-8B79-37D633B846F1}">
                <asvg:svgBlip xmlns:asvg="http://schemas.microsoft.com/office/drawing/2016/SVG/main" r:embed="R69b917c18336436d"/>
              </a:ext>
            </a:extLst>
          </a:blip>
          <a:stretch xmlns:a="http://schemas.openxmlformats.org/drawingml/2006/main"/>
        </p:blipFill>
        <p:spPr>
          <a:xfrm xmlns:a="http://schemas.openxmlformats.org/drawingml/2006/main">
            <a:off x="523875" y="352425"/>
            <a:ext cx="41910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A0ABE64-542D-4384-B703-9913D2158A8C}"/>
              </a:ext>
            </a:extLst>
          </p:cNvPr>
          <p:cNvSpPr>
            <a:spLocks xmlns:a="http://schemas.openxmlformats.org/drawingml/2006/main" noGrp="1"/>
          </p:cNvSpPr>
          <p:nvPr/>
        </p:nvSpPr>
        <p:spPr>
          <a:xfrm xmlns:a="http://schemas.openxmlformats.org/drawingml/2006/main">
            <a:off x="1066800" y="409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292D42"/>
                </a:solidFill>
                <a:latin typeface="Helvetica Neue"/>
                <a:ea typeface="Helvetica Neue"/>
                <a:cs typeface="Helvetica Neue"/>
              </a:defRPr>
            </a:defPPr>
            <a:lvl1pPr>
              <a:defRPr sz="1950" b="1">
                <a:solidFill>
                  <a:srgbClr val="292D42"/>
                </a:solidFill>
                <a:latin typeface="Helvetica Neue"/>
                <a:ea typeface="Helvetica Neue"/>
                <a:cs typeface="Helvetica Neue"/>
              </a:defRPr>
            </a:lvl1pPr>
            <a:lvl2pPr>
              <a:defRPr sz="1950" b="1">
                <a:solidFill>
                  <a:srgbClr val="292D42"/>
                </a:solidFill>
                <a:latin typeface="Helvetica Neue"/>
                <a:ea typeface="Helvetica Neue"/>
                <a:cs typeface="Helvetica Neue"/>
              </a:defRPr>
            </a:lvl2pPr>
            <a:lvl3pPr>
              <a:defRPr sz="1950" b="1">
                <a:solidFill>
                  <a:srgbClr val="292D42"/>
                </a:solidFill>
                <a:latin typeface="Helvetica Neue"/>
                <a:ea typeface="Helvetica Neue"/>
                <a:cs typeface="Helvetica Neue"/>
              </a:defRPr>
            </a:lvl3pPr>
            <a:lvl4pPr>
              <a:defRPr sz="1950" b="1">
                <a:solidFill>
                  <a:srgbClr val="292D42"/>
                </a:solidFill>
                <a:latin typeface="Helvetica Neue"/>
                <a:ea typeface="Helvetica Neue"/>
                <a:cs typeface="Helvetica Neue"/>
              </a:defRPr>
            </a:lvl4pPr>
            <a:lvl5pPr>
              <a:defRPr sz="1950" b="1">
                <a:solidFill>
                  <a:srgbClr val="292D42"/>
                </a:solidFill>
                <a:latin typeface="Helvetica Neue"/>
                <a:ea typeface="Helvetica Neue"/>
                <a:cs typeface="Helvetica Neue"/>
              </a:defRPr>
            </a:lvl5pPr>
            <a:lvl6pPr>
              <a:defRPr sz="1950" b="1">
                <a:solidFill>
                  <a:srgbClr val="292D42"/>
                </a:solidFill>
                <a:latin typeface="Helvetica Neue"/>
                <a:ea typeface="Helvetica Neue"/>
                <a:cs typeface="Helvetica Neue"/>
              </a:defRPr>
            </a:lvl6pPr>
            <a:lvl7pPr>
              <a:defRPr sz="1950" b="1">
                <a:solidFill>
                  <a:srgbClr val="292D42"/>
                </a:solidFill>
                <a:latin typeface="Helvetica Neue"/>
                <a:ea typeface="Helvetica Neue"/>
                <a:cs typeface="Helvetica Neue"/>
              </a:defRPr>
            </a:lvl7pPr>
            <a:lvl8pPr>
              <a:defRPr sz="1950" b="1">
                <a:solidFill>
                  <a:srgbClr val="292D42"/>
                </a:solidFill>
                <a:latin typeface="Helvetica Neue"/>
                <a:ea typeface="Helvetica Neue"/>
                <a:cs typeface="Helvetica Neue"/>
              </a:defRPr>
            </a:lvl8pPr>
            <a:lvl9pPr>
              <a:defRPr sz="1950" b="1">
                <a:solidFill>
                  <a:srgbClr val="292D42"/>
                </a:solidFill>
                <a:latin typeface="Helvetica Neue"/>
                <a:ea typeface="Helvetica Neue"/>
                <a:cs typeface="Helvetica Neue"/>
              </a:defRPr>
            </a:lvl9pPr>
          </a:lstStyle>
          <a:p xmlns:a="http://schemas.openxmlformats.org/drawingml/2006/main">
            <a:pPr>
              <a:defRPr sz="1950" b="1">
                <a:solidFill>
                  <a:srgbClr val="292D42"/>
                </a:solidFill>
                <a:latin typeface="Helvetica Neue"/>
                <a:ea typeface="Helvetica Neue"/>
                <a:cs typeface="Helvetica Neue"/>
              </a:defRPr>
            </a:pPr>
            <a:r>
              <a:rPr sz="1950" b="1">
                <a:solidFill>
                  <a:srgbClr val="292D42"/>
                </a:solidFill>
                <a:latin typeface="Helvetica Neue"/>
                <a:ea typeface="Helvetica Neue"/>
                <a:cs typeface="Helvetica Neue"/>
              </a:rPr>
              <a:t>Clinical Compass</a:t>
            </a:r>
          </a:p>
        </p:txBody>
      </p:sp>
      <p:sp>
        <p:nvSpPr>
          <p:cNvPr id="4" name="">
            <a:extLst xmlns:a="http://schemas.openxmlformats.org/drawingml/2006/main">
              <a:ext uri="{FF2B5EF4-FFF2-40B4-BE49-F238E27FC236}">
                <a16:creationId xmlns:a16="http://schemas.microsoft.com/office/drawing/2014/main" id="{2026B0BA-4A6E-46F2-BE72-C0C5335FC1EA}"/>
              </a:ext>
            </a:extLst>
          </p:cNvPr>
          <p:cNvSpPr>
            <a:spLocks xmlns:a="http://schemas.openxmlformats.org/drawingml/2006/main" noGrp="1"/>
          </p:cNvSpPr>
          <p:nvPr/>
        </p:nvSpPr>
        <p:spPr>
          <a:xfrm xmlns:a="http://schemas.openxmlformats.org/drawingml/2006/main">
            <a:off x="7239000" y="428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00" b="0">
                <a:solidFill>
                  <a:srgbClr val="758099"/>
                </a:solidFill>
                <a:latin typeface="Helvetica Neue"/>
                <a:ea typeface="Helvetica Neue"/>
                <a:cs typeface="Helvetica Neue"/>
              </a:defRPr>
            </a:defPPr>
            <a:lvl1pPr algn="r">
              <a:defRPr sz="1500" b="0">
                <a:solidFill>
                  <a:srgbClr val="758099"/>
                </a:solidFill>
                <a:latin typeface="Helvetica Neue"/>
                <a:ea typeface="Helvetica Neue"/>
                <a:cs typeface="Helvetica Neue"/>
              </a:defRPr>
            </a:lvl1pPr>
            <a:lvl2pPr algn="r">
              <a:defRPr sz="1500" b="0">
                <a:solidFill>
                  <a:srgbClr val="758099"/>
                </a:solidFill>
                <a:latin typeface="Helvetica Neue"/>
                <a:ea typeface="Helvetica Neue"/>
                <a:cs typeface="Helvetica Neue"/>
              </a:defRPr>
            </a:lvl2pPr>
            <a:lvl3pPr algn="r">
              <a:defRPr sz="1500" b="0">
                <a:solidFill>
                  <a:srgbClr val="758099"/>
                </a:solidFill>
                <a:latin typeface="Helvetica Neue"/>
                <a:ea typeface="Helvetica Neue"/>
                <a:cs typeface="Helvetica Neue"/>
              </a:defRPr>
            </a:lvl3pPr>
            <a:lvl4pPr algn="r">
              <a:defRPr sz="1500" b="0">
                <a:solidFill>
                  <a:srgbClr val="758099"/>
                </a:solidFill>
                <a:latin typeface="Helvetica Neue"/>
                <a:ea typeface="Helvetica Neue"/>
                <a:cs typeface="Helvetica Neue"/>
              </a:defRPr>
            </a:lvl4pPr>
            <a:lvl5pPr algn="r">
              <a:defRPr sz="1500" b="0">
                <a:solidFill>
                  <a:srgbClr val="758099"/>
                </a:solidFill>
                <a:latin typeface="Helvetica Neue"/>
                <a:ea typeface="Helvetica Neue"/>
                <a:cs typeface="Helvetica Neue"/>
              </a:defRPr>
            </a:lvl5pPr>
            <a:lvl6pPr algn="r">
              <a:defRPr sz="1500" b="0">
                <a:solidFill>
                  <a:srgbClr val="758099"/>
                </a:solidFill>
                <a:latin typeface="Helvetica Neue"/>
                <a:ea typeface="Helvetica Neue"/>
                <a:cs typeface="Helvetica Neue"/>
              </a:defRPr>
            </a:lvl6pPr>
            <a:lvl7pPr algn="r">
              <a:defRPr sz="1500" b="0">
                <a:solidFill>
                  <a:srgbClr val="758099"/>
                </a:solidFill>
                <a:latin typeface="Helvetica Neue"/>
                <a:ea typeface="Helvetica Neue"/>
                <a:cs typeface="Helvetica Neue"/>
              </a:defRPr>
            </a:lvl7pPr>
            <a:lvl8pPr algn="r">
              <a:defRPr sz="1500" b="0">
                <a:solidFill>
                  <a:srgbClr val="758099"/>
                </a:solidFill>
                <a:latin typeface="Helvetica Neue"/>
                <a:ea typeface="Helvetica Neue"/>
                <a:cs typeface="Helvetica Neue"/>
              </a:defRPr>
            </a:lvl8pPr>
            <a:lvl9pPr algn="r">
              <a:defRPr sz="1500" b="0">
                <a:solidFill>
                  <a:srgbClr val="758099"/>
                </a:solidFill>
                <a:latin typeface="Helvetica Neue"/>
                <a:ea typeface="Helvetica Neue"/>
                <a:cs typeface="Helvetica Neue"/>
              </a:defRPr>
            </a:lvl9pPr>
          </a:lstStyle>
          <a:p xmlns:a="http://schemas.openxmlformats.org/drawingml/2006/main">
            <a:pPr algn="r">
              <a:defRPr sz="1500" b="0">
                <a:solidFill>
                  <a:srgbClr val="758099"/>
                </a:solidFill>
                <a:latin typeface="Helvetica Neue"/>
                <a:ea typeface="Helvetica Neue"/>
                <a:cs typeface="Helvetica Neue"/>
              </a:defRPr>
            </a:pPr>
            <a:r>
              <a:rPr sz="1500" b="0">
                <a:solidFill>
                  <a:srgbClr val="758099"/>
                </a:solidFill>
                <a:latin typeface="Helvetica Neue"/>
                <a:ea typeface="Helvetica Neue"/>
                <a:cs typeface="Helvetica Neue"/>
              </a:rPr>
              <a:t>Задача врача</a:t>
            </a:r>
          </a:p>
        </p:txBody>
      </p:sp>
      <p:sp>
        <p:nvSpPr>
          <p:cNvPr id="5" name="">
            <a:extLst xmlns:a="http://schemas.openxmlformats.org/drawingml/2006/main">
              <a:ext uri="{FF2B5EF4-FFF2-40B4-BE49-F238E27FC236}">
                <a16:creationId xmlns:a16="http://schemas.microsoft.com/office/drawing/2014/main" id="{C7BB040D-B846-4EDF-9325-5F2DB40ADB3E}"/>
              </a:ext>
            </a:extLst>
          </p:cNvPr>
          <p:cNvSpPr>
            <a:spLocks xmlns:a="http://schemas.openxmlformats.org/drawingml/2006/main" noGrp="1"/>
          </p:cNvSpPr>
          <p:nvPr/>
        </p:nvSpPr>
        <p:spPr>
          <a:xfrm xmlns:a="http://schemas.openxmlformats.org/drawingml/2006/main">
            <a:off x="11315700" y="4286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350" b="0">
                <a:solidFill>
                  <a:srgbClr val="758099"/>
                </a:solidFill>
                <a:latin typeface="Helvetica Neue"/>
                <a:ea typeface="Helvetica Neue"/>
                <a:cs typeface="Helvetica Neue"/>
              </a:defRPr>
            </a:defPPr>
            <a:lvl1pPr algn="r">
              <a:defRPr sz="1350" b="0">
                <a:solidFill>
                  <a:srgbClr val="758099"/>
                </a:solidFill>
                <a:latin typeface="Helvetica Neue"/>
                <a:ea typeface="Helvetica Neue"/>
                <a:cs typeface="Helvetica Neue"/>
              </a:defRPr>
            </a:lvl1pPr>
            <a:lvl2pPr algn="r">
              <a:defRPr sz="1350" b="0">
                <a:solidFill>
                  <a:srgbClr val="758099"/>
                </a:solidFill>
                <a:latin typeface="Helvetica Neue"/>
                <a:ea typeface="Helvetica Neue"/>
                <a:cs typeface="Helvetica Neue"/>
              </a:defRPr>
            </a:lvl2pPr>
            <a:lvl3pPr algn="r">
              <a:defRPr sz="1350" b="0">
                <a:solidFill>
                  <a:srgbClr val="758099"/>
                </a:solidFill>
                <a:latin typeface="Helvetica Neue"/>
                <a:ea typeface="Helvetica Neue"/>
                <a:cs typeface="Helvetica Neue"/>
              </a:defRPr>
            </a:lvl3pPr>
            <a:lvl4pPr algn="r">
              <a:defRPr sz="1350" b="0">
                <a:solidFill>
                  <a:srgbClr val="758099"/>
                </a:solidFill>
                <a:latin typeface="Helvetica Neue"/>
                <a:ea typeface="Helvetica Neue"/>
                <a:cs typeface="Helvetica Neue"/>
              </a:defRPr>
            </a:lvl4pPr>
            <a:lvl5pPr algn="r">
              <a:defRPr sz="1350" b="0">
                <a:solidFill>
                  <a:srgbClr val="758099"/>
                </a:solidFill>
                <a:latin typeface="Helvetica Neue"/>
                <a:ea typeface="Helvetica Neue"/>
                <a:cs typeface="Helvetica Neue"/>
              </a:defRPr>
            </a:lvl5pPr>
            <a:lvl6pPr algn="r">
              <a:defRPr sz="1350" b="0">
                <a:solidFill>
                  <a:srgbClr val="758099"/>
                </a:solidFill>
                <a:latin typeface="Helvetica Neue"/>
                <a:ea typeface="Helvetica Neue"/>
                <a:cs typeface="Helvetica Neue"/>
              </a:defRPr>
            </a:lvl6pPr>
            <a:lvl7pPr algn="r">
              <a:defRPr sz="1350" b="0">
                <a:solidFill>
                  <a:srgbClr val="758099"/>
                </a:solidFill>
                <a:latin typeface="Helvetica Neue"/>
                <a:ea typeface="Helvetica Neue"/>
                <a:cs typeface="Helvetica Neue"/>
              </a:defRPr>
            </a:lvl7pPr>
            <a:lvl8pPr algn="r">
              <a:defRPr sz="1350" b="0">
                <a:solidFill>
                  <a:srgbClr val="758099"/>
                </a:solidFill>
                <a:latin typeface="Helvetica Neue"/>
                <a:ea typeface="Helvetica Neue"/>
                <a:cs typeface="Helvetica Neue"/>
              </a:defRPr>
            </a:lvl8pPr>
            <a:lvl9pPr algn="r">
              <a:defRPr sz="1350" b="0">
                <a:solidFill>
                  <a:srgbClr val="758099"/>
                </a:solidFill>
                <a:latin typeface="Helvetica Neue"/>
                <a:ea typeface="Helvetica Neue"/>
                <a:cs typeface="Helvetica Neue"/>
              </a:defRPr>
            </a:lvl9pPr>
          </a:lstStyle>
          <a:p xmlns:a="http://schemas.openxmlformats.org/drawingml/2006/main">
            <a:pPr algn="r">
              <a:defRPr sz="1350" b="0">
                <a:solidFill>
                  <a:srgbClr val="758099"/>
                </a:solidFill>
                <a:latin typeface="Helvetica Neue"/>
                <a:ea typeface="Helvetica Neue"/>
                <a:cs typeface="Helvetica Neue"/>
              </a:defRPr>
            </a:pPr>
            <a:r>
              <a:rPr sz="1350" b="0">
                <a:solidFill>
                  <a:srgbClr val="758099"/>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43CEC2FA-484B-42A6-9988-A1F0B34648BB}"/>
              </a:ext>
            </a:extLst>
          </p:cNvPr>
          <p:cNvSpPr>
            <a:spLocks xmlns:a="http://schemas.openxmlformats.org/drawingml/2006/main" noGrp="1"/>
          </p:cNvSpPr>
          <p:nvPr/>
        </p:nvSpPr>
        <p:spPr>
          <a:xfrm xmlns:a="http://schemas.openxmlformats.org/drawingml/2006/main">
            <a:off x="533400" y="1190625"/>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75" b="0">
                <a:solidFill>
                  <a:srgbClr val="FFFFFF"/>
                </a:solidFill>
                <a:latin typeface="Helvetica Neue"/>
                <a:ea typeface="Helvetica Neue"/>
                <a:cs typeface="Helvetica Neue"/>
              </a:defRPr>
            </a:defPPr>
            <a:lvl1pPr>
              <a:defRPr sz="3675" b="0">
                <a:solidFill>
                  <a:srgbClr val="FFFFFF"/>
                </a:solidFill>
                <a:latin typeface="Helvetica Neue"/>
                <a:ea typeface="Helvetica Neue"/>
                <a:cs typeface="Helvetica Neue"/>
              </a:defRPr>
            </a:lvl1pPr>
            <a:lvl2pPr>
              <a:defRPr sz="3675" b="0">
                <a:solidFill>
                  <a:srgbClr val="FFFFFF"/>
                </a:solidFill>
                <a:latin typeface="Helvetica Neue"/>
                <a:ea typeface="Helvetica Neue"/>
                <a:cs typeface="Helvetica Neue"/>
              </a:defRPr>
            </a:lvl2pPr>
            <a:lvl3pPr>
              <a:defRPr sz="3675" b="0">
                <a:solidFill>
                  <a:srgbClr val="FFFFFF"/>
                </a:solidFill>
                <a:latin typeface="Helvetica Neue"/>
                <a:ea typeface="Helvetica Neue"/>
                <a:cs typeface="Helvetica Neue"/>
              </a:defRPr>
            </a:lvl3pPr>
            <a:lvl4pPr>
              <a:defRPr sz="3675" b="0">
                <a:solidFill>
                  <a:srgbClr val="FFFFFF"/>
                </a:solidFill>
                <a:latin typeface="Helvetica Neue"/>
                <a:ea typeface="Helvetica Neue"/>
                <a:cs typeface="Helvetica Neue"/>
              </a:defRPr>
            </a:lvl4pPr>
            <a:lvl5pPr>
              <a:defRPr sz="3675" b="0">
                <a:solidFill>
                  <a:srgbClr val="FFFFFF"/>
                </a:solidFill>
                <a:latin typeface="Helvetica Neue"/>
                <a:ea typeface="Helvetica Neue"/>
                <a:cs typeface="Helvetica Neue"/>
              </a:defRPr>
            </a:lvl5pPr>
            <a:lvl6pPr>
              <a:defRPr sz="3675" b="0">
                <a:solidFill>
                  <a:srgbClr val="FFFFFF"/>
                </a:solidFill>
                <a:latin typeface="Helvetica Neue"/>
                <a:ea typeface="Helvetica Neue"/>
                <a:cs typeface="Helvetica Neue"/>
              </a:defRPr>
            </a:lvl6pPr>
            <a:lvl7pPr>
              <a:defRPr sz="3675" b="0">
                <a:solidFill>
                  <a:srgbClr val="FFFFFF"/>
                </a:solidFill>
                <a:latin typeface="Helvetica Neue"/>
                <a:ea typeface="Helvetica Neue"/>
                <a:cs typeface="Helvetica Neue"/>
              </a:defRPr>
            </a:lvl7pPr>
            <a:lvl8pPr>
              <a:defRPr sz="3675" b="0">
                <a:solidFill>
                  <a:srgbClr val="FFFFFF"/>
                </a:solidFill>
                <a:latin typeface="Helvetica Neue"/>
                <a:ea typeface="Helvetica Neue"/>
                <a:cs typeface="Helvetica Neue"/>
              </a:defRPr>
            </a:lvl8pPr>
            <a:lvl9pPr>
              <a:defRPr sz="3675" b="0">
                <a:solidFill>
                  <a:srgbClr val="FFFFFF"/>
                </a:solidFill>
                <a:latin typeface="Helvetica Neue"/>
                <a:ea typeface="Helvetica Neue"/>
                <a:cs typeface="Helvetica Neue"/>
              </a:defRPr>
            </a:lvl9pPr>
          </a:lstStyle>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Перед решением нужно собрать историю</a:t>
            </a:r>
          </a:p>
        </p:txBody>
      </p:sp>
      <p:sp>
        <p:nvSpPr>
          <p:cNvPr id="7" name="">
            <a:extLst xmlns:a="http://schemas.openxmlformats.org/drawingml/2006/main">
              <a:ext uri="{FF2B5EF4-FFF2-40B4-BE49-F238E27FC236}">
                <a16:creationId xmlns:a16="http://schemas.microsoft.com/office/drawing/2014/main" id="{46F55AC9-53A3-44FA-9242-42663803B6BB}"/>
              </a:ext>
            </a:extLst>
          </p:cNvPr>
          <p:cNvSpPr>
            <a:spLocks xmlns:a="http://schemas.openxmlformats.org/drawingml/2006/main" noGrp="1"/>
          </p:cNvSpPr>
          <p:nvPr/>
        </p:nvSpPr>
        <p:spPr>
          <a:xfrm xmlns:a="http://schemas.openxmlformats.org/drawingml/2006/main">
            <a:off x="533400" y="2362200"/>
            <a:ext cx="11125200" cy="371475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58C8B18-AD98-4A56-908C-4A0BDE501941}"/>
              </a:ext>
            </a:extLst>
          </p:cNvPr>
          <p:cNvSpPr>
            <a:spLocks xmlns:a="http://schemas.openxmlformats.org/drawingml/2006/main" noGrp="1"/>
          </p:cNvSpPr>
          <p:nvPr/>
        </p:nvSpPr>
        <p:spPr>
          <a:xfrm xmlns:a="http://schemas.openxmlformats.org/drawingml/2006/main">
            <a:off x="800100" y="2686050"/>
            <a:ext cx="619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315FD1"/>
                </a:solidFill>
                <a:latin typeface="Helvetica Neue"/>
                <a:ea typeface="Helvetica Neue"/>
                <a:cs typeface="Helvetica Neue"/>
              </a:defRPr>
            </a:defPPr>
            <a:lvl1pPr>
              <a:defRPr sz="2550" b="0">
                <a:solidFill>
                  <a:srgbClr val="315FD1"/>
                </a:solidFill>
                <a:latin typeface="Helvetica Neue"/>
                <a:ea typeface="Helvetica Neue"/>
                <a:cs typeface="Helvetica Neue"/>
              </a:defRPr>
            </a:lvl1pPr>
            <a:lvl2pPr>
              <a:defRPr sz="2550" b="0">
                <a:solidFill>
                  <a:srgbClr val="315FD1"/>
                </a:solidFill>
                <a:latin typeface="Helvetica Neue"/>
                <a:ea typeface="Helvetica Neue"/>
                <a:cs typeface="Helvetica Neue"/>
              </a:defRPr>
            </a:lvl2pPr>
            <a:lvl3pPr>
              <a:defRPr sz="2550" b="0">
                <a:solidFill>
                  <a:srgbClr val="315FD1"/>
                </a:solidFill>
                <a:latin typeface="Helvetica Neue"/>
                <a:ea typeface="Helvetica Neue"/>
                <a:cs typeface="Helvetica Neue"/>
              </a:defRPr>
            </a:lvl3pPr>
            <a:lvl4pPr>
              <a:defRPr sz="2550" b="0">
                <a:solidFill>
                  <a:srgbClr val="315FD1"/>
                </a:solidFill>
                <a:latin typeface="Helvetica Neue"/>
                <a:ea typeface="Helvetica Neue"/>
                <a:cs typeface="Helvetica Neue"/>
              </a:defRPr>
            </a:lvl4pPr>
            <a:lvl5pPr>
              <a:defRPr sz="2550" b="0">
                <a:solidFill>
                  <a:srgbClr val="315FD1"/>
                </a:solidFill>
                <a:latin typeface="Helvetica Neue"/>
                <a:ea typeface="Helvetica Neue"/>
                <a:cs typeface="Helvetica Neue"/>
              </a:defRPr>
            </a:lvl5pPr>
            <a:lvl6pPr>
              <a:defRPr sz="2550" b="0">
                <a:solidFill>
                  <a:srgbClr val="315FD1"/>
                </a:solidFill>
                <a:latin typeface="Helvetica Neue"/>
                <a:ea typeface="Helvetica Neue"/>
                <a:cs typeface="Helvetica Neue"/>
              </a:defRPr>
            </a:lvl6pPr>
            <a:lvl7pPr>
              <a:defRPr sz="2550" b="0">
                <a:solidFill>
                  <a:srgbClr val="315FD1"/>
                </a:solidFill>
                <a:latin typeface="Helvetica Neue"/>
                <a:ea typeface="Helvetica Neue"/>
                <a:cs typeface="Helvetica Neue"/>
              </a:defRPr>
            </a:lvl7pPr>
            <a:lvl8pPr>
              <a:defRPr sz="2550" b="0">
                <a:solidFill>
                  <a:srgbClr val="315FD1"/>
                </a:solidFill>
                <a:latin typeface="Helvetica Neue"/>
                <a:ea typeface="Helvetica Neue"/>
                <a:cs typeface="Helvetica Neue"/>
              </a:defRPr>
            </a:lvl8pPr>
            <a:lvl9pPr>
              <a:defRPr sz="2550" b="0">
                <a:solidFill>
                  <a:srgbClr val="315FD1"/>
                </a:solidFill>
                <a:latin typeface="Helvetica Neue"/>
                <a:ea typeface="Helvetica Neue"/>
                <a:cs typeface="Helvetica Neue"/>
              </a:defRPr>
            </a:lvl9pPr>
          </a:lstStyle>
          <a:p xmlns:a="http://schemas.openxmlformats.org/drawingml/2006/main">
            <a:pPr>
              <a:defRPr sz="2550" b="0">
                <a:solidFill>
                  <a:srgbClr val="315FD1"/>
                </a:solidFill>
                <a:latin typeface="Helvetica Neue"/>
                <a:ea typeface="Helvetica Neue"/>
                <a:cs typeface="Helvetica Neue"/>
              </a:defRPr>
            </a:pPr>
            <a:r>
              <a:rPr sz="2550" b="0">
                <a:solidFill>
                  <a:srgbClr val="315FD1"/>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49D5BDDA-70CA-4AD1-A052-C8C3D4766C0C}"/>
              </a:ext>
            </a:extLst>
          </p:cNvPr>
          <p:cNvSpPr>
            <a:spLocks xmlns:a="http://schemas.openxmlformats.org/drawingml/2006/main" noGrp="1"/>
          </p:cNvSpPr>
          <p:nvPr/>
        </p:nvSpPr>
        <p:spPr>
          <a:xfrm xmlns:a="http://schemas.openxmlformats.org/drawingml/2006/main">
            <a:off x="1638300" y="2638425"/>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292D42"/>
                </a:solidFill>
                <a:latin typeface="Helvetica Neue"/>
                <a:ea typeface="Helvetica Neue"/>
                <a:cs typeface="Helvetica Neue"/>
              </a:defRPr>
            </a:defPPr>
            <a:lvl1pPr>
              <a:defRPr sz="2175" b="1">
                <a:solidFill>
                  <a:srgbClr val="292D42"/>
                </a:solidFill>
                <a:latin typeface="Helvetica Neue"/>
                <a:ea typeface="Helvetica Neue"/>
                <a:cs typeface="Helvetica Neue"/>
              </a:defRPr>
            </a:lvl1pPr>
            <a:lvl2pPr>
              <a:defRPr sz="2175" b="1">
                <a:solidFill>
                  <a:srgbClr val="292D42"/>
                </a:solidFill>
                <a:latin typeface="Helvetica Neue"/>
                <a:ea typeface="Helvetica Neue"/>
                <a:cs typeface="Helvetica Neue"/>
              </a:defRPr>
            </a:lvl2pPr>
            <a:lvl3pPr>
              <a:defRPr sz="2175" b="1">
                <a:solidFill>
                  <a:srgbClr val="292D42"/>
                </a:solidFill>
                <a:latin typeface="Helvetica Neue"/>
                <a:ea typeface="Helvetica Neue"/>
                <a:cs typeface="Helvetica Neue"/>
              </a:defRPr>
            </a:lvl3pPr>
            <a:lvl4pPr>
              <a:defRPr sz="2175" b="1">
                <a:solidFill>
                  <a:srgbClr val="292D42"/>
                </a:solidFill>
                <a:latin typeface="Helvetica Neue"/>
                <a:ea typeface="Helvetica Neue"/>
                <a:cs typeface="Helvetica Neue"/>
              </a:defRPr>
            </a:lvl4pPr>
            <a:lvl5pPr>
              <a:defRPr sz="2175" b="1">
                <a:solidFill>
                  <a:srgbClr val="292D42"/>
                </a:solidFill>
                <a:latin typeface="Helvetica Neue"/>
                <a:ea typeface="Helvetica Neue"/>
                <a:cs typeface="Helvetica Neue"/>
              </a:defRPr>
            </a:lvl5pPr>
            <a:lvl6pPr>
              <a:defRPr sz="2175" b="1">
                <a:solidFill>
                  <a:srgbClr val="292D42"/>
                </a:solidFill>
                <a:latin typeface="Helvetica Neue"/>
                <a:ea typeface="Helvetica Neue"/>
                <a:cs typeface="Helvetica Neue"/>
              </a:defRPr>
            </a:lvl6pPr>
            <a:lvl7pPr>
              <a:defRPr sz="2175" b="1">
                <a:solidFill>
                  <a:srgbClr val="292D42"/>
                </a:solidFill>
                <a:latin typeface="Helvetica Neue"/>
                <a:ea typeface="Helvetica Neue"/>
                <a:cs typeface="Helvetica Neue"/>
              </a:defRPr>
            </a:lvl7pPr>
            <a:lvl8pPr>
              <a:defRPr sz="2175" b="1">
                <a:solidFill>
                  <a:srgbClr val="292D42"/>
                </a:solidFill>
                <a:latin typeface="Helvetica Neue"/>
                <a:ea typeface="Helvetica Neue"/>
                <a:cs typeface="Helvetica Neue"/>
              </a:defRPr>
            </a:lvl8pPr>
            <a:lvl9pPr>
              <a:defRPr sz="2175" b="1">
                <a:solidFill>
                  <a:srgbClr val="292D42"/>
                </a:solidFill>
                <a:latin typeface="Helvetica Neue"/>
                <a:ea typeface="Helvetica Neue"/>
                <a:cs typeface="Helvetica Neue"/>
              </a:defRPr>
            </a:lvl9pPr>
          </a:lstStyle>
          <a:p xmlns:a="http://schemas.openxmlformats.org/drawingml/2006/main">
            <a:pPr>
              <a:defRPr sz="2175" b="1">
                <a:solidFill>
                  <a:srgbClr val="292D42"/>
                </a:solidFill>
                <a:latin typeface="Helvetica Neue"/>
                <a:ea typeface="Helvetica Neue"/>
                <a:cs typeface="Helvetica Neue"/>
              </a:defRPr>
            </a:pPr>
            <a:r>
              <a:rPr sz="2175" b="1">
                <a:solidFill>
                  <a:srgbClr val="292D42"/>
                </a:solidFill>
                <a:latin typeface="Helvetica Neue"/>
                <a:ea typeface="Helvetica Neue"/>
                <a:cs typeface="Helvetica Neue"/>
              </a:rPr>
              <a:t>Разные источники</a:t>
            </a:r>
          </a:p>
        </p:txBody>
      </p:sp>
      <p:sp>
        <p:nvSpPr>
          <p:cNvPr id="10" name="">
            <a:extLst xmlns:a="http://schemas.openxmlformats.org/drawingml/2006/main">
              <a:ext uri="{FF2B5EF4-FFF2-40B4-BE49-F238E27FC236}">
                <a16:creationId xmlns:a16="http://schemas.microsoft.com/office/drawing/2014/main" id="{D4D25EE6-E6E7-4FBB-A1D7-86089A4B82F9}"/>
              </a:ext>
            </a:extLst>
          </p:cNvPr>
          <p:cNvSpPr>
            <a:spLocks xmlns:a="http://schemas.openxmlformats.org/drawingml/2006/main" noGrp="1"/>
          </p:cNvSpPr>
          <p:nvPr/>
        </p:nvSpPr>
        <p:spPr>
          <a:xfrm xmlns:a="http://schemas.openxmlformats.org/drawingml/2006/main">
            <a:off x="6153150" y="2638425"/>
            <a:ext cx="5048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758099"/>
                </a:solidFill>
                <a:latin typeface="Helvetica Neue"/>
                <a:ea typeface="Helvetica Neue"/>
                <a:cs typeface="Helvetica Neue"/>
              </a:defRPr>
            </a:defPPr>
            <a:lvl1pPr>
              <a:defRPr sz="1875" b="0">
                <a:solidFill>
                  <a:srgbClr val="758099"/>
                </a:solidFill>
                <a:latin typeface="Helvetica Neue"/>
                <a:ea typeface="Helvetica Neue"/>
                <a:cs typeface="Helvetica Neue"/>
              </a:defRPr>
            </a:lvl1pPr>
            <a:lvl2pPr>
              <a:defRPr sz="1875" b="0">
                <a:solidFill>
                  <a:srgbClr val="758099"/>
                </a:solidFill>
                <a:latin typeface="Helvetica Neue"/>
                <a:ea typeface="Helvetica Neue"/>
                <a:cs typeface="Helvetica Neue"/>
              </a:defRPr>
            </a:lvl2pPr>
            <a:lvl3pPr>
              <a:defRPr sz="1875" b="0">
                <a:solidFill>
                  <a:srgbClr val="758099"/>
                </a:solidFill>
                <a:latin typeface="Helvetica Neue"/>
                <a:ea typeface="Helvetica Neue"/>
                <a:cs typeface="Helvetica Neue"/>
              </a:defRPr>
            </a:lvl3pPr>
            <a:lvl4pPr>
              <a:defRPr sz="1875" b="0">
                <a:solidFill>
                  <a:srgbClr val="758099"/>
                </a:solidFill>
                <a:latin typeface="Helvetica Neue"/>
                <a:ea typeface="Helvetica Neue"/>
                <a:cs typeface="Helvetica Neue"/>
              </a:defRPr>
            </a:lvl4pPr>
            <a:lvl5pPr>
              <a:defRPr sz="1875" b="0">
                <a:solidFill>
                  <a:srgbClr val="758099"/>
                </a:solidFill>
                <a:latin typeface="Helvetica Neue"/>
                <a:ea typeface="Helvetica Neue"/>
                <a:cs typeface="Helvetica Neue"/>
              </a:defRPr>
            </a:lvl5pPr>
            <a:lvl6pPr>
              <a:defRPr sz="1875" b="0">
                <a:solidFill>
                  <a:srgbClr val="758099"/>
                </a:solidFill>
                <a:latin typeface="Helvetica Neue"/>
                <a:ea typeface="Helvetica Neue"/>
                <a:cs typeface="Helvetica Neue"/>
              </a:defRPr>
            </a:lvl6pPr>
            <a:lvl7pPr>
              <a:defRPr sz="1875" b="0">
                <a:solidFill>
                  <a:srgbClr val="758099"/>
                </a:solidFill>
                <a:latin typeface="Helvetica Neue"/>
                <a:ea typeface="Helvetica Neue"/>
                <a:cs typeface="Helvetica Neue"/>
              </a:defRPr>
            </a:lvl7pPr>
            <a:lvl8pPr>
              <a:defRPr sz="1875" b="0">
                <a:solidFill>
                  <a:srgbClr val="758099"/>
                </a:solidFill>
                <a:latin typeface="Helvetica Neue"/>
                <a:ea typeface="Helvetica Neue"/>
                <a:cs typeface="Helvetica Neue"/>
              </a:defRPr>
            </a:lvl8pPr>
            <a:lvl9pPr>
              <a:defRPr sz="1875" b="0">
                <a:solidFill>
                  <a:srgbClr val="758099"/>
                </a:solidFill>
                <a:latin typeface="Helvetica Neue"/>
                <a:ea typeface="Helvetica Neue"/>
                <a:cs typeface="Helvetica Neue"/>
              </a:defRPr>
            </a:lvl9pPr>
          </a:lstStyle>
          <a:p xmlns:a="http://schemas.openxmlformats.org/drawingml/2006/main">
            <a:pPr>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Дневник, анкеты, документы и назначения</a:t>
            </a:r>
          </a:p>
          <a:p xmlns:a="http://schemas.openxmlformats.org/drawingml/2006/main">
            <a:pPr>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приходится сопоставлять.</a:t>
            </a:r>
          </a:p>
        </p:txBody>
      </p:sp>
      <p:sp>
        <p:nvSpPr>
          <p:cNvPr id="11" name="">
            <a:extLst xmlns:a="http://schemas.openxmlformats.org/drawingml/2006/main">
              <a:ext uri="{FF2B5EF4-FFF2-40B4-BE49-F238E27FC236}">
                <a16:creationId xmlns:a16="http://schemas.microsoft.com/office/drawing/2014/main" id="{ADF09ED6-0C73-4B9C-A5A8-027518C46B67}"/>
              </a:ext>
            </a:extLst>
          </p:cNvPr>
          <p:cNvSpPr>
            <a:spLocks xmlns:a="http://schemas.openxmlformats.org/drawingml/2006/main" noGrp="1"/>
          </p:cNvSpPr>
          <p:nvPr/>
        </p:nvSpPr>
        <p:spPr>
          <a:xfrm xmlns:a="http://schemas.openxmlformats.org/drawingml/2006/main">
            <a:off x="800100" y="3581400"/>
            <a:ext cx="10553700" cy="9525"/>
          </a:xfrm>
          <a:prstGeom xmlns:a="http://schemas.openxmlformats.org/drawingml/2006/main" prst="rect">
            <a:avLst/>
          </a:prstGeom>
          <a:solidFill xmlns:a="http://schemas.openxmlformats.org/drawingml/2006/main">
            <a:srgbClr val="DFE5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34E5B2D-997C-4458-942F-C7E6CC11AE49}"/>
              </a:ext>
            </a:extLst>
          </p:cNvPr>
          <p:cNvSpPr>
            <a:spLocks xmlns:a="http://schemas.openxmlformats.org/drawingml/2006/main" noGrp="1"/>
          </p:cNvSpPr>
          <p:nvPr/>
        </p:nvSpPr>
        <p:spPr>
          <a:xfrm xmlns:a="http://schemas.openxmlformats.org/drawingml/2006/main">
            <a:off x="800100" y="3810000"/>
            <a:ext cx="619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315FD1"/>
                </a:solidFill>
                <a:latin typeface="Helvetica Neue"/>
                <a:ea typeface="Helvetica Neue"/>
                <a:cs typeface="Helvetica Neue"/>
              </a:defRPr>
            </a:defPPr>
            <a:lvl1pPr>
              <a:defRPr sz="2550" b="0">
                <a:solidFill>
                  <a:srgbClr val="315FD1"/>
                </a:solidFill>
                <a:latin typeface="Helvetica Neue"/>
                <a:ea typeface="Helvetica Neue"/>
                <a:cs typeface="Helvetica Neue"/>
              </a:defRPr>
            </a:lvl1pPr>
            <a:lvl2pPr>
              <a:defRPr sz="2550" b="0">
                <a:solidFill>
                  <a:srgbClr val="315FD1"/>
                </a:solidFill>
                <a:latin typeface="Helvetica Neue"/>
                <a:ea typeface="Helvetica Neue"/>
                <a:cs typeface="Helvetica Neue"/>
              </a:defRPr>
            </a:lvl2pPr>
            <a:lvl3pPr>
              <a:defRPr sz="2550" b="0">
                <a:solidFill>
                  <a:srgbClr val="315FD1"/>
                </a:solidFill>
                <a:latin typeface="Helvetica Neue"/>
                <a:ea typeface="Helvetica Neue"/>
                <a:cs typeface="Helvetica Neue"/>
              </a:defRPr>
            </a:lvl3pPr>
            <a:lvl4pPr>
              <a:defRPr sz="2550" b="0">
                <a:solidFill>
                  <a:srgbClr val="315FD1"/>
                </a:solidFill>
                <a:latin typeface="Helvetica Neue"/>
                <a:ea typeface="Helvetica Neue"/>
                <a:cs typeface="Helvetica Neue"/>
              </a:defRPr>
            </a:lvl4pPr>
            <a:lvl5pPr>
              <a:defRPr sz="2550" b="0">
                <a:solidFill>
                  <a:srgbClr val="315FD1"/>
                </a:solidFill>
                <a:latin typeface="Helvetica Neue"/>
                <a:ea typeface="Helvetica Neue"/>
                <a:cs typeface="Helvetica Neue"/>
              </a:defRPr>
            </a:lvl5pPr>
            <a:lvl6pPr>
              <a:defRPr sz="2550" b="0">
                <a:solidFill>
                  <a:srgbClr val="315FD1"/>
                </a:solidFill>
                <a:latin typeface="Helvetica Neue"/>
                <a:ea typeface="Helvetica Neue"/>
                <a:cs typeface="Helvetica Neue"/>
              </a:defRPr>
            </a:lvl6pPr>
            <a:lvl7pPr>
              <a:defRPr sz="2550" b="0">
                <a:solidFill>
                  <a:srgbClr val="315FD1"/>
                </a:solidFill>
                <a:latin typeface="Helvetica Neue"/>
                <a:ea typeface="Helvetica Neue"/>
                <a:cs typeface="Helvetica Neue"/>
              </a:defRPr>
            </a:lvl7pPr>
            <a:lvl8pPr>
              <a:defRPr sz="2550" b="0">
                <a:solidFill>
                  <a:srgbClr val="315FD1"/>
                </a:solidFill>
                <a:latin typeface="Helvetica Neue"/>
                <a:ea typeface="Helvetica Neue"/>
                <a:cs typeface="Helvetica Neue"/>
              </a:defRPr>
            </a:lvl8pPr>
            <a:lvl9pPr>
              <a:defRPr sz="2550" b="0">
                <a:solidFill>
                  <a:srgbClr val="315FD1"/>
                </a:solidFill>
                <a:latin typeface="Helvetica Neue"/>
                <a:ea typeface="Helvetica Neue"/>
                <a:cs typeface="Helvetica Neue"/>
              </a:defRPr>
            </a:lvl9pPr>
          </a:lstStyle>
          <a:p xmlns:a="http://schemas.openxmlformats.org/drawingml/2006/main">
            <a:pPr>
              <a:defRPr sz="2550" b="0">
                <a:solidFill>
                  <a:srgbClr val="315FD1"/>
                </a:solidFill>
                <a:latin typeface="Helvetica Neue"/>
                <a:ea typeface="Helvetica Neue"/>
                <a:cs typeface="Helvetica Neue"/>
              </a:defRPr>
            </a:pPr>
            <a:r>
              <a:rPr sz="2550" b="0">
                <a:solidFill>
                  <a:srgbClr val="315FD1"/>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ED4D538F-5A5B-41DD-B908-D305ACED5A5C}"/>
              </a:ext>
            </a:extLst>
          </p:cNvPr>
          <p:cNvSpPr>
            <a:spLocks xmlns:a="http://schemas.openxmlformats.org/drawingml/2006/main" noGrp="1"/>
          </p:cNvSpPr>
          <p:nvPr/>
        </p:nvSpPr>
        <p:spPr>
          <a:xfrm xmlns:a="http://schemas.openxmlformats.org/drawingml/2006/main">
            <a:off x="1638300" y="3762375"/>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292D42"/>
                </a:solidFill>
                <a:latin typeface="Helvetica Neue"/>
                <a:ea typeface="Helvetica Neue"/>
                <a:cs typeface="Helvetica Neue"/>
              </a:defRPr>
            </a:defPPr>
            <a:lvl1pPr>
              <a:defRPr sz="2175" b="1">
                <a:solidFill>
                  <a:srgbClr val="292D42"/>
                </a:solidFill>
                <a:latin typeface="Helvetica Neue"/>
                <a:ea typeface="Helvetica Neue"/>
                <a:cs typeface="Helvetica Neue"/>
              </a:defRPr>
            </a:lvl1pPr>
            <a:lvl2pPr>
              <a:defRPr sz="2175" b="1">
                <a:solidFill>
                  <a:srgbClr val="292D42"/>
                </a:solidFill>
                <a:latin typeface="Helvetica Neue"/>
                <a:ea typeface="Helvetica Neue"/>
                <a:cs typeface="Helvetica Neue"/>
              </a:defRPr>
            </a:lvl2pPr>
            <a:lvl3pPr>
              <a:defRPr sz="2175" b="1">
                <a:solidFill>
                  <a:srgbClr val="292D42"/>
                </a:solidFill>
                <a:latin typeface="Helvetica Neue"/>
                <a:ea typeface="Helvetica Neue"/>
                <a:cs typeface="Helvetica Neue"/>
              </a:defRPr>
            </a:lvl3pPr>
            <a:lvl4pPr>
              <a:defRPr sz="2175" b="1">
                <a:solidFill>
                  <a:srgbClr val="292D42"/>
                </a:solidFill>
                <a:latin typeface="Helvetica Neue"/>
                <a:ea typeface="Helvetica Neue"/>
                <a:cs typeface="Helvetica Neue"/>
              </a:defRPr>
            </a:lvl4pPr>
            <a:lvl5pPr>
              <a:defRPr sz="2175" b="1">
                <a:solidFill>
                  <a:srgbClr val="292D42"/>
                </a:solidFill>
                <a:latin typeface="Helvetica Neue"/>
                <a:ea typeface="Helvetica Neue"/>
                <a:cs typeface="Helvetica Neue"/>
              </a:defRPr>
            </a:lvl5pPr>
            <a:lvl6pPr>
              <a:defRPr sz="2175" b="1">
                <a:solidFill>
                  <a:srgbClr val="292D42"/>
                </a:solidFill>
                <a:latin typeface="Helvetica Neue"/>
                <a:ea typeface="Helvetica Neue"/>
                <a:cs typeface="Helvetica Neue"/>
              </a:defRPr>
            </a:lvl6pPr>
            <a:lvl7pPr>
              <a:defRPr sz="2175" b="1">
                <a:solidFill>
                  <a:srgbClr val="292D42"/>
                </a:solidFill>
                <a:latin typeface="Helvetica Neue"/>
                <a:ea typeface="Helvetica Neue"/>
                <a:cs typeface="Helvetica Neue"/>
              </a:defRPr>
            </a:lvl7pPr>
            <a:lvl8pPr>
              <a:defRPr sz="2175" b="1">
                <a:solidFill>
                  <a:srgbClr val="292D42"/>
                </a:solidFill>
                <a:latin typeface="Helvetica Neue"/>
                <a:ea typeface="Helvetica Neue"/>
                <a:cs typeface="Helvetica Neue"/>
              </a:defRPr>
            </a:lvl8pPr>
            <a:lvl9pPr>
              <a:defRPr sz="2175" b="1">
                <a:solidFill>
                  <a:srgbClr val="292D42"/>
                </a:solidFill>
                <a:latin typeface="Helvetica Neue"/>
                <a:ea typeface="Helvetica Neue"/>
                <a:cs typeface="Helvetica Neue"/>
              </a:defRPr>
            </a:lvl9pPr>
          </a:lstStyle>
          <a:p xmlns:a="http://schemas.openxmlformats.org/drawingml/2006/main">
            <a:pPr>
              <a:defRPr sz="2175" b="1">
                <a:solidFill>
                  <a:srgbClr val="292D42"/>
                </a:solidFill>
                <a:latin typeface="Helvetica Neue"/>
                <a:ea typeface="Helvetica Neue"/>
                <a:cs typeface="Helvetica Neue"/>
              </a:defRPr>
            </a:pPr>
            <a:r>
              <a:rPr sz="2175" b="1">
                <a:solidFill>
                  <a:srgbClr val="292D42"/>
                </a:solidFill>
                <a:latin typeface="Helvetica Neue"/>
                <a:ea typeface="Helvetica Neue"/>
                <a:cs typeface="Helvetica Neue"/>
              </a:rPr>
              <a:t>Изменения между приёмами</a:t>
            </a:r>
          </a:p>
        </p:txBody>
      </p:sp>
      <p:sp>
        <p:nvSpPr>
          <p:cNvPr id="14" name="">
            <a:extLst xmlns:a="http://schemas.openxmlformats.org/drawingml/2006/main">
              <a:ext uri="{FF2B5EF4-FFF2-40B4-BE49-F238E27FC236}">
                <a16:creationId xmlns:a16="http://schemas.microsoft.com/office/drawing/2014/main" id="{FD74332A-A074-4E3F-A3CD-85A43806FF3F}"/>
              </a:ext>
            </a:extLst>
          </p:cNvPr>
          <p:cNvSpPr>
            <a:spLocks xmlns:a="http://schemas.openxmlformats.org/drawingml/2006/main" noGrp="1"/>
          </p:cNvSpPr>
          <p:nvPr/>
        </p:nvSpPr>
        <p:spPr>
          <a:xfrm xmlns:a="http://schemas.openxmlformats.org/drawingml/2006/main">
            <a:off x="6153150" y="3762375"/>
            <a:ext cx="5048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758099"/>
                </a:solidFill>
                <a:latin typeface="Helvetica Neue"/>
                <a:ea typeface="Helvetica Neue"/>
                <a:cs typeface="Helvetica Neue"/>
              </a:defRPr>
            </a:defPPr>
            <a:lvl1pPr>
              <a:defRPr sz="1875" b="0">
                <a:solidFill>
                  <a:srgbClr val="758099"/>
                </a:solidFill>
                <a:latin typeface="Helvetica Neue"/>
                <a:ea typeface="Helvetica Neue"/>
                <a:cs typeface="Helvetica Neue"/>
              </a:defRPr>
            </a:lvl1pPr>
            <a:lvl2pPr>
              <a:defRPr sz="1875" b="0">
                <a:solidFill>
                  <a:srgbClr val="758099"/>
                </a:solidFill>
                <a:latin typeface="Helvetica Neue"/>
                <a:ea typeface="Helvetica Neue"/>
                <a:cs typeface="Helvetica Neue"/>
              </a:defRPr>
            </a:lvl2pPr>
            <a:lvl3pPr>
              <a:defRPr sz="1875" b="0">
                <a:solidFill>
                  <a:srgbClr val="758099"/>
                </a:solidFill>
                <a:latin typeface="Helvetica Neue"/>
                <a:ea typeface="Helvetica Neue"/>
                <a:cs typeface="Helvetica Neue"/>
              </a:defRPr>
            </a:lvl3pPr>
            <a:lvl4pPr>
              <a:defRPr sz="1875" b="0">
                <a:solidFill>
                  <a:srgbClr val="758099"/>
                </a:solidFill>
                <a:latin typeface="Helvetica Neue"/>
                <a:ea typeface="Helvetica Neue"/>
                <a:cs typeface="Helvetica Neue"/>
              </a:defRPr>
            </a:lvl4pPr>
            <a:lvl5pPr>
              <a:defRPr sz="1875" b="0">
                <a:solidFill>
                  <a:srgbClr val="758099"/>
                </a:solidFill>
                <a:latin typeface="Helvetica Neue"/>
                <a:ea typeface="Helvetica Neue"/>
                <a:cs typeface="Helvetica Neue"/>
              </a:defRPr>
            </a:lvl5pPr>
            <a:lvl6pPr>
              <a:defRPr sz="1875" b="0">
                <a:solidFill>
                  <a:srgbClr val="758099"/>
                </a:solidFill>
                <a:latin typeface="Helvetica Neue"/>
                <a:ea typeface="Helvetica Neue"/>
                <a:cs typeface="Helvetica Neue"/>
              </a:defRPr>
            </a:lvl6pPr>
            <a:lvl7pPr>
              <a:defRPr sz="1875" b="0">
                <a:solidFill>
                  <a:srgbClr val="758099"/>
                </a:solidFill>
                <a:latin typeface="Helvetica Neue"/>
                <a:ea typeface="Helvetica Neue"/>
                <a:cs typeface="Helvetica Neue"/>
              </a:defRPr>
            </a:lvl7pPr>
            <a:lvl8pPr>
              <a:defRPr sz="1875" b="0">
                <a:solidFill>
                  <a:srgbClr val="758099"/>
                </a:solidFill>
                <a:latin typeface="Helvetica Neue"/>
                <a:ea typeface="Helvetica Neue"/>
                <a:cs typeface="Helvetica Neue"/>
              </a:defRPr>
            </a:lvl8pPr>
            <a:lvl9pPr>
              <a:defRPr sz="1875" b="0">
                <a:solidFill>
                  <a:srgbClr val="758099"/>
                </a:solidFill>
                <a:latin typeface="Helvetica Neue"/>
                <a:ea typeface="Helvetica Neue"/>
                <a:cs typeface="Helvetica Neue"/>
              </a:defRPr>
            </a:lvl9pPr>
          </a:lstStyle>
          <a:p xmlns:a="http://schemas.openxmlformats.org/drawingml/2006/main">
            <a:pPr>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Нужны основания, чтобы определить,</a:t>
            </a:r>
          </a:p>
          <a:p xmlns:a="http://schemas.openxmlformats.org/drawingml/2006/main">
            <a:pPr>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кому требуется внимание раньше.</a:t>
            </a:r>
          </a:p>
        </p:txBody>
      </p:sp>
      <p:sp>
        <p:nvSpPr>
          <p:cNvPr id="15" name="">
            <a:extLst xmlns:a="http://schemas.openxmlformats.org/drawingml/2006/main">
              <a:ext uri="{FF2B5EF4-FFF2-40B4-BE49-F238E27FC236}">
                <a16:creationId xmlns:a16="http://schemas.microsoft.com/office/drawing/2014/main" id="{5854AB1C-3AEF-4FA1-8217-CE3F99F67509}"/>
              </a:ext>
            </a:extLst>
          </p:cNvPr>
          <p:cNvSpPr>
            <a:spLocks xmlns:a="http://schemas.openxmlformats.org/drawingml/2006/main" noGrp="1"/>
          </p:cNvSpPr>
          <p:nvPr/>
        </p:nvSpPr>
        <p:spPr>
          <a:xfrm xmlns:a="http://schemas.openxmlformats.org/drawingml/2006/main">
            <a:off x="800100" y="4705350"/>
            <a:ext cx="10553700" cy="9525"/>
          </a:xfrm>
          <a:prstGeom xmlns:a="http://schemas.openxmlformats.org/drawingml/2006/main" prst="rect">
            <a:avLst/>
          </a:prstGeom>
          <a:solidFill xmlns:a="http://schemas.openxmlformats.org/drawingml/2006/main">
            <a:srgbClr val="DFE5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79B2C88-7286-4787-8CB7-E62A9EC2CB93}"/>
              </a:ext>
            </a:extLst>
          </p:cNvPr>
          <p:cNvSpPr>
            <a:spLocks xmlns:a="http://schemas.openxmlformats.org/drawingml/2006/main" noGrp="1"/>
          </p:cNvSpPr>
          <p:nvPr/>
        </p:nvSpPr>
        <p:spPr>
          <a:xfrm xmlns:a="http://schemas.openxmlformats.org/drawingml/2006/main">
            <a:off x="800100" y="4933950"/>
            <a:ext cx="619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0">
                <a:solidFill>
                  <a:srgbClr val="315FD1"/>
                </a:solidFill>
                <a:latin typeface="Helvetica Neue"/>
                <a:ea typeface="Helvetica Neue"/>
                <a:cs typeface="Helvetica Neue"/>
              </a:defRPr>
            </a:defPPr>
            <a:lvl1pPr>
              <a:defRPr sz="2550" b="0">
                <a:solidFill>
                  <a:srgbClr val="315FD1"/>
                </a:solidFill>
                <a:latin typeface="Helvetica Neue"/>
                <a:ea typeface="Helvetica Neue"/>
                <a:cs typeface="Helvetica Neue"/>
              </a:defRPr>
            </a:lvl1pPr>
            <a:lvl2pPr>
              <a:defRPr sz="2550" b="0">
                <a:solidFill>
                  <a:srgbClr val="315FD1"/>
                </a:solidFill>
                <a:latin typeface="Helvetica Neue"/>
                <a:ea typeface="Helvetica Neue"/>
                <a:cs typeface="Helvetica Neue"/>
              </a:defRPr>
            </a:lvl2pPr>
            <a:lvl3pPr>
              <a:defRPr sz="2550" b="0">
                <a:solidFill>
                  <a:srgbClr val="315FD1"/>
                </a:solidFill>
                <a:latin typeface="Helvetica Neue"/>
                <a:ea typeface="Helvetica Neue"/>
                <a:cs typeface="Helvetica Neue"/>
              </a:defRPr>
            </a:lvl3pPr>
            <a:lvl4pPr>
              <a:defRPr sz="2550" b="0">
                <a:solidFill>
                  <a:srgbClr val="315FD1"/>
                </a:solidFill>
                <a:latin typeface="Helvetica Neue"/>
                <a:ea typeface="Helvetica Neue"/>
                <a:cs typeface="Helvetica Neue"/>
              </a:defRPr>
            </a:lvl4pPr>
            <a:lvl5pPr>
              <a:defRPr sz="2550" b="0">
                <a:solidFill>
                  <a:srgbClr val="315FD1"/>
                </a:solidFill>
                <a:latin typeface="Helvetica Neue"/>
                <a:ea typeface="Helvetica Neue"/>
                <a:cs typeface="Helvetica Neue"/>
              </a:defRPr>
            </a:lvl5pPr>
            <a:lvl6pPr>
              <a:defRPr sz="2550" b="0">
                <a:solidFill>
                  <a:srgbClr val="315FD1"/>
                </a:solidFill>
                <a:latin typeface="Helvetica Neue"/>
                <a:ea typeface="Helvetica Neue"/>
                <a:cs typeface="Helvetica Neue"/>
              </a:defRPr>
            </a:lvl6pPr>
            <a:lvl7pPr>
              <a:defRPr sz="2550" b="0">
                <a:solidFill>
                  <a:srgbClr val="315FD1"/>
                </a:solidFill>
                <a:latin typeface="Helvetica Neue"/>
                <a:ea typeface="Helvetica Neue"/>
                <a:cs typeface="Helvetica Neue"/>
              </a:defRPr>
            </a:lvl7pPr>
            <a:lvl8pPr>
              <a:defRPr sz="2550" b="0">
                <a:solidFill>
                  <a:srgbClr val="315FD1"/>
                </a:solidFill>
                <a:latin typeface="Helvetica Neue"/>
                <a:ea typeface="Helvetica Neue"/>
                <a:cs typeface="Helvetica Neue"/>
              </a:defRPr>
            </a:lvl8pPr>
            <a:lvl9pPr>
              <a:defRPr sz="2550" b="0">
                <a:solidFill>
                  <a:srgbClr val="315FD1"/>
                </a:solidFill>
                <a:latin typeface="Helvetica Neue"/>
                <a:ea typeface="Helvetica Neue"/>
                <a:cs typeface="Helvetica Neue"/>
              </a:defRPr>
            </a:lvl9pPr>
          </a:lstStyle>
          <a:p xmlns:a="http://schemas.openxmlformats.org/drawingml/2006/main">
            <a:pPr>
              <a:defRPr sz="2550" b="0">
                <a:solidFill>
                  <a:srgbClr val="315FD1"/>
                </a:solidFill>
                <a:latin typeface="Helvetica Neue"/>
                <a:ea typeface="Helvetica Neue"/>
                <a:cs typeface="Helvetica Neue"/>
              </a:defRPr>
            </a:pPr>
            <a:r>
              <a:rPr sz="2550" b="0">
                <a:solidFill>
                  <a:srgbClr val="315FD1"/>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10B38113-998E-4A71-9317-224CE5FF328D}"/>
              </a:ext>
            </a:extLst>
          </p:cNvPr>
          <p:cNvSpPr>
            <a:spLocks xmlns:a="http://schemas.openxmlformats.org/drawingml/2006/main" noGrp="1"/>
          </p:cNvSpPr>
          <p:nvPr/>
        </p:nvSpPr>
        <p:spPr>
          <a:xfrm xmlns:a="http://schemas.openxmlformats.org/drawingml/2006/main">
            <a:off x="1638300" y="4886325"/>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292D42"/>
                </a:solidFill>
                <a:latin typeface="Helvetica Neue"/>
                <a:ea typeface="Helvetica Neue"/>
                <a:cs typeface="Helvetica Neue"/>
              </a:defRPr>
            </a:defPPr>
            <a:lvl1pPr>
              <a:defRPr sz="2175" b="1">
                <a:solidFill>
                  <a:srgbClr val="292D42"/>
                </a:solidFill>
                <a:latin typeface="Helvetica Neue"/>
                <a:ea typeface="Helvetica Neue"/>
                <a:cs typeface="Helvetica Neue"/>
              </a:defRPr>
            </a:lvl1pPr>
            <a:lvl2pPr>
              <a:defRPr sz="2175" b="1">
                <a:solidFill>
                  <a:srgbClr val="292D42"/>
                </a:solidFill>
                <a:latin typeface="Helvetica Neue"/>
                <a:ea typeface="Helvetica Neue"/>
                <a:cs typeface="Helvetica Neue"/>
              </a:defRPr>
            </a:lvl2pPr>
            <a:lvl3pPr>
              <a:defRPr sz="2175" b="1">
                <a:solidFill>
                  <a:srgbClr val="292D42"/>
                </a:solidFill>
                <a:latin typeface="Helvetica Neue"/>
                <a:ea typeface="Helvetica Neue"/>
                <a:cs typeface="Helvetica Neue"/>
              </a:defRPr>
            </a:lvl3pPr>
            <a:lvl4pPr>
              <a:defRPr sz="2175" b="1">
                <a:solidFill>
                  <a:srgbClr val="292D42"/>
                </a:solidFill>
                <a:latin typeface="Helvetica Neue"/>
                <a:ea typeface="Helvetica Neue"/>
                <a:cs typeface="Helvetica Neue"/>
              </a:defRPr>
            </a:lvl4pPr>
            <a:lvl5pPr>
              <a:defRPr sz="2175" b="1">
                <a:solidFill>
                  <a:srgbClr val="292D42"/>
                </a:solidFill>
                <a:latin typeface="Helvetica Neue"/>
                <a:ea typeface="Helvetica Neue"/>
                <a:cs typeface="Helvetica Neue"/>
              </a:defRPr>
            </a:lvl5pPr>
            <a:lvl6pPr>
              <a:defRPr sz="2175" b="1">
                <a:solidFill>
                  <a:srgbClr val="292D42"/>
                </a:solidFill>
                <a:latin typeface="Helvetica Neue"/>
                <a:ea typeface="Helvetica Neue"/>
                <a:cs typeface="Helvetica Neue"/>
              </a:defRPr>
            </a:lvl6pPr>
            <a:lvl7pPr>
              <a:defRPr sz="2175" b="1">
                <a:solidFill>
                  <a:srgbClr val="292D42"/>
                </a:solidFill>
                <a:latin typeface="Helvetica Neue"/>
                <a:ea typeface="Helvetica Neue"/>
                <a:cs typeface="Helvetica Neue"/>
              </a:defRPr>
            </a:lvl7pPr>
            <a:lvl8pPr>
              <a:defRPr sz="2175" b="1">
                <a:solidFill>
                  <a:srgbClr val="292D42"/>
                </a:solidFill>
                <a:latin typeface="Helvetica Neue"/>
                <a:ea typeface="Helvetica Neue"/>
                <a:cs typeface="Helvetica Neue"/>
              </a:defRPr>
            </a:lvl8pPr>
            <a:lvl9pPr>
              <a:defRPr sz="2175" b="1">
                <a:solidFill>
                  <a:srgbClr val="292D42"/>
                </a:solidFill>
                <a:latin typeface="Helvetica Neue"/>
                <a:ea typeface="Helvetica Neue"/>
                <a:cs typeface="Helvetica Neue"/>
              </a:defRPr>
            </a:lvl9pPr>
          </a:lstStyle>
          <a:p xmlns:a="http://schemas.openxmlformats.org/drawingml/2006/main">
            <a:pPr>
              <a:defRPr sz="2175" b="1">
                <a:solidFill>
                  <a:srgbClr val="292D42"/>
                </a:solidFill>
                <a:latin typeface="Helvetica Neue"/>
                <a:ea typeface="Helvetica Neue"/>
                <a:cs typeface="Helvetica Neue"/>
              </a:defRPr>
            </a:pPr>
            <a:r>
              <a:rPr sz="2175" b="1">
                <a:solidFill>
                  <a:srgbClr val="292D42"/>
                </a:solidFill>
                <a:latin typeface="Helvetica Neue"/>
                <a:ea typeface="Helvetica Neue"/>
                <a:cs typeface="Helvetica Neue"/>
              </a:rPr>
              <a:t>Неоднозначные отметки</a:t>
            </a:r>
          </a:p>
        </p:txBody>
      </p:sp>
      <p:sp>
        <p:nvSpPr>
          <p:cNvPr id="18" name="">
            <a:extLst xmlns:a="http://schemas.openxmlformats.org/drawingml/2006/main">
              <a:ext uri="{FF2B5EF4-FFF2-40B4-BE49-F238E27FC236}">
                <a16:creationId xmlns:a16="http://schemas.microsoft.com/office/drawing/2014/main" id="{165552AC-8A38-4B07-A974-11A93A32DB49}"/>
              </a:ext>
            </a:extLst>
          </p:cNvPr>
          <p:cNvSpPr>
            <a:spLocks xmlns:a="http://schemas.openxmlformats.org/drawingml/2006/main" noGrp="1"/>
          </p:cNvSpPr>
          <p:nvPr/>
        </p:nvSpPr>
        <p:spPr>
          <a:xfrm xmlns:a="http://schemas.openxmlformats.org/drawingml/2006/main">
            <a:off x="6153150" y="4886325"/>
            <a:ext cx="5048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758099"/>
                </a:solidFill>
                <a:latin typeface="Helvetica Neue"/>
                <a:ea typeface="Helvetica Neue"/>
                <a:cs typeface="Helvetica Neue"/>
              </a:defRPr>
            </a:defPPr>
            <a:lvl1pPr>
              <a:defRPr sz="1875" b="0">
                <a:solidFill>
                  <a:srgbClr val="758099"/>
                </a:solidFill>
                <a:latin typeface="Helvetica Neue"/>
                <a:ea typeface="Helvetica Neue"/>
                <a:cs typeface="Helvetica Neue"/>
              </a:defRPr>
            </a:lvl1pPr>
            <a:lvl2pPr>
              <a:defRPr sz="1875" b="0">
                <a:solidFill>
                  <a:srgbClr val="758099"/>
                </a:solidFill>
                <a:latin typeface="Helvetica Neue"/>
                <a:ea typeface="Helvetica Neue"/>
                <a:cs typeface="Helvetica Neue"/>
              </a:defRPr>
            </a:lvl2pPr>
            <a:lvl3pPr>
              <a:defRPr sz="1875" b="0">
                <a:solidFill>
                  <a:srgbClr val="758099"/>
                </a:solidFill>
                <a:latin typeface="Helvetica Neue"/>
                <a:ea typeface="Helvetica Neue"/>
                <a:cs typeface="Helvetica Neue"/>
              </a:defRPr>
            </a:lvl3pPr>
            <a:lvl4pPr>
              <a:defRPr sz="1875" b="0">
                <a:solidFill>
                  <a:srgbClr val="758099"/>
                </a:solidFill>
                <a:latin typeface="Helvetica Neue"/>
                <a:ea typeface="Helvetica Neue"/>
                <a:cs typeface="Helvetica Neue"/>
              </a:defRPr>
            </a:lvl4pPr>
            <a:lvl5pPr>
              <a:defRPr sz="1875" b="0">
                <a:solidFill>
                  <a:srgbClr val="758099"/>
                </a:solidFill>
                <a:latin typeface="Helvetica Neue"/>
                <a:ea typeface="Helvetica Neue"/>
                <a:cs typeface="Helvetica Neue"/>
              </a:defRPr>
            </a:lvl5pPr>
            <a:lvl6pPr>
              <a:defRPr sz="1875" b="0">
                <a:solidFill>
                  <a:srgbClr val="758099"/>
                </a:solidFill>
                <a:latin typeface="Helvetica Neue"/>
                <a:ea typeface="Helvetica Neue"/>
                <a:cs typeface="Helvetica Neue"/>
              </a:defRPr>
            </a:lvl6pPr>
            <a:lvl7pPr>
              <a:defRPr sz="1875" b="0">
                <a:solidFill>
                  <a:srgbClr val="758099"/>
                </a:solidFill>
                <a:latin typeface="Helvetica Neue"/>
                <a:ea typeface="Helvetica Neue"/>
                <a:cs typeface="Helvetica Neue"/>
              </a:defRPr>
            </a:lvl7pPr>
            <a:lvl8pPr>
              <a:defRPr sz="1875" b="0">
                <a:solidFill>
                  <a:srgbClr val="758099"/>
                </a:solidFill>
                <a:latin typeface="Helvetica Neue"/>
                <a:ea typeface="Helvetica Neue"/>
                <a:cs typeface="Helvetica Neue"/>
              </a:defRPr>
            </a:lvl8pPr>
            <a:lvl9pPr>
              <a:defRPr sz="1875" b="0">
                <a:solidFill>
                  <a:srgbClr val="758099"/>
                </a:solidFill>
                <a:latin typeface="Helvetica Neue"/>
                <a:ea typeface="Helvetica Neue"/>
                <a:cs typeface="Helvetica Neue"/>
              </a:defRPr>
            </a:lvl9pPr>
          </a:lstStyle>
          <a:p xmlns:a="http://schemas.openxmlformats.org/drawingml/2006/main">
            <a:pPr>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Отсутствие записи и явный пропуск</a:t>
            </a:r>
          </a:p>
          <a:p xmlns:a="http://schemas.openxmlformats.org/drawingml/2006/main">
            <a:pPr>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лекарства означают разное.</a:t>
            </a:r>
          </a:p>
        </p:txBody>
      </p:sp>
      <p:sp>
        <p:nvSpPr>
          <p:cNvPr id="19" name="">
            <a:extLst xmlns:a="http://schemas.openxmlformats.org/drawingml/2006/main">
              <a:ext uri="{FF2B5EF4-FFF2-40B4-BE49-F238E27FC236}">
                <a16:creationId xmlns:a16="http://schemas.microsoft.com/office/drawing/2014/main" id="{5253B467-5AA5-4E3B-ABD4-C8326B5892BE}"/>
              </a:ext>
            </a:extLst>
          </p:cNvPr>
          <p:cNvSpPr>
            <a:spLocks xmlns:a="http://schemas.openxmlformats.org/drawingml/2006/main" noGrp="1"/>
          </p:cNvSpPr>
          <p:nvPr/>
        </p:nvSpPr>
        <p:spPr>
          <a:xfrm xmlns:a="http://schemas.openxmlformats.org/drawingml/2006/main">
            <a:off x="571500" y="63246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ADC5FF"/>
                </a:solidFill>
                <a:latin typeface="Helvetica Neue"/>
                <a:ea typeface="Helvetica Neue"/>
                <a:cs typeface="Helvetica Neue"/>
              </a:defRPr>
            </a:defPPr>
            <a:lvl1pPr>
              <a:defRPr sz="1350" b="0">
                <a:solidFill>
                  <a:srgbClr val="ADC5FF"/>
                </a:solidFill>
                <a:latin typeface="Helvetica Neue"/>
                <a:ea typeface="Helvetica Neue"/>
                <a:cs typeface="Helvetica Neue"/>
              </a:defRPr>
            </a:lvl1pPr>
            <a:lvl2pPr>
              <a:defRPr sz="1350" b="0">
                <a:solidFill>
                  <a:srgbClr val="ADC5FF"/>
                </a:solidFill>
                <a:latin typeface="Helvetica Neue"/>
                <a:ea typeface="Helvetica Neue"/>
                <a:cs typeface="Helvetica Neue"/>
              </a:defRPr>
            </a:lvl2pPr>
            <a:lvl3pPr>
              <a:defRPr sz="1350" b="0">
                <a:solidFill>
                  <a:srgbClr val="ADC5FF"/>
                </a:solidFill>
                <a:latin typeface="Helvetica Neue"/>
                <a:ea typeface="Helvetica Neue"/>
                <a:cs typeface="Helvetica Neue"/>
              </a:defRPr>
            </a:lvl3pPr>
            <a:lvl4pPr>
              <a:defRPr sz="1350" b="0">
                <a:solidFill>
                  <a:srgbClr val="ADC5FF"/>
                </a:solidFill>
                <a:latin typeface="Helvetica Neue"/>
                <a:ea typeface="Helvetica Neue"/>
                <a:cs typeface="Helvetica Neue"/>
              </a:defRPr>
            </a:lvl4pPr>
            <a:lvl5pPr>
              <a:defRPr sz="1350" b="0">
                <a:solidFill>
                  <a:srgbClr val="ADC5FF"/>
                </a:solidFill>
                <a:latin typeface="Helvetica Neue"/>
                <a:ea typeface="Helvetica Neue"/>
                <a:cs typeface="Helvetica Neue"/>
              </a:defRPr>
            </a:lvl5pPr>
            <a:lvl6pPr>
              <a:defRPr sz="1350" b="0">
                <a:solidFill>
                  <a:srgbClr val="ADC5FF"/>
                </a:solidFill>
                <a:latin typeface="Helvetica Neue"/>
                <a:ea typeface="Helvetica Neue"/>
                <a:cs typeface="Helvetica Neue"/>
              </a:defRPr>
            </a:lvl6pPr>
            <a:lvl7pPr>
              <a:defRPr sz="1350" b="0">
                <a:solidFill>
                  <a:srgbClr val="ADC5FF"/>
                </a:solidFill>
                <a:latin typeface="Helvetica Neue"/>
                <a:ea typeface="Helvetica Neue"/>
                <a:cs typeface="Helvetica Neue"/>
              </a:defRPr>
            </a:lvl7pPr>
            <a:lvl8pPr>
              <a:defRPr sz="1350" b="0">
                <a:solidFill>
                  <a:srgbClr val="ADC5FF"/>
                </a:solidFill>
                <a:latin typeface="Helvetica Neue"/>
                <a:ea typeface="Helvetica Neue"/>
                <a:cs typeface="Helvetica Neue"/>
              </a:defRPr>
            </a:lvl8pPr>
            <a:lvl9pPr>
              <a:defRPr sz="1350" b="0">
                <a:solidFill>
                  <a:srgbClr val="ADC5FF"/>
                </a:solidFill>
                <a:latin typeface="Helvetica Neue"/>
                <a:ea typeface="Helvetica Neue"/>
                <a:cs typeface="Helvetica Neue"/>
              </a:defRPr>
            </a:lvl9pPr>
          </a:lstStyle>
          <a:p xmlns:a="http://schemas.openxmlformats.org/drawingml/2006/main">
            <a:pPr>
              <a:defRPr sz="1350" b="0">
                <a:solidFill>
                  <a:srgbClr val="ADC5FF"/>
                </a:solidFill>
                <a:latin typeface="Helvetica Neue"/>
                <a:ea typeface="Helvetica Neue"/>
                <a:cs typeface="Helvetica Neue"/>
              </a:defRPr>
            </a:pPr>
            <a:r>
              <a:rPr sz="1350" b="0">
                <a:solidFill>
                  <a:srgbClr val="ADC5FF"/>
                </a:solidFill>
                <a:latin typeface="Helvetica Neue"/>
                <a:ea typeface="Helvetica Neue"/>
                <a:cs typeface="Helvetica Neue"/>
              </a:rPr>
              <a:t>Рабочие гипотезы проекта. Исследование затрат времени врача ещё предстоит.</a:t>
            </a:r>
          </a:p>
        </p:txBody>
      </p:sp>
    </p:spTree>
    <p:extLst>
      <p:ext uri="{BB962C8B-B14F-4D97-AF65-F5344CB8AC3E}">
        <p14:creationId xmlns:p14="http://schemas.microsoft.com/office/powerpoint/2010/main" val="1751424763"/>
      </p:ext>
    </p:extLst>
  </p:cSld>
</p:sld>
</file>

<file path=ppt/slides/slide3.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56985CD-9268-4782-9F4B-1D05438DA484}"/>
              </a:ext>
            </a:extLst>
          </p:cNvPr>
          <p:cNvSpPr>
            <a:spLocks xmlns:a="http://schemas.openxmlformats.org/drawingml/2006/main" noGrp="1"/>
          </p:cNvSpPr>
          <p:nvPr/>
        </p:nvSpPr>
        <p:spPr>
          <a:xfrm xmlns:a="http://schemas.openxmlformats.org/drawingml/2006/main">
            <a:off x="381000" y="247650"/>
            <a:ext cx="114300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FB25422B-76BB-49FD-ADC5-9922113C794F}"/>
              </a:ext>
            </a:extLst>
          </p:cNvPr>
          <p:cNvPicPr>
            <a:picLocks xmlns:a="http://schemas.openxmlformats.org/drawingml/2006/main" noChangeAspect="1"/>
          </p:cNvPicPr>
          <p:nvPr/>
        </p:nvPicPr>
        <p:blipFill>
          <a:blip xmlns:r="http://schemas.openxmlformats.org/officeDocument/2006/relationships" xmlns:a="http://schemas.openxmlformats.org/drawingml/2006/main" r:embed="Rc2a49929170a48fa">
            <a:extLst>
              <a:ext uri="{96DAC541-7B7A-43D3-8B79-37D633B846F1}">
                <asvg:svgBlip xmlns:asvg="http://schemas.microsoft.com/office/drawing/2016/SVG/main" r:embed="Re8e94ff680ab4635"/>
              </a:ext>
            </a:extLst>
          </a:blip>
          <a:stretch xmlns:a="http://schemas.openxmlformats.org/drawingml/2006/main"/>
        </p:blipFill>
        <p:spPr>
          <a:xfrm xmlns:a="http://schemas.openxmlformats.org/drawingml/2006/main">
            <a:off x="523875" y="352425"/>
            <a:ext cx="41910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6961D02-AC8F-418C-BF93-6E0BC1F2DD1F}"/>
              </a:ext>
            </a:extLst>
          </p:cNvPr>
          <p:cNvSpPr>
            <a:spLocks xmlns:a="http://schemas.openxmlformats.org/drawingml/2006/main" noGrp="1"/>
          </p:cNvSpPr>
          <p:nvPr/>
        </p:nvSpPr>
        <p:spPr>
          <a:xfrm xmlns:a="http://schemas.openxmlformats.org/drawingml/2006/main">
            <a:off x="1066800" y="409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292D42"/>
                </a:solidFill>
                <a:latin typeface="Helvetica Neue"/>
                <a:ea typeface="Helvetica Neue"/>
                <a:cs typeface="Helvetica Neue"/>
              </a:defRPr>
            </a:defPPr>
            <a:lvl1pPr>
              <a:defRPr sz="1950" b="1">
                <a:solidFill>
                  <a:srgbClr val="292D42"/>
                </a:solidFill>
                <a:latin typeface="Helvetica Neue"/>
                <a:ea typeface="Helvetica Neue"/>
                <a:cs typeface="Helvetica Neue"/>
              </a:defRPr>
            </a:lvl1pPr>
            <a:lvl2pPr>
              <a:defRPr sz="1950" b="1">
                <a:solidFill>
                  <a:srgbClr val="292D42"/>
                </a:solidFill>
                <a:latin typeface="Helvetica Neue"/>
                <a:ea typeface="Helvetica Neue"/>
                <a:cs typeface="Helvetica Neue"/>
              </a:defRPr>
            </a:lvl2pPr>
            <a:lvl3pPr>
              <a:defRPr sz="1950" b="1">
                <a:solidFill>
                  <a:srgbClr val="292D42"/>
                </a:solidFill>
                <a:latin typeface="Helvetica Neue"/>
                <a:ea typeface="Helvetica Neue"/>
                <a:cs typeface="Helvetica Neue"/>
              </a:defRPr>
            </a:lvl3pPr>
            <a:lvl4pPr>
              <a:defRPr sz="1950" b="1">
                <a:solidFill>
                  <a:srgbClr val="292D42"/>
                </a:solidFill>
                <a:latin typeface="Helvetica Neue"/>
                <a:ea typeface="Helvetica Neue"/>
                <a:cs typeface="Helvetica Neue"/>
              </a:defRPr>
            </a:lvl4pPr>
            <a:lvl5pPr>
              <a:defRPr sz="1950" b="1">
                <a:solidFill>
                  <a:srgbClr val="292D42"/>
                </a:solidFill>
                <a:latin typeface="Helvetica Neue"/>
                <a:ea typeface="Helvetica Neue"/>
                <a:cs typeface="Helvetica Neue"/>
              </a:defRPr>
            </a:lvl5pPr>
            <a:lvl6pPr>
              <a:defRPr sz="1950" b="1">
                <a:solidFill>
                  <a:srgbClr val="292D42"/>
                </a:solidFill>
                <a:latin typeface="Helvetica Neue"/>
                <a:ea typeface="Helvetica Neue"/>
                <a:cs typeface="Helvetica Neue"/>
              </a:defRPr>
            </a:lvl6pPr>
            <a:lvl7pPr>
              <a:defRPr sz="1950" b="1">
                <a:solidFill>
                  <a:srgbClr val="292D42"/>
                </a:solidFill>
                <a:latin typeface="Helvetica Neue"/>
                <a:ea typeface="Helvetica Neue"/>
                <a:cs typeface="Helvetica Neue"/>
              </a:defRPr>
            </a:lvl7pPr>
            <a:lvl8pPr>
              <a:defRPr sz="1950" b="1">
                <a:solidFill>
                  <a:srgbClr val="292D42"/>
                </a:solidFill>
                <a:latin typeface="Helvetica Neue"/>
                <a:ea typeface="Helvetica Neue"/>
                <a:cs typeface="Helvetica Neue"/>
              </a:defRPr>
            </a:lvl8pPr>
            <a:lvl9pPr>
              <a:defRPr sz="1950" b="1">
                <a:solidFill>
                  <a:srgbClr val="292D42"/>
                </a:solidFill>
                <a:latin typeface="Helvetica Neue"/>
                <a:ea typeface="Helvetica Neue"/>
                <a:cs typeface="Helvetica Neue"/>
              </a:defRPr>
            </a:lvl9pPr>
          </a:lstStyle>
          <a:p xmlns:a="http://schemas.openxmlformats.org/drawingml/2006/main">
            <a:pPr>
              <a:defRPr sz="1950" b="1">
                <a:solidFill>
                  <a:srgbClr val="292D42"/>
                </a:solidFill>
                <a:latin typeface="Helvetica Neue"/>
                <a:ea typeface="Helvetica Neue"/>
                <a:cs typeface="Helvetica Neue"/>
              </a:defRPr>
            </a:pPr>
            <a:r>
              <a:rPr sz="1950" b="1">
                <a:solidFill>
                  <a:srgbClr val="292D42"/>
                </a:solidFill>
                <a:latin typeface="Helvetica Neue"/>
                <a:ea typeface="Helvetica Neue"/>
                <a:cs typeface="Helvetica Neue"/>
              </a:rPr>
              <a:t>Clinical Compass</a:t>
            </a:r>
          </a:p>
        </p:txBody>
      </p:sp>
      <p:sp>
        <p:nvSpPr>
          <p:cNvPr id="4" name="">
            <a:extLst xmlns:a="http://schemas.openxmlformats.org/drawingml/2006/main">
              <a:ext uri="{FF2B5EF4-FFF2-40B4-BE49-F238E27FC236}">
                <a16:creationId xmlns:a16="http://schemas.microsoft.com/office/drawing/2014/main" id="{737C7057-EA58-470A-8F08-9824C261DC0A}"/>
              </a:ext>
            </a:extLst>
          </p:cNvPr>
          <p:cNvSpPr>
            <a:spLocks xmlns:a="http://schemas.openxmlformats.org/drawingml/2006/main" noGrp="1"/>
          </p:cNvSpPr>
          <p:nvPr/>
        </p:nvSpPr>
        <p:spPr>
          <a:xfrm xmlns:a="http://schemas.openxmlformats.org/drawingml/2006/main">
            <a:off x="7239000" y="428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00" b="0">
                <a:solidFill>
                  <a:srgbClr val="758099"/>
                </a:solidFill>
                <a:latin typeface="Helvetica Neue"/>
                <a:ea typeface="Helvetica Neue"/>
                <a:cs typeface="Helvetica Neue"/>
              </a:defRPr>
            </a:defPPr>
            <a:lvl1pPr algn="r">
              <a:defRPr sz="1500" b="0">
                <a:solidFill>
                  <a:srgbClr val="758099"/>
                </a:solidFill>
                <a:latin typeface="Helvetica Neue"/>
                <a:ea typeface="Helvetica Neue"/>
                <a:cs typeface="Helvetica Neue"/>
              </a:defRPr>
            </a:lvl1pPr>
            <a:lvl2pPr algn="r">
              <a:defRPr sz="1500" b="0">
                <a:solidFill>
                  <a:srgbClr val="758099"/>
                </a:solidFill>
                <a:latin typeface="Helvetica Neue"/>
                <a:ea typeface="Helvetica Neue"/>
                <a:cs typeface="Helvetica Neue"/>
              </a:defRPr>
            </a:lvl2pPr>
            <a:lvl3pPr algn="r">
              <a:defRPr sz="1500" b="0">
                <a:solidFill>
                  <a:srgbClr val="758099"/>
                </a:solidFill>
                <a:latin typeface="Helvetica Neue"/>
                <a:ea typeface="Helvetica Neue"/>
                <a:cs typeface="Helvetica Neue"/>
              </a:defRPr>
            </a:lvl3pPr>
            <a:lvl4pPr algn="r">
              <a:defRPr sz="1500" b="0">
                <a:solidFill>
                  <a:srgbClr val="758099"/>
                </a:solidFill>
                <a:latin typeface="Helvetica Neue"/>
                <a:ea typeface="Helvetica Neue"/>
                <a:cs typeface="Helvetica Neue"/>
              </a:defRPr>
            </a:lvl4pPr>
            <a:lvl5pPr algn="r">
              <a:defRPr sz="1500" b="0">
                <a:solidFill>
                  <a:srgbClr val="758099"/>
                </a:solidFill>
                <a:latin typeface="Helvetica Neue"/>
                <a:ea typeface="Helvetica Neue"/>
                <a:cs typeface="Helvetica Neue"/>
              </a:defRPr>
            </a:lvl5pPr>
            <a:lvl6pPr algn="r">
              <a:defRPr sz="1500" b="0">
                <a:solidFill>
                  <a:srgbClr val="758099"/>
                </a:solidFill>
                <a:latin typeface="Helvetica Neue"/>
                <a:ea typeface="Helvetica Neue"/>
                <a:cs typeface="Helvetica Neue"/>
              </a:defRPr>
            </a:lvl6pPr>
            <a:lvl7pPr algn="r">
              <a:defRPr sz="1500" b="0">
                <a:solidFill>
                  <a:srgbClr val="758099"/>
                </a:solidFill>
                <a:latin typeface="Helvetica Neue"/>
                <a:ea typeface="Helvetica Neue"/>
                <a:cs typeface="Helvetica Neue"/>
              </a:defRPr>
            </a:lvl7pPr>
            <a:lvl8pPr algn="r">
              <a:defRPr sz="1500" b="0">
                <a:solidFill>
                  <a:srgbClr val="758099"/>
                </a:solidFill>
                <a:latin typeface="Helvetica Neue"/>
                <a:ea typeface="Helvetica Neue"/>
                <a:cs typeface="Helvetica Neue"/>
              </a:defRPr>
            </a:lvl8pPr>
            <a:lvl9pPr algn="r">
              <a:defRPr sz="1500" b="0">
                <a:solidFill>
                  <a:srgbClr val="758099"/>
                </a:solidFill>
                <a:latin typeface="Helvetica Neue"/>
                <a:ea typeface="Helvetica Neue"/>
                <a:cs typeface="Helvetica Neue"/>
              </a:defRPr>
            </a:lvl9pPr>
          </a:lstStyle>
          <a:p xmlns:a="http://schemas.openxmlformats.org/drawingml/2006/main">
            <a:pPr algn="r">
              <a:defRPr sz="1500" b="0">
                <a:solidFill>
                  <a:srgbClr val="758099"/>
                </a:solidFill>
                <a:latin typeface="Helvetica Neue"/>
                <a:ea typeface="Helvetica Neue"/>
                <a:cs typeface="Helvetica Neue"/>
              </a:defRPr>
            </a:pPr>
            <a:r>
              <a:rPr sz="1500" b="0">
                <a:solidFill>
                  <a:srgbClr val="758099"/>
                </a:solidFill>
                <a:latin typeface="Helvetica Neue"/>
                <a:ea typeface="Helvetica Neue"/>
                <a:cs typeface="Helvetica Neue"/>
              </a:rPr>
              <a:t>Основная идея</a:t>
            </a:r>
          </a:p>
        </p:txBody>
      </p:sp>
      <p:sp>
        <p:nvSpPr>
          <p:cNvPr id="5" name="">
            <a:extLst xmlns:a="http://schemas.openxmlformats.org/drawingml/2006/main">
              <a:ext uri="{FF2B5EF4-FFF2-40B4-BE49-F238E27FC236}">
                <a16:creationId xmlns:a16="http://schemas.microsoft.com/office/drawing/2014/main" id="{2811C94F-F5C3-4D9F-8103-888D41531876}"/>
              </a:ext>
            </a:extLst>
          </p:cNvPr>
          <p:cNvSpPr>
            <a:spLocks xmlns:a="http://schemas.openxmlformats.org/drawingml/2006/main" noGrp="1"/>
          </p:cNvSpPr>
          <p:nvPr/>
        </p:nvSpPr>
        <p:spPr>
          <a:xfrm xmlns:a="http://schemas.openxmlformats.org/drawingml/2006/main">
            <a:off x="11315700" y="4286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350" b="0">
                <a:solidFill>
                  <a:srgbClr val="758099"/>
                </a:solidFill>
                <a:latin typeface="Helvetica Neue"/>
                <a:ea typeface="Helvetica Neue"/>
                <a:cs typeface="Helvetica Neue"/>
              </a:defRPr>
            </a:defPPr>
            <a:lvl1pPr algn="r">
              <a:defRPr sz="1350" b="0">
                <a:solidFill>
                  <a:srgbClr val="758099"/>
                </a:solidFill>
                <a:latin typeface="Helvetica Neue"/>
                <a:ea typeface="Helvetica Neue"/>
                <a:cs typeface="Helvetica Neue"/>
              </a:defRPr>
            </a:lvl1pPr>
            <a:lvl2pPr algn="r">
              <a:defRPr sz="1350" b="0">
                <a:solidFill>
                  <a:srgbClr val="758099"/>
                </a:solidFill>
                <a:latin typeface="Helvetica Neue"/>
                <a:ea typeface="Helvetica Neue"/>
                <a:cs typeface="Helvetica Neue"/>
              </a:defRPr>
            </a:lvl2pPr>
            <a:lvl3pPr algn="r">
              <a:defRPr sz="1350" b="0">
                <a:solidFill>
                  <a:srgbClr val="758099"/>
                </a:solidFill>
                <a:latin typeface="Helvetica Neue"/>
                <a:ea typeface="Helvetica Neue"/>
                <a:cs typeface="Helvetica Neue"/>
              </a:defRPr>
            </a:lvl3pPr>
            <a:lvl4pPr algn="r">
              <a:defRPr sz="1350" b="0">
                <a:solidFill>
                  <a:srgbClr val="758099"/>
                </a:solidFill>
                <a:latin typeface="Helvetica Neue"/>
                <a:ea typeface="Helvetica Neue"/>
                <a:cs typeface="Helvetica Neue"/>
              </a:defRPr>
            </a:lvl4pPr>
            <a:lvl5pPr algn="r">
              <a:defRPr sz="1350" b="0">
                <a:solidFill>
                  <a:srgbClr val="758099"/>
                </a:solidFill>
                <a:latin typeface="Helvetica Neue"/>
                <a:ea typeface="Helvetica Neue"/>
                <a:cs typeface="Helvetica Neue"/>
              </a:defRPr>
            </a:lvl5pPr>
            <a:lvl6pPr algn="r">
              <a:defRPr sz="1350" b="0">
                <a:solidFill>
                  <a:srgbClr val="758099"/>
                </a:solidFill>
                <a:latin typeface="Helvetica Neue"/>
                <a:ea typeface="Helvetica Neue"/>
                <a:cs typeface="Helvetica Neue"/>
              </a:defRPr>
            </a:lvl6pPr>
            <a:lvl7pPr algn="r">
              <a:defRPr sz="1350" b="0">
                <a:solidFill>
                  <a:srgbClr val="758099"/>
                </a:solidFill>
                <a:latin typeface="Helvetica Neue"/>
                <a:ea typeface="Helvetica Neue"/>
                <a:cs typeface="Helvetica Neue"/>
              </a:defRPr>
            </a:lvl7pPr>
            <a:lvl8pPr algn="r">
              <a:defRPr sz="1350" b="0">
                <a:solidFill>
                  <a:srgbClr val="758099"/>
                </a:solidFill>
                <a:latin typeface="Helvetica Neue"/>
                <a:ea typeface="Helvetica Neue"/>
                <a:cs typeface="Helvetica Neue"/>
              </a:defRPr>
            </a:lvl8pPr>
            <a:lvl9pPr algn="r">
              <a:defRPr sz="1350" b="0">
                <a:solidFill>
                  <a:srgbClr val="758099"/>
                </a:solidFill>
                <a:latin typeface="Helvetica Neue"/>
                <a:ea typeface="Helvetica Neue"/>
                <a:cs typeface="Helvetica Neue"/>
              </a:defRPr>
            </a:lvl9pPr>
          </a:lstStyle>
          <a:p xmlns:a="http://schemas.openxmlformats.org/drawingml/2006/main">
            <a:pPr algn="r">
              <a:defRPr sz="1350" b="0">
                <a:solidFill>
                  <a:srgbClr val="758099"/>
                </a:solidFill>
                <a:latin typeface="Helvetica Neue"/>
                <a:ea typeface="Helvetica Neue"/>
                <a:cs typeface="Helvetica Neue"/>
              </a:defRPr>
            </a:pPr>
            <a:r>
              <a:rPr sz="1350" b="0">
                <a:solidFill>
                  <a:srgbClr val="758099"/>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55820278-7C5F-48C2-8E68-FDC7280063ED}"/>
              </a:ext>
            </a:extLst>
          </p:cNvPr>
          <p:cNvSpPr>
            <a:spLocks xmlns:a="http://schemas.openxmlformats.org/drawingml/2006/main" noGrp="1"/>
          </p:cNvSpPr>
          <p:nvPr/>
        </p:nvSpPr>
        <p:spPr>
          <a:xfrm xmlns:a="http://schemas.openxmlformats.org/drawingml/2006/main">
            <a:off x="533400" y="1190625"/>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75" b="0">
                <a:solidFill>
                  <a:srgbClr val="FFFFFF"/>
                </a:solidFill>
                <a:latin typeface="Helvetica Neue"/>
                <a:ea typeface="Helvetica Neue"/>
                <a:cs typeface="Helvetica Neue"/>
              </a:defRPr>
            </a:defPPr>
            <a:lvl1pPr>
              <a:defRPr sz="3675" b="0">
                <a:solidFill>
                  <a:srgbClr val="FFFFFF"/>
                </a:solidFill>
                <a:latin typeface="Helvetica Neue"/>
                <a:ea typeface="Helvetica Neue"/>
                <a:cs typeface="Helvetica Neue"/>
              </a:defRPr>
            </a:lvl1pPr>
            <a:lvl2pPr>
              <a:defRPr sz="3675" b="0">
                <a:solidFill>
                  <a:srgbClr val="FFFFFF"/>
                </a:solidFill>
                <a:latin typeface="Helvetica Neue"/>
                <a:ea typeface="Helvetica Neue"/>
                <a:cs typeface="Helvetica Neue"/>
              </a:defRPr>
            </a:lvl2pPr>
            <a:lvl3pPr>
              <a:defRPr sz="3675" b="0">
                <a:solidFill>
                  <a:srgbClr val="FFFFFF"/>
                </a:solidFill>
                <a:latin typeface="Helvetica Neue"/>
                <a:ea typeface="Helvetica Neue"/>
                <a:cs typeface="Helvetica Neue"/>
              </a:defRPr>
            </a:lvl3pPr>
            <a:lvl4pPr>
              <a:defRPr sz="3675" b="0">
                <a:solidFill>
                  <a:srgbClr val="FFFFFF"/>
                </a:solidFill>
                <a:latin typeface="Helvetica Neue"/>
                <a:ea typeface="Helvetica Neue"/>
                <a:cs typeface="Helvetica Neue"/>
              </a:defRPr>
            </a:lvl4pPr>
            <a:lvl5pPr>
              <a:defRPr sz="3675" b="0">
                <a:solidFill>
                  <a:srgbClr val="FFFFFF"/>
                </a:solidFill>
                <a:latin typeface="Helvetica Neue"/>
                <a:ea typeface="Helvetica Neue"/>
                <a:cs typeface="Helvetica Neue"/>
              </a:defRPr>
            </a:lvl5pPr>
            <a:lvl6pPr>
              <a:defRPr sz="3675" b="0">
                <a:solidFill>
                  <a:srgbClr val="FFFFFF"/>
                </a:solidFill>
                <a:latin typeface="Helvetica Neue"/>
                <a:ea typeface="Helvetica Neue"/>
                <a:cs typeface="Helvetica Neue"/>
              </a:defRPr>
            </a:lvl6pPr>
            <a:lvl7pPr>
              <a:defRPr sz="3675" b="0">
                <a:solidFill>
                  <a:srgbClr val="FFFFFF"/>
                </a:solidFill>
                <a:latin typeface="Helvetica Neue"/>
                <a:ea typeface="Helvetica Neue"/>
                <a:cs typeface="Helvetica Neue"/>
              </a:defRPr>
            </a:lvl7pPr>
            <a:lvl8pPr>
              <a:defRPr sz="3675" b="0">
                <a:solidFill>
                  <a:srgbClr val="FFFFFF"/>
                </a:solidFill>
                <a:latin typeface="Helvetica Neue"/>
                <a:ea typeface="Helvetica Neue"/>
                <a:cs typeface="Helvetica Neue"/>
              </a:defRPr>
            </a:lvl8pPr>
            <a:lvl9pPr>
              <a:defRPr sz="3675" b="0">
                <a:solidFill>
                  <a:srgbClr val="FFFFFF"/>
                </a:solidFill>
                <a:latin typeface="Helvetica Neue"/>
                <a:ea typeface="Helvetica Neue"/>
                <a:cs typeface="Helvetica Neue"/>
              </a:defRPr>
            </a:lvl9pPr>
          </a:lstStyle>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Одна история от записи до приёма</a:t>
            </a:r>
          </a:p>
        </p:txBody>
      </p:sp>
      <p:sp>
        <p:nvSpPr>
          <p:cNvPr id="7" name="">
            <a:extLst xmlns:a="http://schemas.openxmlformats.org/drawingml/2006/main">
              <a:ext uri="{FF2B5EF4-FFF2-40B4-BE49-F238E27FC236}">
                <a16:creationId xmlns:a16="http://schemas.microsoft.com/office/drawing/2014/main" id="{4DCE10CB-FA35-4094-86C5-1EEC2B6A07A6}"/>
              </a:ext>
            </a:extLst>
          </p:cNvPr>
          <p:cNvSpPr>
            <a:spLocks xmlns:a="http://schemas.openxmlformats.org/drawingml/2006/main" noGrp="1"/>
          </p:cNvSpPr>
          <p:nvPr/>
        </p:nvSpPr>
        <p:spPr>
          <a:xfrm xmlns:a="http://schemas.openxmlformats.org/drawingml/2006/main">
            <a:off x="533400" y="2352675"/>
            <a:ext cx="11125200" cy="28575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0DCA442-021A-4B03-BC10-17E59A15A7C0}"/>
              </a:ext>
            </a:extLst>
          </p:cNvPr>
          <p:cNvSpPr>
            <a:spLocks xmlns:a="http://schemas.openxmlformats.org/drawingml/2006/main" noGrp="1"/>
          </p:cNvSpPr>
          <p:nvPr/>
        </p:nvSpPr>
        <p:spPr>
          <a:xfrm xmlns:a="http://schemas.openxmlformats.org/drawingml/2006/main">
            <a:off x="800100" y="2628900"/>
            <a:ext cx="419100" cy="419100"/>
          </a:xfrm>
          <a:prstGeom xmlns:a="http://schemas.openxmlformats.org/drawingml/2006/main" prst="roundRect">
            <a:avLst>
              <a:gd name="adj" fmla="val 50000"/>
            </a:avLst>
          </a:prstGeom>
          <a:solidFill xmlns:a="http://schemas.openxmlformats.org/drawingml/2006/main">
            <a:srgbClr val="315F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90EEEFA-184D-4FBD-8DCE-15F8200F1431}"/>
              </a:ext>
            </a:extLst>
          </p:cNvPr>
          <p:cNvSpPr>
            <a:spLocks xmlns:a="http://schemas.openxmlformats.org/drawingml/2006/main" noGrp="1"/>
          </p:cNvSpPr>
          <p:nvPr/>
        </p:nvSpPr>
        <p:spPr>
          <a:xfrm xmlns:a="http://schemas.openxmlformats.org/drawingml/2006/main">
            <a:off x="800100" y="2686050"/>
            <a:ext cx="419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725" b="1">
                <a:solidFill>
                  <a:srgbClr val="FFFFFF"/>
                </a:solidFill>
                <a:latin typeface="Helvetica Neue"/>
                <a:ea typeface="Helvetica Neue"/>
                <a:cs typeface="Helvetica Neue"/>
              </a:defRPr>
            </a:defPPr>
            <a:lvl1pPr algn="ctr">
              <a:defRPr sz="1725" b="1">
                <a:solidFill>
                  <a:srgbClr val="FFFFFF"/>
                </a:solidFill>
                <a:latin typeface="Helvetica Neue"/>
                <a:ea typeface="Helvetica Neue"/>
                <a:cs typeface="Helvetica Neue"/>
              </a:defRPr>
            </a:lvl1pPr>
            <a:lvl2pPr algn="ctr">
              <a:defRPr sz="1725" b="1">
                <a:solidFill>
                  <a:srgbClr val="FFFFFF"/>
                </a:solidFill>
                <a:latin typeface="Helvetica Neue"/>
                <a:ea typeface="Helvetica Neue"/>
                <a:cs typeface="Helvetica Neue"/>
              </a:defRPr>
            </a:lvl2pPr>
            <a:lvl3pPr algn="ctr">
              <a:defRPr sz="1725" b="1">
                <a:solidFill>
                  <a:srgbClr val="FFFFFF"/>
                </a:solidFill>
                <a:latin typeface="Helvetica Neue"/>
                <a:ea typeface="Helvetica Neue"/>
                <a:cs typeface="Helvetica Neue"/>
              </a:defRPr>
            </a:lvl3pPr>
            <a:lvl4pPr algn="ctr">
              <a:defRPr sz="1725" b="1">
                <a:solidFill>
                  <a:srgbClr val="FFFFFF"/>
                </a:solidFill>
                <a:latin typeface="Helvetica Neue"/>
                <a:ea typeface="Helvetica Neue"/>
                <a:cs typeface="Helvetica Neue"/>
              </a:defRPr>
            </a:lvl4pPr>
            <a:lvl5pPr algn="ctr">
              <a:defRPr sz="1725" b="1">
                <a:solidFill>
                  <a:srgbClr val="FFFFFF"/>
                </a:solidFill>
                <a:latin typeface="Helvetica Neue"/>
                <a:ea typeface="Helvetica Neue"/>
                <a:cs typeface="Helvetica Neue"/>
              </a:defRPr>
            </a:lvl5pPr>
            <a:lvl6pPr algn="ctr">
              <a:defRPr sz="1725" b="1">
                <a:solidFill>
                  <a:srgbClr val="FFFFFF"/>
                </a:solidFill>
                <a:latin typeface="Helvetica Neue"/>
                <a:ea typeface="Helvetica Neue"/>
                <a:cs typeface="Helvetica Neue"/>
              </a:defRPr>
            </a:lvl6pPr>
            <a:lvl7pPr algn="ctr">
              <a:defRPr sz="1725" b="1">
                <a:solidFill>
                  <a:srgbClr val="FFFFFF"/>
                </a:solidFill>
                <a:latin typeface="Helvetica Neue"/>
                <a:ea typeface="Helvetica Neue"/>
                <a:cs typeface="Helvetica Neue"/>
              </a:defRPr>
            </a:lvl7pPr>
            <a:lvl8pPr algn="ctr">
              <a:defRPr sz="1725" b="1">
                <a:solidFill>
                  <a:srgbClr val="FFFFFF"/>
                </a:solidFill>
                <a:latin typeface="Helvetica Neue"/>
                <a:ea typeface="Helvetica Neue"/>
                <a:cs typeface="Helvetica Neue"/>
              </a:defRPr>
            </a:lvl8pPr>
            <a:lvl9pPr algn="ctr">
              <a:defRPr sz="1725" b="1">
                <a:solidFill>
                  <a:srgbClr val="FFFFFF"/>
                </a:solidFill>
                <a:latin typeface="Helvetica Neue"/>
                <a:ea typeface="Helvetica Neue"/>
                <a:cs typeface="Helvetica Neue"/>
              </a:defRPr>
            </a:lvl9pPr>
          </a:lstStyle>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1</a:t>
            </a:r>
          </a:p>
        </p:txBody>
      </p:sp>
      <p:sp>
        <p:nvSpPr>
          <p:cNvPr id="10" name="">
            <a:extLst xmlns:a="http://schemas.openxmlformats.org/drawingml/2006/main">
              <a:ext uri="{FF2B5EF4-FFF2-40B4-BE49-F238E27FC236}">
                <a16:creationId xmlns:a16="http://schemas.microsoft.com/office/drawing/2014/main" id="{BA4D07AC-283C-4EB0-80CA-3270DCA89697}"/>
              </a:ext>
            </a:extLst>
          </p:cNvPr>
          <p:cNvSpPr>
            <a:spLocks xmlns:a="http://schemas.openxmlformats.org/drawingml/2006/main" noGrp="1"/>
          </p:cNvSpPr>
          <p:nvPr/>
        </p:nvSpPr>
        <p:spPr>
          <a:xfrm xmlns:a="http://schemas.openxmlformats.org/drawingml/2006/main">
            <a:off x="800100" y="3267075"/>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292D42"/>
                </a:solidFill>
                <a:latin typeface="Helvetica Neue"/>
                <a:ea typeface="Helvetica Neue"/>
                <a:cs typeface="Helvetica Neue"/>
              </a:defRPr>
            </a:defPPr>
            <a:lvl1pPr>
              <a:defRPr sz="2325" b="1">
                <a:solidFill>
                  <a:srgbClr val="292D42"/>
                </a:solidFill>
                <a:latin typeface="Helvetica Neue"/>
                <a:ea typeface="Helvetica Neue"/>
                <a:cs typeface="Helvetica Neue"/>
              </a:defRPr>
            </a:lvl1pPr>
            <a:lvl2pPr>
              <a:defRPr sz="2325" b="1">
                <a:solidFill>
                  <a:srgbClr val="292D42"/>
                </a:solidFill>
                <a:latin typeface="Helvetica Neue"/>
                <a:ea typeface="Helvetica Neue"/>
                <a:cs typeface="Helvetica Neue"/>
              </a:defRPr>
            </a:lvl2pPr>
            <a:lvl3pPr>
              <a:defRPr sz="2325" b="1">
                <a:solidFill>
                  <a:srgbClr val="292D42"/>
                </a:solidFill>
                <a:latin typeface="Helvetica Neue"/>
                <a:ea typeface="Helvetica Neue"/>
                <a:cs typeface="Helvetica Neue"/>
              </a:defRPr>
            </a:lvl3pPr>
            <a:lvl4pPr>
              <a:defRPr sz="2325" b="1">
                <a:solidFill>
                  <a:srgbClr val="292D42"/>
                </a:solidFill>
                <a:latin typeface="Helvetica Neue"/>
                <a:ea typeface="Helvetica Neue"/>
                <a:cs typeface="Helvetica Neue"/>
              </a:defRPr>
            </a:lvl4pPr>
            <a:lvl5pPr>
              <a:defRPr sz="2325" b="1">
                <a:solidFill>
                  <a:srgbClr val="292D42"/>
                </a:solidFill>
                <a:latin typeface="Helvetica Neue"/>
                <a:ea typeface="Helvetica Neue"/>
                <a:cs typeface="Helvetica Neue"/>
              </a:defRPr>
            </a:lvl5pPr>
            <a:lvl6pPr>
              <a:defRPr sz="2325" b="1">
                <a:solidFill>
                  <a:srgbClr val="292D42"/>
                </a:solidFill>
                <a:latin typeface="Helvetica Neue"/>
                <a:ea typeface="Helvetica Neue"/>
                <a:cs typeface="Helvetica Neue"/>
              </a:defRPr>
            </a:lvl6pPr>
            <a:lvl7pPr>
              <a:defRPr sz="2325" b="1">
                <a:solidFill>
                  <a:srgbClr val="292D42"/>
                </a:solidFill>
                <a:latin typeface="Helvetica Neue"/>
                <a:ea typeface="Helvetica Neue"/>
                <a:cs typeface="Helvetica Neue"/>
              </a:defRPr>
            </a:lvl7pPr>
            <a:lvl8pPr>
              <a:defRPr sz="2325" b="1">
                <a:solidFill>
                  <a:srgbClr val="292D42"/>
                </a:solidFill>
                <a:latin typeface="Helvetica Neue"/>
                <a:ea typeface="Helvetica Neue"/>
                <a:cs typeface="Helvetica Neue"/>
              </a:defRPr>
            </a:lvl8pPr>
            <a:lvl9pPr>
              <a:defRPr sz="2325" b="1">
                <a:solidFill>
                  <a:srgbClr val="292D42"/>
                </a:solidFill>
                <a:latin typeface="Helvetica Neue"/>
                <a:ea typeface="Helvetica Neue"/>
                <a:cs typeface="Helvetica Neue"/>
              </a:defRPr>
            </a:lvl9pPr>
          </a:lstStyle>
          <a:p xmlns:a="http://schemas.openxmlformats.org/drawingml/2006/main">
            <a:pPr>
              <a:defRPr sz="2325" b="1">
                <a:solidFill>
                  <a:srgbClr val="292D42"/>
                </a:solidFill>
                <a:latin typeface="Helvetica Neue"/>
                <a:ea typeface="Helvetica Neue"/>
                <a:cs typeface="Helvetica Neue"/>
              </a:defRPr>
            </a:pPr>
            <a:r>
              <a:rPr sz="2325" b="1">
                <a:solidFill>
                  <a:srgbClr val="292D42"/>
                </a:solidFill>
                <a:latin typeface="Helvetica Neue"/>
                <a:ea typeface="Helvetica Neue"/>
                <a:cs typeface="Helvetica Neue"/>
              </a:rPr>
              <a:t>Пациент</a:t>
            </a:r>
          </a:p>
        </p:txBody>
      </p:sp>
      <p:sp>
        <p:nvSpPr>
          <p:cNvPr id="11" name="">
            <a:extLst xmlns:a="http://schemas.openxmlformats.org/drawingml/2006/main">
              <a:ext uri="{FF2B5EF4-FFF2-40B4-BE49-F238E27FC236}">
                <a16:creationId xmlns:a16="http://schemas.microsoft.com/office/drawing/2014/main" id="{BDE5E372-9906-4B10-B7C7-784BC7B7EEB4}"/>
              </a:ext>
            </a:extLst>
          </p:cNvPr>
          <p:cNvSpPr>
            <a:spLocks xmlns:a="http://schemas.openxmlformats.org/drawingml/2006/main" noGrp="1"/>
          </p:cNvSpPr>
          <p:nvPr/>
        </p:nvSpPr>
        <p:spPr>
          <a:xfrm xmlns:a="http://schemas.openxmlformats.org/drawingml/2006/main">
            <a:off x="800100" y="3876675"/>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758099"/>
                </a:solidFill>
                <a:latin typeface="Helvetica Neue"/>
                <a:ea typeface="Helvetica Neue"/>
                <a:cs typeface="Helvetica Neue"/>
              </a:defRPr>
            </a:defPPr>
            <a:lvl1pPr>
              <a:defRPr sz="1800" b="0">
                <a:solidFill>
                  <a:srgbClr val="758099"/>
                </a:solidFill>
                <a:latin typeface="Helvetica Neue"/>
                <a:ea typeface="Helvetica Neue"/>
                <a:cs typeface="Helvetica Neue"/>
              </a:defRPr>
            </a:lvl1pPr>
            <a:lvl2pPr>
              <a:defRPr sz="1800" b="0">
                <a:solidFill>
                  <a:srgbClr val="758099"/>
                </a:solidFill>
                <a:latin typeface="Helvetica Neue"/>
                <a:ea typeface="Helvetica Neue"/>
                <a:cs typeface="Helvetica Neue"/>
              </a:defRPr>
            </a:lvl2pPr>
            <a:lvl3pPr>
              <a:defRPr sz="1800" b="0">
                <a:solidFill>
                  <a:srgbClr val="758099"/>
                </a:solidFill>
                <a:latin typeface="Helvetica Neue"/>
                <a:ea typeface="Helvetica Neue"/>
                <a:cs typeface="Helvetica Neue"/>
              </a:defRPr>
            </a:lvl3pPr>
            <a:lvl4pPr>
              <a:defRPr sz="1800" b="0">
                <a:solidFill>
                  <a:srgbClr val="758099"/>
                </a:solidFill>
                <a:latin typeface="Helvetica Neue"/>
                <a:ea typeface="Helvetica Neue"/>
                <a:cs typeface="Helvetica Neue"/>
              </a:defRPr>
            </a:lvl4pPr>
            <a:lvl5pPr>
              <a:defRPr sz="1800" b="0">
                <a:solidFill>
                  <a:srgbClr val="758099"/>
                </a:solidFill>
                <a:latin typeface="Helvetica Neue"/>
                <a:ea typeface="Helvetica Neue"/>
                <a:cs typeface="Helvetica Neue"/>
              </a:defRPr>
            </a:lvl5pPr>
            <a:lvl6pPr>
              <a:defRPr sz="1800" b="0">
                <a:solidFill>
                  <a:srgbClr val="758099"/>
                </a:solidFill>
                <a:latin typeface="Helvetica Neue"/>
                <a:ea typeface="Helvetica Neue"/>
                <a:cs typeface="Helvetica Neue"/>
              </a:defRPr>
            </a:lvl6pPr>
            <a:lvl7pPr>
              <a:defRPr sz="1800" b="0">
                <a:solidFill>
                  <a:srgbClr val="758099"/>
                </a:solidFill>
                <a:latin typeface="Helvetica Neue"/>
                <a:ea typeface="Helvetica Neue"/>
                <a:cs typeface="Helvetica Neue"/>
              </a:defRPr>
            </a:lvl7pPr>
            <a:lvl8pPr>
              <a:defRPr sz="1800" b="0">
                <a:solidFill>
                  <a:srgbClr val="758099"/>
                </a:solidFill>
                <a:latin typeface="Helvetica Neue"/>
                <a:ea typeface="Helvetica Neue"/>
                <a:cs typeface="Helvetica Neue"/>
              </a:defRPr>
            </a:lvl8pPr>
            <a:lvl9pPr>
              <a:defRPr sz="1800" b="0">
                <a:solidFill>
                  <a:srgbClr val="758099"/>
                </a:solidFill>
                <a:latin typeface="Helvetica Neue"/>
                <a:ea typeface="Helvetica Neue"/>
                <a:cs typeface="Helvetica Neue"/>
              </a:defRPr>
            </a:lvl9pPr>
          </a:lstStyle>
          <a:p xmlns:a="http://schemas.openxmlformats.org/drawingml/2006/main">
            <a:pPr>
              <a:defRPr sz="1800" b="0">
                <a:solidFill>
                  <a:srgbClr val="758099"/>
                </a:solidFill>
                <a:latin typeface="Helvetica Neue"/>
                <a:ea typeface="Helvetica Neue"/>
                <a:cs typeface="Helvetica Neue"/>
              </a:defRPr>
            </a:pPr>
            <a:r>
              <a:rPr sz="1800" b="0">
                <a:solidFill>
                  <a:srgbClr val="758099"/>
                </a:solidFill>
                <a:latin typeface="Helvetica Neue"/>
                <a:ea typeface="Helvetica Neue"/>
                <a:cs typeface="Helvetica Neue"/>
              </a:rPr>
              <a:t>Ведёт дневник</a:t>
            </a:r>
          </a:p>
          <a:p xmlns:a="http://schemas.openxmlformats.org/drawingml/2006/main">
            <a:pPr>
              <a:defRPr sz="1800" b="0">
                <a:solidFill>
                  <a:srgbClr val="758099"/>
                </a:solidFill>
                <a:latin typeface="Helvetica Neue"/>
                <a:ea typeface="Helvetica Neue"/>
                <a:cs typeface="Helvetica Neue"/>
              </a:defRPr>
            </a:pPr>
            <a:r>
              <a:rPr sz="1800" b="0">
                <a:solidFill>
                  <a:srgbClr val="758099"/>
                </a:solidFill>
                <a:latin typeface="Helvetica Neue"/>
                <a:ea typeface="Helvetica Neue"/>
                <a:cs typeface="Helvetica Neue"/>
              </a:rPr>
              <a:t>и отвечает на анкеты</a:t>
            </a:r>
          </a:p>
        </p:txBody>
      </p:sp>
      <p:sp>
        <p:nvSpPr>
          <p:cNvPr id="12" name="">
            <a:extLst xmlns:a="http://schemas.openxmlformats.org/drawingml/2006/main">
              <a:ext uri="{FF2B5EF4-FFF2-40B4-BE49-F238E27FC236}">
                <a16:creationId xmlns:a16="http://schemas.microsoft.com/office/drawing/2014/main" id="{B285C1F7-E696-4651-96D2-22377727BEA1}"/>
              </a:ext>
            </a:extLst>
          </p:cNvPr>
          <p:cNvSpPr>
            <a:spLocks xmlns:a="http://schemas.openxmlformats.org/drawingml/2006/main" noGrp="1"/>
          </p:cNvSpPr>
          <p:nvPr/>
        </p:nvSpPr>
        <p:spPr>
          <a:xfrm xmlns:a="http://schemas.openxmlformats.org/drawingml/2006/main">
            <a:off x="3162300" y="2838450"/>
            <a:ext cx="247650" cy="19050"/>
          </a:xfrm>
          <a:prstGeom xmlns:a="http://schemas.openxmlformats.org/drawingml/2006/main" prst="rect">
            <a:avLst/>
          </a:prstGeom>
          <a:solidFill xmlns:a="http://schemas.openxmlformats.org/drawingml/2006/main">
            <a:srgbClr val="DFE5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E73CC81-4D24-4C4D-8017-15908B3D6ED4}"/>
              </a:ext>
            </a:extLst>
          </p:cNvPr>
          <p:cNvSpPr>
            <a:spLocks xmlns:a="http://schemas.openxmlformats.org/drawingml/2006/main" noGrp="1"/>
          </p:cNvSpPr>
          <p:nvPr/>
        </p:nvSpPr>
        <p:spPr>
          <a:xfrm xmlns:a="http://schemas.openxmlformats.org/drawingml/2006/main">
            <a:off x="3476625" y="2628900"/>
            <a:ext cx="419100" cy="419100"/>
          </a:xfrm>
          <a:prstGeom xmlns:a="http://schemas.openxmlformats.org/drawingml/2006/main" prst="roundRect">
            <a:avLst>
              <a:gd name="adj" fmla="val 50000"/>
            </a:avLst>
          </a:prstGeom>
          <a:solidFill xmlns:a="http://schemas.openxmlformats.org/drawingml/2006/main">
            <a:srgbClr val="315FD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395A55C-DC90-40E4-A4DF-44B06ADCE47B}"/>
              </a:ext>
            </a:extLst>
          </p:cNvPr>
          <p:cNvSpPr>
            <a:spLocks xmlns:a="http://schemas.openxmlformats.org/drawingml/2006/main" noGrp="1"/>
          </p:cNvSpPr>
          <p:nvPr/>
        </p:nvSpPr>
        <p:spPr>
          <a:xfrm xmlns:a="http://schemas.openxmlformats.org/drawingml/2006/main">
            <a:off x="3476625" y="2686050"/>
            <a:ext cx="419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725" b="1">
                <a:solidFill>
                  <a:srgbClr val="FFFFFF"/>
                </a:solidFill>
                <a:latin typeface="Helvetica Neue"/>
                <a:ea typeface="Helvetica Neue"/>
                <a:cs typeface="Helvetica Neue"/>
              </a:defRPr>
            </a:defPPr>
            <a:lvl1pPr algn="ctr">
              <a:defRPr sz="1725" b="1">
                <a:solidFill>
                  <a:srgbClr val="FFFFFF"/>
                </a:solidFill>
                <a:latin typeface="Helvetica Neue"/>
                <a:ea typeface="Helvetica Neue"/>
                <a:cs typeface="Helvetica Neue"/>
              </a:defRPr>
            </a:lvl1pPr>
            <a:lvl2pPr algn="ctr">
              <a:defRPr sz="1725" b="1">
                <a:solidFill>
                  <a:srgbClr val="FFFFFF"/>
                </a:solidFill>
                <a:latin typeface="Helvetica Neue"/>
                <a:ea typeface="Helvetica Neue"/>
                <a:cs typeface="Helvetica Neue"/>
              </a:defRPr>
            </a:lvl2pPr>
            <a:lvl3pPr algn="ctr">
              <a:defRPr sz="1725" b="1">
                <a:solidFill>
                  <a:srgbClr val="FFFFFF"/>
                </a:solidFill>
                <a:latin typeface="Helvetica Neue"/>
                <a:ea typeface="Helvetica Neue"/>
                <a:cs typeface="Helvetica Neue"/>
              </a:defRPr>
            </a:lvl3pPr>
            <a:lvl4pPr algn="ctr">
              <a:defRPr sz="1725" b="1">
                <a:solidFill>
                  <a:srgbClr val="FFFFFF"/>
                </a:solidFill>
                <a:latin typeface="Helvetica Neue"/>
                <a:ea typeface="Helvetica Neue"/>
                <a:cs typeface="Helvetica Neue"/>
              </a:defRPr>
            </a:lvl4pPr>
            <a:lvl5pPr algn="ctr">
              <a:defRPr sz="1725" b="1">
                <a:solidFill>
                  <a:srgbClr val="FFFFFF"/>
                </a:solidFill>
                <a:latin typeface="Helvetica Neue"/>
                <a:ea typeface="Helvetica Neue"/>
                <a:cs typeface="Helvetica Neue"/>
              </a:defRPr>
            </a:lvl5pPr>
            <a:lvl6pPr algn="ctr">
              <a:defRPr sz="1725" b="1">
                <a:solidFill>
                  <a:srgbClr val="FFFFFF"/>
                </a:solidFill>
                <a:latin typeface="Helvetica Neue"/>
                <a:ea typeface="Helvetica Neue"/>
                <a:cs typeface="Helvetica Neue"/>
              </a:defRPr>
            </a:lvl6pPr>
            <a:lvl7pPr algn="ctr">
              <a:defRPr sz="1725" b="1">
                <a:solidFill>
                  <a:srgbClr val="FFFFFF"/>
                </a:solidFill>
                <a:latin typeface="Helvetica Neue"/>
                <a:ea typeface="Helvetica Neue"/>
                <a:cs typeface="Helvetica Neue"/>
              </a:defRPr>
            </a:lvl7pPr>
            <a:lvl8pPr algn="ctr">
              <a:defRPr sz="1725" b="1">
                <a:solidFill>
                  <a:srgbClr val="FFFFFF"/>
                </a:solidFill>
                <a:latin typeface="Helvetica Neue"/>
                <a:ea typeface="Helvetica Neue"/>
                <a:cs typeface="Helvetica Neue"/>
              </a:defRPr>
            </a:lvl8pPr>
            <a:lvl9pPr algn="ctr">
              <a:defRPr sz="1725" b="1">
                <a:solidFill>
                  <a:srgbClr val="FFFFFF"/>
                </a:solidFill>
                <a:latin typeface="Helvetica Neue"/>
                <a:ea typeface="Helvetica Neue"/>
                <a:cs typeface="Helvetica Neue"/>
              </a:defRPr>
            </a:lvl9pPr>
          </a:lstStyle>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A146DA9E-C7D8-42FF-B42D-ADA4540F76E9}"/>
              </a:ext>
            </a:extLst>
          </p:cNvPr>
          <p:cNvSpPr>
            <a:spLocks xmlns:a="http://schemas.openxmlformats.org/drawingml/2006/main" noGrp="1"/>
          </p:cNvSpPr>
          <p:nvPr/>
        </p:nvSpPr>
        <p:spPr>
          <a:xfrm xmlns:a="http://schemas.openxmlformats.org/drawingml/2006/main">
            <a:off x="3476625" y="3267075"/>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292D42"/>
                </a:solidFill>
                <a:latin typeface="Helvetica Neue"/>
                <a:ea typeface="Helvetica Neue"/>
                <a:cs typeface="Helvetica Neue"/>
              </a:defRPr>
            </a:defPPr>
            <a:lvl1pPr>
              <a:defRPr sz="2325" b="1">
                <a:solidFill>
                  <a:srgbClr val="292D42"/>
                </a:solidFill>
                <a:latin typeface="Helvetica Neue"/>
                <a:ea typeface="Helvetica Neue"/>
                <a:cs typeface="Helvetica Neue"/>
              </a:defRPr>
            </a:lvl1pPr>
            <a:lvl2pPr>
              <a:defRPr sz="2325" b="1">
                <a:solidFill>
                  <a:srgbClr val="292D42"/>
                </a:solidFill>
                <a:latin typeface="Helvetica Neue"/>
                <a:ea typeface="Helvetica Neue"/>
                <a:cs typeface="Helvetica Neue"/>
              </a:defRPr>
            </a:lvl2pPr>
            <a:lvl3pPr>
              <a:defRPr sz="2325" b="1">
                <a:solidFill>
                  <a:srgbClr val="292D42"/>
                </a:solidFill>
                <a:latin typeface="Helvetica Neue"/>
                <a:ea typeface="Helvetica Neue"/>
                <a:cs typeface="Helvetica Neue"/>
              </a:defRPr>
            </a:lvl3pPr>
            <a:lvl4pPr>
              <a:defRPr sz="2325" b="1">
                <a:solidFill>
                  <a:srgbClr val="292D42"/>
                </a:solidFill>
                <a:latin typeface="Helvetica Neue"/>
                <a:ea typeface="Helvetica Neue"/>
                <a:cs typeface="Helvetica Neue"/>
              </a:defRPr>
            </a:lvl4pPr>
            <a:lvl5pPr>
              <a:defRPr sz="2325" b="1">
                <a:solidFill>
                  <a:srgbClr val="292D42"/>
                </a:solidFill>
                <a:latin typeface="Helvetica Neue"/>
                <a:ea typeface="Helvetica Neue"/>
                <a:cs typeface="Helvetica Neue"/>
              </a:defRPr>
            </a:lvl5pPr>
            <a:lvl6pPr>
              <a:defRPr sz="2325" b="1">
                <a:solidFill>
                  <a:srgbClr val="292D42"/>
                </a:solidFill>
                <a:latin typeface="Helvetica Neue"/>
                <a:ea typeface="Helvetica Neue"/>
                <a:cs typeface="Helvetica Neue"/>
              </a:defRPr>
            </a:lvl6pPr>
            <a:lvl7pPr>
              <a:defRPr sz="2325" b="1">
                <a:solidFill>
                  <a:srgbClr val="292D42"/>
                </a:solidFill>
                <a:latin typeface="Helvetica Neue"/>
                <a:ea typeface="Helvetica Neue"/>
                <a:cs typeface="Helvetica Neue"/>
              </a:defRPr>
            </a:lvl7pPr>
            <a:lvl8pPr>
              <a:defRPr sz="2325" b="1">
                <a:solidFill>
                  <a:srgbClr val="292D42"/>
                </a:solidFill>
                <a:latin typeface="Helvetica Neue"/>
                <a:ea typeface="Helvetica Neue"/>
                <a:cs typeface="Helvetica Neue"/>
              </a:defRPr>
            </a:lvl8pPr>
            <a:lvl9pPr>
              <a:defRPr sz="2325" b="1">
                <a:solidFill>
                  <a:srgbClr val="292D42"/>
                </a:solidFill>
                <a:latin typeface="Helvetica Neue"/>
                <a:ea typeface="Helvetica Neue"/>
                <a:cs typeface="Helvetica Neue"/>
              </a:defRPr>
            </a:lvl9pPr>
          </a:lstStyle>
          <a:p xmlns:a="http://schemas.openxmlformats.org/drawingml/2006/main">
            <a:pPr>
              <a:defRPr sz="2325" b="1">
                <a:solidFill>
                  <a:srgbClr val="292D42"/>
                </a:solidFill>
                <a:latin typeface="Helvetica Neue"/>
                <a:ea typeface="Helvetica Neue"/>
                <a:cs typeface="Helvetica Neue"/>
              </a:defRPr>
            </a:pPr>
            <a:r>
              <a:rPr sz="2325" b="1">
                <a:solidFill>
                  <a:srgbClr val="292D42"/>
                </a:solidFill>
                <a:latin typeface="Helvetica Neue"/>
                <a:ea typeface="Helvetica Neue"/>
                <a:cs typeface="Helvetica Neue"/>
              </a:rPr>
              <a:t>Карта</a:t>
            </a:r>
          </a:p>
        </p:txBody>
      </p:sp>
      <p:sp>
        <p:nvSpPr>
          <p:cNvPr id="16" name="">
            <a:extLst xmlns:a="http://schemas.openxmlformats.org/drawingml/2006/main">
              <a:ext uri="{FF2B5EF4-FFF2-40B4-BE49-F238E27FC236}">
                <a16:creationId xmlns:a16="http://schemas.microsoft.com/office/drawing/2014/main" id="{5C918ADF-F013-4B2C-94EF-F4A3392C8140}"/>
              </a:ext>
            </a:extLst>
          </p:cNvPr>
          <p:cNvSpPr>
            <a:spLocks xmlns:a="http://schemas.openxmlformats.org/drawingml/2006/main" noGrp="1"/>
          </p:cNvSpPr>
          <p:nvPr/>
        </p:nvSpPr>
        <p:spPr>
          <a:xfrm xmlns:a="http://schemas.openxmlformats.org/drawingml/2006/main">
            <a:off x="3476625" y="3876675"/>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758099"/>
                </a:solidFill>
                <a:latin typeface="Helvetica Neue"/>
                <a:ea typeface="Helvetica Neue"/>
                <a:cs typeface="Helvetica Neue"/>
              </a:defRPr>
            </a:defPPr>
            <a:lvl1pPr>
              <a:defRPr sz="1800" b="0">
                <a:solidFill>
                  <a:srgbClr val="758099"/>
                </a:solidFill>
                <a:latin typeface="Helvetica Neue"/>
                <a:ea typeface="Helvetica Neue"/>
                <a:cs typeface="Helvetica Neue"/>
              </a:defRPr>
            </a:lvl1pPr>
            <a:lvl2pPr>
              <a:defRPr sz="1800" b="0">
                <a:solidFill>
                  <a:srgbClr val="758099"/>
                </a:solidFill>
                <a:latin typeface="Helvetica Neue"/>
                <a:ea typeface="Helvetica Neue"/>
                <a:cs typeface="Helvetica Neue"/>
              </a:defRPr>
            </a:lvl2pPr>
            <a:lvl3pPr>
              <a:defRPr sz="1800" b="0">
                <a:solidFill>
                  <a:srgbClr val="758099"/>
                </a:solidFill>
                <a:latin typeface="Helvetica Neue"/>
                <a:ea typeface="Helvetica Neue"/>
                <a:cs typeface="Helvetica Neue"/>
              </a:defRPr>
            </a:lvl3pPr>
            <a:lvl4pPr>
              <a:defRPr sz="1800" b="0">
                <a:solidFill>
                  <a:srgbClr val="758099"/>
                </a:solidFill>
                <a:latin typeface="Helvetica Neue"/>
                <a:ea typeface="Helvetica Neue"/>
                <a:cs typeface="Helvetica Neue"/>
              </a:defRPr>
            </a:lvl4pPr>
            <a:lvl5pPr>
              <a:defRPr sz="1800" b="0">
                <a:solidFill>
                  <a:srgbClr val="758099"/>
                </a:solidFill>
                <a:latin typeface="Helvetica Neue"/>
                <a:ea typeface="Helvetica Neue"/>
                <a:cs typeface="Helvetica Neue"/>
              </a:defRPr>
            </a:lvl5pPr>
            <a:lvl6pPr>
              <a:defRPr sz="1800" b="0">
                <a:solidFill>
                  <a:srgbClr val="758099"/>
                </a:solidFill>
                <a:latin typeface="Helvetica Neue"/>
                <a:ea typeface="Helvetica Neue"/>
                <a:cs typeface="Helvetica Neue"/>
              </a:defRPr>
            </a:lvl6pPr>
            <a:lvl7pPr>
              <a:defRPr sz="1800" b="0">
                <a:solidFill>
                  <a:srgbClr val="758099"/>
                </a:solidFill>
                <a:latin typeface="Helvetica Neue"/>
                <a:ea typeface="Helvetica Neue"/>
                <a:cs typeface="Helvetica Neue"/>
              </a:defRPr>
            </a:lvl7pPr>
            <a:lvl8pPr>
              <a:defRPr sz="1800" b="0">
                <a:solidFill>
                  <a:srgbClr val="758099"/>
                </a:solidFill>
                <a:latin typeface="Helvetica Neue"/>
                <a:ea typeface="Helvetica Neue"/>
                <a:cs typeface="Helvetica Neue"/>
              </a:defRPr>
            </a:lvl8pPr>
            <a:lvl9pPr>
              <a:defRPr sz="1800" b="0">
                <a:solidFill>
                  <a:srgbClr val="758099"/>
                </a:solidFill>
                <a:latin typeface="Helvetica Neue"/>
                <a:ea typeface="Helvetica Neue"/>
                <a:cs typeface="Helvetica Neue"/>
              </a:defRPr>
            </a:lvl9pPr>
          </a:lstStyle>
          <a:p xmlns:a="http://schemas.openxmlformats.org/drawingml/2006/main">
            <a:pPr>
              <a:defRPr sz="1800" b="0">
                <a:solidFill>
                  <a:srgbClr val="758099"/>
                </a:solidFill>
                <a:latin typeface="Helvetica Neue"/>
                <a:ea typeface="Helvetica Neue"/>
                <a:cs typeface="Helvetica Neue"/>
              </a:defRPr>
            </a:pPr>
            <a:r>
              <a:rPr sz="1800" b="0">
                <a:solidFill>
                  <a:srgbClr val="758099"/>
                </a:solidFill>
                <a:latin typeface="Helvetica Neue"/>
                <a:ea typeface="Helvetica Neue"/>
                <a:cs typeface="Helvetica Neue"/>
              </a:rPr>
              <a:t>Анамнез, назначения,</a:t>
            </a:r>
          </a:p>
          <a:p xmlns:a="http://schemas.openxmlformats.org/drawingml/2006/main">
            <a:pPr>
              <a:defRPr sz="1800" b="0">
                <a:solidFill>
                  <a:srgbClr val="758099"/>
                </a:solidFill>
                <a:latin typeface="Helvetica Neue"/>
                <a:ea typeface="Helvetica Neue"/>
                <a:cs typeface="Helvetica Neue"/>
              </a:defRPr>
            </a:pPr>
            <a:r>
              <a:rPr sz="1800" b="0">
                <a:solidFill>
                  <a:srgbClr val="758099"/>
                </a:solidFill>
                <a:latin typeface="Helvetica Neue"/>
                <a:ea typeface="Helvetica Neue"/>
                <a:cs typeface="Helvetica Neue"/>
              </a:rPr>
              <a:t>анкеты и документы</a:t>
            </a:r>
          </a:p>
        </p:txBody>
      </p:sp>
      <p:sp>
        <p:nvSpPr>
          <p:cNvPr id="17" name="">
            <a:extLst xmlns:a="http://schemas.openxmlformats.org/drawingml/2006/main">
              <a:ext uri="{FF2B5EF4-FFF2-40B4-BE49-F238E27FC236}">
                <a16:creationId xmlns:a16="http://schemas.microsoft.com/office/drawing/2014/main" id="{6401F2DF-E055-4AAC-BB26-15C05546ED09}"/>
              </a:ext>
            </a:extLst>
          </p:cNvPr>
          <p:cNvSpPr>
            <a:spLocks xmlns:a="http://schemas.openxmlformats.org/drawingml/2006/main" noGrp="1"/>
          </p:cNvSpPr>
          <p:nvPr/>
        </p:nvSpPr>
        <p:spPr>
          <a:xfrm xmlns:a="http://schemas.openxmlformats.org/drawingml/2006/main">
            <a:off x="5838825" y="2838450"/>
            <a:ext cx="247650" cy="19050"/>
          </a:xfrm>
          <a:prstGeom xmlns:a="http://schemas.openxmlformats.org/drawingml/2006/main" prst="rect">
            <a:avLst/>
          </a:prstGeom>
          <a:solidFill xmlns:a="http://schemas.openxmlformats.org/drawingml/2006/main">
            <a:srgbClr val="DFE5F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906F2C8-1D02-46AA-8FD0-15658CA4D6CA}"/>
              </a:ext>
            </a:extLst>
          </p:cNvPr>
          <p:cNvSpPr>
            <a:spLocks xmlns:a="http://schemas.openxmlformats.org/drawingml/2006/main" noGrp="1"/>
          </p:cNvSpPr>
          <p:nvPr/>
        </p:nvSpPr>
        <p:spPr>
          <a:xfrm xmlns:a="http://schemas.openxmlformats.org/drawingml/2006/main">
            <a:off x="6153150" y="2628900"/>
            <a:ext cx="419100" cy="419100"/>
          </a:xfrm>
          <a:prstGeom xmlns:a="http://schemas.openxmlformats.org/drawingml/2006/main" prst="roundRect">
            <a:avLst>
              <a:gd name="adj" fmla="val 50000"/>
            </a:avLst>
          </a:prstGeom>
          <a:solidFill xmlns:a="http://schemas.openxmlformats.org/drawingml/2006/main">
            <a:srgbClr val="315F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0CEAF49-89D3-4F88-9397-3D04AADFE16A}"/>
              </a:ext>
            </a:extLst>
          </p:cNvPr>
          <p:cNvSpPr>
            <a:spLocks xmlns:a="http://schemas.openxmlformats.org/drawingml/2006/main" noGrp="1"/>
          </p:cNvSpPr>
          <p:nvPr/>
        </p:nvSpPr>
        <p:spPr>
          <a:xfrm xmlns:a="http://schemas.openxmlformats.org/drawingml/2006/main">
            <a:off x="6153150" y="2686050"/>
            <a:ext cx="419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725" b="1">
                <a:solidFill>
                  <a:srgbClr val="FFFFFF"/>
                </a:solidFill>
                <a:latin typeface="Helvetica Neue"/>
                <a:ea typeface="Helvetica Neue"/>
                <a:cs typeface="Helvetica Neue"/>
              </a:defRPr>
            </a:defPPr>
            <a:lvl1pPr algn="ctr">
              <a:defRPr sz="1725" b="1">
                <a:solidFill>
                  <a:srgbClr val="FFFFFF"/>
                </a:solidFill>
                <a:latin typeface="Helvetica Neue"/>
                <a:ea typeface="Helvetica Neue"/>
                <a:cs typeface="Helvetica Neue"/>
              </a:defRPr>
            </a:lvl1pPr>
            <a:lvl2pPr algn="ctr">
              <a:defRPr sz="1725" b="1">
                <a:solidFill>
                  <a:srgbClr val="FFFFFF"/>
                </a:solidFill>
                <a:latin typeface="Helvetica Neue"/>
                <a:ea typeface="Helvetica Neue"/>
                <a:cs typeface="Helvetica Neue"/>
              </a:defRPr>
            </a:lvl2pPr>
            <a:lvl3pPr algn="ctr">
              <a:defRPr sz="1725" b="1">
                <a:solidFill>
                  <a:srgbClr val="FFFFFF"/>
                </a:solidFill>
                <a:latin typeface="Helvetica Neue"/>
                <a:ea typeface="Helvetica Neue"/>
                <a:cs typeface="Helvetica Neue"/>
              </a:defRPr>
            </a:lvl3pPr>
            <a:lvl4pPr algn="ctr">
              <a:defRPr sz="1725" b="1">
                <a:solidFill>
                  <a:srgbClr val="FFFFFF"/>
                </a:solidFill>
                <a:latin typeface="Helvetica Neue"/>
                <a:ea typeface="Helvetica Neue"/>
                <a:cs typeface="Helvetica Neue"/>
              </a:defRPr>
            </a:lvl4pPr>
            <a:lvl5pPr algn="ctr">
              <a:defRPr sz="1725" b="1">
                <a:solidFill>
                  <a:srgbClr val="FFFFFF"/>
                </a:solidFill>
                <a:latin typeface="Helvetica Neue"/>
                <a:ea typeface="Helvetica Neue"/>
                <a:cs typeface="Helvetica Neue"/>
              </a:defRPr>
            </a:lvl5pPr>
            <a:lvl6pPr algn="ctr">
              <a:defRPr sz="1725" b="1">
                <a:solidFill>
                  <a:srgbClr val="FFFFFF"/>
                </a:solidFill>
                <a:latin typeface="Helvetica Neue"/>
                <a:ea typeface="Helvetica Neue"/>
                <a:cs typeface="Helvetica Neue"/>
              </a:defRPr>
            </a:lvl6pPr>
            <a:lvl7pPr algn="ctr">
              <a:defRPr sz="1725" b="1">
                <a:solidFill>
                  <a:srgbClr val="FFFFFF"/>
                </a:solidFill>
                <a:latin typeface="Helvetica Neue"/>
                <a:ea typeface="Helvetica Neue"/>
                <a:cs typeface="Helvetica Neue"/>
              </a:defRPr>
            </a:lvl7pPr>
            <a:lvl8pPr algn="ctr">
              <a:defRPr sz="1725" b="1">
                <a:solidFill>
                  <a:srgbClr val="FFFFFF"/>
                </a:solidFill>
                <a:latin typeface="Helvetica Neue"/>
                <a:ea typeface="Helvetica Neue"/>
                <a:cs typeface="Helvetica Neue"/>
              </a:defRPr>
            </a:lvl8pPr>
            <a:lvl9pPr algn="ctr">
              <a:defRPr sz="1725" b="1">
                <a:solidFill>
                  <a:srgbClr val="FFFFFF"/>
                </a:solidFill>
                <a:latin typeface="Helvetica Neue"/>
                <a:ea typeface="Helvetica Neue"/>
                <a:cs typeface="Helvetica Neue"/>
              </a:defRPr>
            </a:lvl9pPr>
          </a:lstStyle>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C61650AE-B1AA-4088-BF70-DE6427CD1CBA}"/>
              </a:ext>
            </a:extLst>
          </p:cNvPr>
          <p:cNvSpPr>
            <a:spLocks xmlns:a="http://schemas.openxmlformats.org/drawingml/2006/main" noGrp="1"/>
          </p:cNvSpPr>
          <p:nvPr/>
        </p:nvSpPr>
        <p:spPr>
          <a:xfrm xmlns:a="http://schemas.openxmlformats.org/drawingml/2006/main">
            <a:off x="6153150" y="3267075"/>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292D42"/>
                </a:solidFill>
                <a:latin typeface="Helvetica Neue"/>
                <a:ea typeface="Helvetica Neue"/>
                <a:cs typeface="Helvetica Neue"/>
              </a:defRPr>
            </a:defPPr>
            <a:lvl1pPr>
              <a:defRPr sz="2325" b="1">
                <a:solidFill>
                  <a:srgbClr val="292D42"/>
                </a:solidFill>
                <a:latin typeface="Helvetica Neue"/>
                <a:ea typeface="Helvetica Neue"/>
                <a:cs typeface="Helvetica Neue"/>
              </a:defRPr>
            </a:lvl1pPr>
            <a:lvl2pPr>
              <a:defRPr sz="2325" b="1">
                <a:solidFill>
                  <a:srgbClr val="292D42"/>
                </a:solidFill>
                <a:latin typeface="Helvetica Neue"/>
                <a:ea typeface="Helvetica Neue"/>
                <a:cs typeface="Helvetica Neue"/>
              </a:defRPr>
            </a:lvl2pPr>
            <a:lvl3pPr>
              <a:defRPr sz="2325" b="1">
                <a:solidFill>
                  <a:srgbClr val="292D42"/>
                </a:solidFill>
                <a:latin typeface="Helvetica Neue"/>
                <a:ea typeface="Helvetica Neue"/>
                <a:cs typeface="Helvetica Neue"/>
              </a:defRPr>
            </a:lvl3pPr>
            <a:lvl4pPr>
              <a:defRPr sz="2325" b="1">
                <a:solidFill>
                  <a:srgbClr val="292D42"/>
                </a:solidFill>
                <a:latin typeface="Helvetica Neue"/>
                <a:ea typeface="Helvetica Neue"/>
                <a:cs typeface="Helvetica Neue"/>
              </a:defRPr>
            </a:lvl4pPr>
            <a:lvl5pPr>
              <a:defRPr sz="2325" b="1">
                <a:solidFill>
                  <a:srgbClr val="292D42"/>
                </a:solidFill>
                <a:latin typeface="Helvetica Neue"/>
                <a:ea typeface="Helvetica Neue"/>
                <a:cs typeface="Helvetica Neue"/>
              </a:defRPr>
            </a:lvl5pPr>
            <a:lvl6pPr>
              <a:defRPr sz="2325" b="1">
                <a:solidFill>
                  <a:srgbClr val="292D42"/>
                </a:solidFill>
                <a:latin typeface="Helvetica Neue"/>
                <a:ea typeface="Helvetica Neue"/>
                <a:cs typeface="Helvetica Neue"/>
              </a:defRPr>
            </a:lvl6pPr>
            <a:lvl7pPr>
              <a:defRPr sz="2325" b="1">
                <a:solidFill>
                  <a:srgbClr val="292D42"/>
                </a:solidFill>
                <a:latin typeface="Helvetica Neue"/>
                <a:ea typeface="Helvetica Neue"/>
                <a:cs typeface="Helvetica Neue"/>
              </a:defRPr>
            </a:lvl7pPr>
            <a:lvl8pPr>
              <a:defRPr sz="2325" b="1">
                <a:solidFill>
                  <a:srgbClr val="292D42"/>
                </a:solidFill>
                <a:latin typeface="Helvetica Neue"/>
                <a:ea typeface="Helvetica Neue"/>
                <a:cs typeface="Helvetica Neue"/>
              </a:defRPr>
            </a:lvl8pPr>
            <a:lvl9pPr>
              <a:defRPr sz="2325" b="1">
                <a:solidFill>
                  <a:srgbClr val="292D42"/>
                </a:solidFill>
                <a:latin typeface="Helvetica Neue"/>
                <a:ea typeface="Helvetica Neue"/>
                <a:cs typeface="Helvetica Neue"/>
              </a:defRPr>
            </a:lvl9pPr>
          </a:lstStyle>
          <a:p xmlns:a="http://schemas.openxmlformats.org/drawingml/2006/main">
            <a:pPr>
              <a:defRPr sz="2325" b="1">
                <a:solidFill>
                  <a:srgbClr val="292D42"/>
                </a:solidFill>
                <a:latin typeface="Helvetica Neue"/>
                <a:ea typeface="Helvetica Neue"/>
                <a:cs typeface="Helvetica Neue"/>
              </a:defRPr>
            </a:pPr>
            <a:r>
              <a:rPr sz="2325" b="1">
                <a:solidFill>
                  <a:srgbClr val="292D42"/>
                </a:solidFill>
                <a:latin typeface="Helvetica Neue"/>
                <a:ea typeface="Helvetica Neue"/>
                <a:cs typeface="Helvetica Neue"/>
              </a:rPr>
              <a:t>Система</a:t>
            </a:r>
          </a:p>
        </p:txBody>
      </p:sp>
      <p:sp>
        <p:nvSpPr>
          <p:cNvPr id="21" name="">
            <a:extLst xmlns:a="http://schemas.openxmlformats.org/drawingml/2006/main">
              <a:ext uri="{FF2B5EF4-FFF2-40B4-BE49-F238E27FC236}">
                <a16:creationId xmlns:a16="http://schemas.microsoft.com/office/drawing/2014/main" id="{7FE2761A-7195-462E-AF7C-B7C536F5E109}"/>
              </a:ext>
            </a:extLst>
          </p:cNvPr>
          <p:cNvSpPr>
            <a:spLocks xmlns:a="http://schemas.openxmlformats.org/drawingml/2006/main" noGrp="1"/>
          </p:cNvSpPr>
          <p:nvPr/>
        </p:nvSpPr>
        <p:spPr>
          <a:xfrm xmlns:a="http://schemas.openxmlformats.org/drawingml/2006/main">
            <a:off x="6153150" y="3876675"/>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758099"/>
                </a:solidFill>
                <a:latin typeface="Helvetica Neue"/>
                <a:ea typeface="Helvetica Neue"/>
                <a:cs typeface="Helvetica Neue"/>
              </a:defRPr>
            </a:defPPr>
            <a:lvl1pPr>
              <a:defRPr sz="1800" b="0">
                <a:solidFill>
                  <a:srgbClr val="758099"/>
                </a:solidFill>
                <a:latin typeface="Helvetica Neue"/>
                <a:ea typeface="Helvetica Neue"/>
                <a:cs typeface="Helvetica Neue"/>
              </a:defRPr>
            </a:lvl1pPr>
            <a:lvl2pPr>
              <a:defRPr sz="1800" b="0">
                <a:solidFill>
                  <a:srgbClr val="758099"/>
                </a:solidFill>
                <a:latin typeface="Helvetica Neue"/>
                <a:ea typeface="Helvetica Neue"/>
                <a:cs typeface="Helvetica Neue"/>
              </a:defRPr>
            </a:lvl2pPr>
            <a:lvl3pPr>
              <a:defRPr sz="1800" b="0">
                <a:solidFill>
                  <a:srgbClr val="758099"/>
                </a:solidFill>
                <a:latin typeface="Helvetica Neue"/>
                <a:ea typeface="Helvetica Neue"/>
                <a:cs typeface="Helvetica Neue"/>
              </a:defRPr>
            </a:lvl3pPr>
            <a:lvl4pPr>
              <a:defRPr sz="1800" b="0">
                <a:solidFill>
                  <a:srgbClr val="758099"/>
                </a:solidFill>
                <a:latin typeface="Helvetica Neue"/>
                <a:ea typeface="Helvetica Neue"/>
                <a:cs typeface="Helvetica Neue"/>
              </a:defRPr>
            </a:lvl4pPr>
            <a:lvl5pPr>
              <a:defRPr sz="1800" b="0">
                <a:solidFill>
                  <a:srgbClr val="758099"/>
                </a:solidFill>
                <a:latin typeface="Helvetica Neue"/>
                <a:ea typeface="Helvetica Neue"/>
                <a:cs typeface="Helvetica Neue"/>
              </a:defRPr>
            </a:lvl5pPr>
            <a:lvl6pPr>
              <a:defRPr sz="1800" b="0">
                <a:solidFill>
                  <a:srgbClr val="758099"/>
                </a:solidFill>
                <a:latin typeface="Helvetica Neue"/>
                <a:ea typeface="Helvetica Neue"/>
                <a:cs typeface="Helvetica Neue"/>
              </a:defRPr>
            </a:lvl6pPr>
            <a:lvl7pPr>
              <a:defRPr sz="1800" b="0">
                <a:solidFill>
                  <a:srgbClr val="758099"/>
                </a:solidFill>
                <a:latin typeface="Helvetica Neue"/>
                <a:ea typeface="Helvetica Neue"/>
                <a:cs typeface="Helvetica Neue"/>
              </a:defRPr>
            </a:lvl7pPr>
            <a:lvl8pPr>
              <a:defRPr sz="1800" b="0">
                <a:solidFill>
                  <a:srgbClr val="758099"/>
                </a:solidFill>
                <a:latin typeface="Helvetica Neue"/>
                <a:ea typeface="Helvetica Neue"/>
                <a:cs typeface="Helvetica Neue"/>
              </a:defRPr>
            </a:lvl8pPr>
            <a:lvl9pPr>
              <a:defRPr sz="1800" b="0">
                <a:solidFill>
                  <a:srgbClr val="758099"/>
                </a:solidFill>
                <a:latin typeface="Helvetica Neue"/>
                <a:ea typeface="Helvetica Neue"/>
                <a:cs typeface="Helvetica Neue"/>
              </a:defRPr>
            </a:lvl9pPr>
          </a:lstStyle>
          <a:p xmlns:a="http://schemas.openxmlformats.org/drawingml/2006/main">
            <a:pPr>
              <a:defRPr sz="1800" b="0">
                <a:solidFill>
                  <a:srgbClr val="758099"/>
                </a:solidFill>
                <a:latin typeface="Helvetica Neue"/>
                <a:ea typeface="Helvetica Neue"/>
                <a:cs typeface="Helvetica Neue"/>
              </a:defRPr>
            </a:pPr>
            <a:r>
              <a:rPr sz="1800" b="0">
                <a:solidFill>
                  <a:srgbClr val="758099"/>
                </a:solidFill>
                <a:latin typeface="Helvetica Neue"/>
                <a:ea typeface="Helvetica Neue"/>
                <a:cs typeface="Helvetica Neue"/>
              </a:rPr>
              <a:t>Проверяет правила</a:t>
            </a:r>
          </a:p>
          <a:p xmlns:a="http://schemas.openxmlformats.org/drawingml/2006/main">
            <a:pPr>
              <a:defRPr sz="1800" b="0">
                <a:solidFill>
                  <a:srgbClr val="758099"/>
                </a:solidFill>
                <a:latin typeface="Helvetica Neue"/>
                <a:ea typeface="Helvetica Neue"/>
                <a:cs typeface="Helvetica Neue"/>
              </a:defRPr>
            </a:pPr>
            <a:r>
              <a:rPr sz="1800" b="0">
                <a:solidFill>
                  <a:srgbClr val="758099"/>
                </a:solidFill>
                <a:latin typeface="Helvetica Neue"/>
                <a:ea typeface="Helvetica Neue"/>
                <a:cs typeface="Helvetica Neue"/>
              </a:rPr>
              <a:t>и описывает динамику</a:t>
            </a:r>
          </a:p>
        </p:txBody>
      </p:sp>
      <p:sp>
        <p:nvSpPr>
          <p:cNvPr id="22" name="">
            <a:extLst xmlns:a="http://schemas.openxmlformats.org/drawingml/2006/main">
              <a:ext uri="{FF2B5EF4-FFF2-40B4-BE49-F238E27FC236}">
                <a16:creationId xmlns:a16="http://schemas.microsoft.com/office/drawing/2014/main" id="{769DED45-E4F4-45E6-B533-678C2DFC7C66}"/>
              </a:ext>
            </a:extLst>
          </p:cNvPr>
          <p:cNvSpPr>
            <a:spLocks xmlns:a="http://schemas.openxmlformats.org/drawingml/2006/main" noGrp="1"/>
          </p:cNvSpPr>
          <p:nvPr/>
        </p:nvSpPr>
        <p:spPr>
          <a:xfrm xmlns:a="http://schemas.openxmlformats.org/drawingml/2006/main">
            <a:off x="8515350" y="2838450"/>
            <a:ext cx="247650" cy="19050"/>
          </a:xfrm>
          <a:prstGeom xmlns:a="http://schemas.openxmlformats.org/drawingml/2006/main" prst="rect">
            <a:avLst/>
          </a:prstGeom>
          <a:solidFill xmlns:a="http://schemas.openxmlformats.org/drawingml/2006/main">
            <a:srgbClr val="DFE5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D04BFE3-ED08-49DE-80EE-594296C242CF}"/>
              </a:ext>
            </a:extLst>
          </p:cNvPr>
          <p:cNvSpPr>
            <a:spLocks xmlns:a="http://schemas.openxmlformats.org/drawingml/2006/main" noGrp="1"/>
          </p:cNvSpPr>
          <p:nvPr/>
        </p:nvSpPr>
        <p:spPr>
          <a:xfrm xmlns:a="http://schemas.openxmlformats.org/drawingml/2006/main">
            <a:off x="8829675" y="2628900"/>
            <a:ext cx="419100" cy="419100"/>
          </a:xfrm>
          <a:prstGeom xmlns:a="http://schemas.openxmlformats.org/drawingml/2006/main" prst="roundRect">
            <a:avLst>
              <a:gd name="adj" fmla="val 50000"/>
            </a:avLst>
          </a:prstGeom>
          <a:solidFill xmlns:a="http://schemas.openxmlformats.org/drawingml/2006/main">
            <a:srgbClr val="315FD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E4D3CA6-3493-480A-A6F6-874513428A05}"/>
              </a:ext>
            </a:extLst>
          </p:cNvPr>
          <p:cNvSpPr>
            <a:spLocks xmlns:a="http://schemas.openxmlformats.org/drawingml/2006/main" noGrp="1"/>
          </p:cNvSpPr>
          <p:nvPr/>
        </p:nvSpPr>
        <p:spPr>
          <a:xfrm xmlns:a="http://schemas.openxmlformats.org/drawingml/2006/main">
            <a:off x="8829675" y="2686050"/>
            <a:ext cx="419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725" b="1">
                <a:solidFill>
                  <a:srgbClr val="FFFFFF"/>
                </a:solidFill>
                <a:latin typeface="Helvetica Neue"/>
                <a:ea typeface="Helvetica Neue"/>
                <a:cs typeface="Helvetica Neue"/>
              </a:defRPr>
            </a:defPPr>
            <a:lvl1pPr algn="ctr">
              <a:defRPr sz="1725" b="1">
                <a:solidFill>
                  <a:srgbClr val="FFFFFF"/>
                </a:solidFill>
                <a:latin typeface="Helvetica Neue"/>
                <a:ea typeface="Helvetica Neue"/>
                <a:cs typeface="Helvetica Neue"/>
              </a:defRPr>
            </a:lvl1pPr>
            <a:lvl2pPr algn="ctr">
              <a:defRPr sz="1725" b="1">
                <a:solidFill>
                  <a:srgbClr val="FFFFFF"/>
                </a:solidFill>
                <a:latin typeface="Helvetica Neue"/>
                <a:ea typeface="Helvetica Neue"/>
                <a:cs typeface="Helvetica Neue"/>
              </a:defRPr>
            </a:lvl2pPr>
            <a:lvl3pPr algn="ctr">
              <a:defRPr sz="1725" b="1">
                <a:solidFill>
                  <a:srgbClr val="FFFFFF"/>
                </a:solidFill>
                <a:latin typeface="Helvetica Neue"/>
                <a:ea typeface="Helvetica Neue"/>
                <a:cs typeface="Helvetica Neue"/>
              </a:defRPr>
            </a:lvl3pPr>
            <a:lvl4pPr algn="ctr">
              <a:defRPr sz="1725" b="1">
                <a:solidFill>
                  <a:srgbClr val="FFFFFF"/>
                </a:solidFill>
                <a:latin typeface="Helvetica Neue"/>
                <a:ea typeface="Helvetica Neue"/>
                <a:cs typeface="Helvetica Neue"/>
              </a:defRPr>
            </a:lvl4pPr>
            <a:lvl5pPr algn="ctr">
              <a:defRPr sz="1725" b="1">
                <a:solidFill>
                  <a:srgbClr val="FFFFFF"/>
                </a:solidFill>
                <a:latin typeface="Helvetica Neue"/>
                <a:ea typeface="Helvetica Neue"/>
                <a:cs typeface="Helvetica Neue"/>
              </a:defRPr>
            </a:lvl5pPr>
            <a:lvl6pPr algn="ctr">
              <a:defRPr sz="1725" b="1">
                <a:solidFill>
                  <a:srgbClr val="FFFFFF"/>
                </a:solidFill>
                <a:latin typeface="Helvetica Neue"/>
                <a:ea typeface="Helvetica Neue"/>
                <a:cs typeface="Helvetica Neue"/>
              </a:defRPr>
            </a:lvl6pPr>
            <a:lvl7pPr algn="ctr">
              <a:defRPr sz="1725" b="1">
                <a:solidFill>
                  <a:srgbClr val="FFFFFF"/>
                </a:solidFill>
                <a:latin typeface="Helvetica Neue"/>
                <a:ea typeface="Helvetica Neue"/>
                <a:cs typeface="Helvetica Neue"/>
              </a:defRPr>
            </a:lvl7pPr>
            <a:lvl8pPr algn="ctr">
              <a:defRPr sz="1725" b="1">
                <a:solidFill>
                  <a:srgbClr val="FFFFFF"/>
                </a:solidFill>
                <a:latin typeface="Helvetica Neue"/>
                <a:ea typeface="Helvetica Neue"/>
                <a:cs typeface="Helvetica Neue"/>
              </a:defRPr>
            </a:lvl8pPr>
            <a:lvl9pPr algn="ctr">
              <a:defRPr sz="1725" b="1">
                <a:solidFill>
                  <a:srgbClr val="FFFFFF"/>
                </a:solidFill>
                <a:latin typeface="Helvetica Neue"/>
                <a:ea typeface="Helvetica Neue"/>
                <a:cs typeface="Helvetica Neue"/>
              </a:defRPr>
            </a:lvl9pPr>
          </a:lstStyle>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4</a:t>
            </a:r>
          </a:p>
        </p:txBody>
      </p:sp>
      <p:sp>
        <p:nvSpPr>
          <p:cNvPr id="25" name="">
            <a:extLst xmlns:a="http://schemas.openxmlformats.org/drawingml/2006/main">
              <a:ext uri="{FF2B5EF4-FFF2-40B4-BE49-F238E27FC236}">
                <a16:creationId xmlns:a16="http://schemas.microsoft.com/office/drawing/2014/main" id="{1333A39B-8642-4CC1-A935-B91466CCF020}"/>
              </a:ext>
            </a:extLst>
          </p:cNvPr>
          <p:cNvSpPr>
            <a:spLocks xmlns:a="http://schemas.openxmlformats.org/drawingml/2006/main" noGrp="1"/>
          </p:cNvSpPr>
          <p:nvPr/>
        </p:nvSpPr>
        <p:spPr>
          <a:xfrm xmlns:a="http://schemas.openxmlformats.org/drawingml/2006/main">
            <a:off x="8829675" y="3267075"/>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292D42"/>
                </a:solidFill>
                <a:latin typeface="Helvetica Neue"/>
                <a:ea typeface="Helvetica Neue"/>
                <a:cs typeface="Helvetica Neue"/>
              </a:defRPr>
            </a:defPPr>
            <a:lvl1pPr>
              <a:defRPr sz="2325" b="1">
                <a:solidFill>
                  <a:srgbClr val="292D42"/>
                </a:solidFill>
                <a:latin typeface="Helvetica Neue"/>
                <a:ea typeface="Helvetica Neue"/>
                <a:cs typeface="Helvetica Neue"/>
              </a:defRPr>
            </a:lvl1pPr>
            <a:lvl2pPr>
              <a:defRPr sz="2325" b="1">
                <a:solidFill>
                  <a:srgbClr val="292D42"/>
                </a:solidFill>
                <a:latin typeface="Helvetica Neue"/>
                <a:ea typeface="Helvetica Neue"/>
                <a:cs typeface="Helvetica Neue"/>
              </a:defRPr>
            </a:lvl2pPr>
            <a:lvl3pPr>
              <a:defRPr sz="2325" b="1">
                <a:solidFill>
                  <a:srgbClr val="292D42"/>
                </a:solidFill>
                <a:latin typeface="Helvetica Neue"/>
                <a:ea typeface="Helvetica Neue"/>
                <a:cs typeface="Helvetica Neue"/>
              </a:defRPr>
            </a:lvl3pPr>
            <a:lvl4pPr>
              <a:defRPr sz="2325" b="1">
                <a:solidFill>
                  <a:srgbClr val="292D42"/>
                </a:solidFill>
                <a:latin typeface="Helvetica Neue"/>
                <a:ea typeface="Helvetica Neue"/>
                <a:cs typeface="Helvetica Neue"/>
              </a:defRPr>
            </a:lvl4pPr>
            <a:lvl5pPr>
              <a:defRPr sz="2325" b="1">
                <a:solidFill>
                  <a:srgbClr val="292D42"/>
                </a:solidFill>
                <a:latin typeface="Helvetica Neue"/>
                <a:ea typeface="Helvetica Neue"/>
                <a:cs typeface="Helvetica Neue"/>
              </a:defRPr>
            </a:lvl5pPr>
            <a:lvl6pPr>
              <a:defRPr sz="2325" b="1">
                <a:solidFill>
                  <a:srgbClr val="292D42"/>
                </a:solidFill>
                <a:latin typeface="Helvetica Neue"/>
                <a:ea typeface="Helvetica Neue"/>
                <a:cs typeface="Helvetica Neue"/>
              </a:defRPr>
            </a:lvl6pPr>
            <a:lvl7pPr>
              <a:defRPr sz="2325" b="1">
                <a:solidFill>
                  <a:srgbClr val="292D42"/>
                </a:solidFill>
                <a:latin typeface="Helvetica Neue"/>
                <a:ea typeface="Helvetica Neue"/>
                <a:cs typeface="Helvetica Neue"/>
              </a:defRPr>
            </a:lvl7pPr>
            <a:lvl8pPr>
              <a:defRPr sz="2325" b="1">
                <a:solidFill>
                  <a:srgbClr val="292D42"/>
                </a:solidFill>
                <a:latin typeface="Helvetica Neue"/>
                <a:ea typeface="Helvetica Neue"/>
                <a:cs typeface="Helvetica Neue"/>
              </a:defRPr>
            </a:lvl8pPr>
            <a:lvl9pPr>
              <a:defRPr sz="2325" b="1">
                <a:solidFill>
                  <a:srgbClr val="292D42"/>
                </a:solidFill>
                <a:latin typeface="Helvetica Neue"/>
                <a:ea typeface="Helvetica Neue"/>
                <a:cs typeface="Helvetica Neue"/>
              </a:defRPr>
            </a:lvl9pPr>
          </a:lstStyle>
          <a:p xmlns:a="http://schemas.openxmlformats.org/drawingml/2006/main">
            <a:pPr>
              <a:defRPr sz="2325" b="1">
                <a:solidFill>
                  <a:srgbClr val="292D42"/>
                </a:solidFill>
                <a:latin typeface="Helvetica Neue"/>
                <a:ea typeface="Helvetica Neue"/>
                <a:cs typeface="Helvetica Neue"/>
              </a:defRPr>
            </a:pPr>
            <a:r>
              <a:rPr sz="2325" b="1">
                <a:solidFill>
                  <a:srgbClr val="292D42"/>
                </a:solidFill>
                <a:latin typeface="Helvetica Neue"/>
                <a:ea typeface="Helvetica Neue"/>
                <a:cs typeface="Helvetica Neue"/>
              </a:rPr>
              <a:t>Врач</a:t>
            </a:r>
          </a:p>
        </p:txBody>
      </p:sp>
      <p:sp>
        <p:nvSpPr>
          <p:cNvPr id="26" name="">
            <a:extLst xmlns:a="http://schemas.openxmlformats.org/drawingml/2006/main">
              <a:ext uri="{FF2B5EF4-FFF2-40B4-BE49-F238E27FC236}">
                <a16:creationId xmlns:a16="http://schemas.microsoft.com/office/drawing/2014/main" id="{CB00EB30-A0F3-4BC4-B479-2AC07DE92496}"/>
              </a:ext>
            </a:extLst>
          </p:cNvPr>
          <p:cNvSpPr>
            <a:spLocks xmlns:a="http://schemas.openxmlformats.org/drawingml/2006/main" noGrp="1"/>
          </p:cNvSpPr>
          <p:nvPr/>
        </p:nvSpPr>
        <p:spPr>
          <a:xfrm xmlns:a="http://schemas.openxmlformats.org/drawingml/2006/main">
            <a:off x="8829675" y="3876675"/>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758099"/>
                </a:solidFill>
                <a:latin typeface="Helvetica Neue"/>
                <a:ea typeface="Helvetica Neue"/>
                <a:cs typeface="Helvetica Neue"/>
              </a:defRPr>
            </a:defPPr>
            <a:lvl1pPr>
              <a:defRPr sz="1800" b="0">
                <a:solidFill>
                  <a:srgbClr val="758099"/>
                </a:solidFill>
                <a:latin typeface="Helvetica Neue"/>
                <a:ea typeface="Helvetica Neue"/>
                <a:cs typeface="Helvetica Neue"/>
              </a:defRPr>
            </a:lvl1pPr>
            <a:lvl2pPr>
              <a:defRPr sz="1800" b="0">
                <a:solidFill>
                  <a:srgbClr val="758099"/>
                </a:solidFill>
                <a:latin typeface="Helvetica Neue"/>
                <a:ea typeface="Helvetica Neue"/>
                <a:cs typeface="Helvetica Neue"/>
              </a:defRPr>
            </a:lvl2pPr>
            <a:lvl3pPr>
              <a:defRPr sz="1800" b="0">
                <a:solidFill>
                  <a:srgbClr val="758099"/>
                </a:solidFill>
                <a:latin typeface="Helvetica Neue"/>
                <a:ea typeface="Helvetica Neue"/>
                <a:cs typeface="Helvetica Neue"/>
              </a:defRPr>
            </a:lvl3pPr>
            <a:lvl4pPr>
              <a:defRPr sz="1800" b="0">
                <a:solidFill>
                  <a:srgbClr val="758099"/>
                </a:solidFill>
                <a:latin typeface="Helvetica Neue"/>
                <a:ea typeface="Helvetica Neue"/>
                <a:cs typeface="Helvetica Neue"/>
              </a:defRPr>
            </a:lvl4pPr>
            <a:lvl5pPr>
              <a:defRPr sz="1800" b="0">
                <a:solidFill>
                  <a:srgbClr val="758099"/>
                </a:solidFill>
                <a:latin typeface="Helvetica Neue"/>
                <a:ea typeface="Helvetica Neue"/>
                <a:cs typeface="Helvetica Neue"/>
              </a:defRPr>
            </a:lvl5pPr>
            <a:lvl6pPr>
              <a:defRPr sz="1800" b="0">
                <a:solidFill>
                  <a:srgbClr val="758099"/>
                </a:solidFill>
                <a:latin typeface="Helvetica Neue"/>
                <a:ea typeface="Helvetica Neue"/>
                <a:cs typeface="Helvetica Neue"/>
              </a:defRPr>
            </a:lvl6pPr>
            <a:lvl7pPr>
              <a:defRPr sz="1800" b="0">
                <a:solidFill>
                  <a:srgbClr val="758099"/>
                </a:solidFill>
                <a:latin typeface="Helvetica Neue"/>
                <a:ea typeface="Helvetica Neue"/>
                <a:cs typeface="Helvetica Neue"/>
              </a:defRPr>
            </a:lvl7pPr>
            <a:lvl8pPr>
              <a:defRPr sz="1800" b="0">
                <a:solidFill>
                  <a:srgbClr val="758099"/>
                </a:solidFill>
                <a:latin typeface="Helvetica Neue"/>
                <a:ea typeface="Helvetica Neue"/>
                <a:cs typeface="Helvetica Neue"/>
              </a:defRPr>
            </a:lvl8pPr>
            <a:lvl9pPr>
              <a:defRPr sz="1800" b="0">
                <a:solidFill>
                  <a:srgbClr val="758099"/>
                </a:solidFill>
                <a:latin typeface="Helvetica Neue"/>
                <a:ea typeface="Helvetica Neue"/>
                <a:cs typeface="Helvetica Neue"/>
              </a:defRPr>
            </a:lvl9pPr>
          </a:lstStyle>
          <a:p xmlns:a="http://schemas.openxmlformats.org/drawingml/2006/main">
            <a:pPr>
              <a:defRPr sz="1800" b="0">
                <a:solidFill>
                  <a:srgbClr val="758099"/>
                </a:solidFill>
                <a:latin typeface="Helvetica Neue"/>
                <a:ea typeface="Helvetica Neue"/>
                <a:cs typeface="Helvetica Neue"/>
              </a:defRPr>
            </a:pPr>
            <a:r>
              <a:rPr sz="1800" b="0">
                <a:solidFill>
                  <a:srgbClr val="758099"/>
                </a:solidFill>
                <a:latin typeface="Helvetica Neue"/>
                <a:ea typeface="Helvetica Neue"/>
                <a:cs typeface="Helvetica Neue"/>
              </a:rPr>
              <a:t>Проверяет основания</a:t>
            </a:r>
          </a:p>
          <a:p xmlns:a="http://schemas.openxmlformats.org/drawingml/2006/main">
            <a:pPr>
              <a:defRPr sz="1800" b="0">
                <a:solidFill>
                  <a:srgbClr val="758099"/>
                </a:solidFill>
                <a:latin typeface="Helvetica Neue"/>
                <a:ea typeface="Helvetica Neue"/>
                <a:cs typeface="Helvetica Neue"/>
              </a:defRPr>
            </a:pPr>
            <a:r>
              <a:rPr sz="1800" b="0">
                <a:solidFill>
                  <a:srgbClr val="758099"/>
                </a:solidFill>
                <a:latin typeface="Helvetica Neue"/>
                <a:ea typeface="Helvetica Neue"/>
                <a:cs typeface="Helvetica Neue"/>
              </a:rPr>
              <a:t>и выбирает действия</a:t>
            </a:r>
          </a:p>
        </p:txBody>
      </p:sp>
      <p:sp>
        <p:nvSpPr>
          <p:cNvPr id="27" name="">
            <a:extLst xmlns:a="http://schemas.openxmlformats.org/drawingml/2006/main">
              <a:ext uri="{FF2B5EF4-FFF2-40B4-BE49-F238E27FC236}">
                <a16:creationId xmlns:a16="http://schemas.microsoft.com/office/drawing/2014/main" id="{0E3A9EDD-8539-437E-A899-F00425F8C3D0}"/>
              </a:ext>
            </a:extLst>
          </p:cNvPr>
          <p:cNvSpPr>
            <a:spLocks xmlns:a="http://schemas.openxmlformats.org/drawingml/2006/main" noGrp="1"/>
          </p:cNvSpPr>
          <p:nvPr/>
        </p:nvSpPr>
        <p:spPr>
          <a:xfrm xmlns:a="http://schemas.openxmlformats.org/drawingml/2006/main">
            <a:off x="571500" y="5581650"/>
            <a:ext cx="11049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400" b="0">
                <a:solidFill>
                  <a:srgbClr val="ADC5FF"/>
                </a:solidFill>
                <a:latin typeface="Helvetica Neue"/>
                <a:ea typeface="Helvetica Neue"/>
                <a:cs typeface="Helvetica Neue"/>
              </a:defRPr>
            </a:defPPr>
            <a:lvl1pPr>
              <a:defRPr sz="2400" b="0">
                <a:solidFill>
                  <a:srgbClr val="ADC5FF"/>
                </a:solidFill>
                <a:latin typeface="Helvetica Neue"/>
                <a:ea typeface="Helvetica Neue"/>
                <a:cs typeface="Helvetica Neue"/>
              </a:defRPr>
            </a:lvl1pPr>
            <a:lvl2pPr>
              <a:defRPr sz="2400" b="0">
                <a:solidFill>
                  <a:srgbClr val="ADC5FF"/>
                </a:solidFill>
                <a:latin typeface="Helvetica Neue"/>
                <a:ea typeface="Helvetica Neue"/>
                <a:cs typeface="Helvetica Neue"/>
              </a:defRPr>
            </a:lvl2pPr>
            <a:lvl3pPr>
              <a:defRPr sz="2400" b="0">
                <a:solidFill>
                  <a:srgbClr val="ADC5FF"/>
                </a:solidFill>
                <a:latin typeface="Helvetica Neue"/>
                <a:ea typeface="Helvetica Neue"/>
                <a:cs typeface="Helvetica Neue"/>
              </a:defRPr>
            </a:lvl3pPr>
            <a:lvl4pPr>
              <a:defRPr sz="2400" b="0">
                <a:solidFill>
                  <a:srgbClr val="ADC5FF"/>
                </a:solidFill>
                <a:latin typeface="Helvetica Neue"/>
                <a:ea typeface="Helvetica Neue"/>
                <a:cs typeface="Helvetica Neue"/>
              </a:defRPr>
            </a:lvl4pPr>
            <a:lvl5pPr>
              <a:defRPr sz="2400" b="0">
                <a:solidFill>
                  <a:srgbClr val="ADC5FF"/>
                </a:solidFill>
                <a:latin typeface="Helvetica Neue"/>
                <a:ea typeface="Helvetica Neue"/>
                <a:cs typeface="Helvetica Neue"/>
              </a:defRPr>
            </a:lvl5pPr>
            <a:lvl6pPr>
              <a:defRPr sz="2400" b="0">
                <a:solidFill>
                  <a:srgbClr val="ADC5FF"/>
                </a:solidFill>
                <a:latin typeface="Helvetica Neue"/>
                <a:ea typeface="Helvetica Neue"/>
                <a:cs typeface="Helvetica Neue"/>
              </a:defRPr>
            </a:lvl6pPr>
            <a:lvl7pPr>
              <a:defRPr sz="2400" b="0">
                <a:solidFill>
                  <a:srgbClr val="ADC5FF"/>
                </a:solidFill>
                <a:latin typeface="Helvetica Neue"/>
                <a:ea typeface="Helvetica Neue"/>
                <a:cs typeface="Helvetica Neue"/>
              </a:defRPr>
            </a:lvl7pPr>
            <a:lvl8pPr>
              <a:defRPr sz="2400" b="0">
                <a:solidFill>
                  <a:srgbClr val="ADC5FF"/>
                </a:solidFill>
                <a:latin typeface="Helvetica Neue"/>
                <a:ea typeface="Helvetica Neue"/>
                <a:cs typeface="Helvetica Neue"/>
              </a:defRPr>
            </a:lvl8pPr>
            <a:lvl9pPr>
              <a:defRPr sz="2400" b="0">
                <a:solidFill>
                  <a:srgbClr val="ADC5FF"/>
                </a:solidFill>
                <a:latin typeface="Helvetica Neue"/>
                <a:ea typeface="Helvetica Neue"/>
                <a:cs typeface="Helvetica Neue"/>
              </a:defRPr>
            </a:lvl9pPr>
          </a:lstStyle>
          <a:p xmlns:a="http://schemas.openxmlformats.org/drawingml/2006/main">
            <a:pPr>
              <a:defRPr sz="2400" b="0">
                <a:solidFill>
                  <a:srgbClr val="ADC5FF"/>
                </a:solidFill>
                <a:latin typeface="Helvetica Neue"/>
                <a:ea typeface="Helvetica Neue"/>
                <a:cs typeface="Helvetica Neue"/>
              </a:defRPr>
            </a:pPr>
            <a:r>
              <a:rPr sz="2400" b="0">
                <a:solidFill>
                  <a:srgbClr val="ADC5FF"/>
                </a:solidFill>
                <a:latin typeface="Helvetica Neue"/>
                <a:ea typeface="Helvetica Neue"/>
                <a:cs typeface="Helvetica Neue"/>
              </a:rPr>
              <a:t>Искусственный интеллект готовит материал к разбору.</a:t>
            </a:r>
          </a:p>
          <a:p xmlns:a="http://schemas.openxmlformats.org/drawingml/2006/main">
            <a:pPr>
              <a:defRPr sz="2400" b="0">
                <a:solidFill>
                  <a:srgbClr val="ADC5FF"/>
                </a:solidFill>
                <a:latin typeface="Helvetica Neue"/>
                <a:ea typeface="Helvetica Neue"/>
                <a:cs typeface="Helvetica Neue"/>
              </a:defRPr>
            </a:pPr>
            <a:r>
              <a:rPr sz="2400" b="0">
                <a:solidFill>
                  <a:srgbClr val="ADC5FF"/>
                </a:solidFill>
                <a:latin typeface="Helvetica Neue"/>
                <a:ea typeface="Helvetica Neue"/>
                <a:cs typeface="Helvetica Neue"/>
              </a:rPr>
              <a:t>Клиническое решение принимает врач.</a:t>
            </a:r>
          </a:p>
        </p:txBody>
      </p:sp>
    </p:spTree>
    <p:extLst>
      <p:ext uri="{BB962C8B-B14F-4D97-AF65-F5344CB8AC3E}">
        <p14:creationId xmlns:p14="http://schemas.microsoft.com/office/powerpoint/2010/main" val="1306716649"/>
      </p:ext>
    </p:extLst>
  </p:cSld>
</p:sld>
</file>

<file path=ppt/slides/slide4.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A6858C-6B84-4E6C-9FDC-5EB62FEAF38E}"/>
              </a:ext>
            </a:extLst>
          </p:cNvPr>
          <p:cNvSpPr>
            <a:spLocks xmlns:a="http://schemas.openxmlformats.org/drawingml/2006/main" noGrp="1"/>
          </p:cNvSpPr>
          <p:nvPr/>
        </p:nvSpPr>
        <p:spPr>
          <a:xfrm xmlns:a="http://schemas.openxmlformats.org/drawingml/2006/main">
            <a:off x="381000" y="247650"/>
            <a:ext cx="114300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4528A216-11A2-477B-8D2F-7F23C52D7B39}"/>
              </a:ext>
            </a:extLst>
          </p:cNvPr>
          <p:cNvPicPr>
            <a:picLocks xmlns:a="http://schemas.openxmlformats.org/drawingml/2006/main" noChangeAspect="1"/>
          </p:cNvPicPr>
          <p:nvPr/>
        </p:nvPicPr>
        <p:blipFill>
          <a:blip xmlns:r="http://schemas.openxmlformats.org/officeDocument/2006/relationships" xmlns:a="http://schemas.openxmlformats.org/drawingml/2006/main" r:embed="Rc3bc831fba104233">
            <a:extLst>
              <a:ext uri="{96DAC541-7B7A-43D3-8B79-37D633B846F1}">
                <asvg:svgBlip xmlns:asvg="http://schemas.microsoft.com/office/drawing/2016/SVG/main" r:embed="Rf0f7dff6574b4001"/>
              </a:ext>
            </a:extLst>
          </a:blip>
          <a:stretch xmlns:a="http://schemas.openxmlformats.org/drawingml/2006/main"/>
        </p:blipFill>
        <p:spPr>
          <a:xfrm xmlns:a="http://schemas.openxmlformats.org/drawingml/2006/main">
            <a:off x="523875" y="352425"/>
            <a:ext cx="41910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7A0BDBC-3BD5-43EF-8B84-FB99BE76E342}"/>
              </a:ext>
            </a:extLst>
          </p:cNvPr>
          <p:cNvSpPr>
            <a:spLocks xmlns:a="http://schemas.openxmlformats.org/drawingml/2006/main" noGrp="1"/>
          </p:cNvSpPr>
          <p:nvPr/>
        </p:nvSpPr>
        <p:spPr>
          <a:xfrm xmlns:a="http://schemas.openxmlformats.org/drawingml/2006/main">
            <a:off x="1066800" y="409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292D42"/>
                </a:solidFill>
                <a:latin typeface="Helvetica Neue"/>
                <a:ea typeface="Helvetica Neue"/>
                <a:cs typeface="Helvetica Neue"/>
              </a:defRPr>
            </a:defPPr>
            <a:lvl1pPr>
              <a:defRPr sz="1950" b="1">
                <a:solidFill>
                  <a:srgbClr val="292D42"/>
                </a:solidFill>
                <a:latin typeface="Helvetica Neue"/>
                <a:ea typeface="Helvetica Neue"/>
                <a:cs typeface="Helvetica Neue"/>
              </a:defRPr>
            </a:lvl1pPr>
            <a:lvl2pPr>
              <a:defRPr sz="1950" b="1">
                <a:solidFill>
                  <a:srgbClr val="292D42"/>
                </a:solidFill>
                <a:latin typeface="Helvetica Neue"/>
                <a:ea typeface="Helvetica Neue"/>
                <a:cs typeface="Helvetica Neue"/>
              </a:defRPr>
            </a:lvl2pPr>
            <a:lvl3pPr>
              <a:defRPr sz="1950" b="1">
                <a:solidFill>
                  <a:srgbClr val="292D42"/>
                </a:solidFill>
                <a:latin typeface="Helvetica Neue"/>
                <a:ea typeface="Helvetica Neue"/>
                <a:cs typeface="Helvetica Neue"/>
              </a:defRPr>
            </a:lvl3pPr>
            <a:lvl4pPr>
              <a:defRPr sz="1950" b="1">
                <a:solidFill>
                  <a:srgbClr val="292D42"/>
                </a:solidFill>
                <a:latin typeface="Helvetica Neue"/>
                <a:ea typeface="Helvetica Neue"/>
                <a:cs typeface="Helvetica Neue"/>
              </a:defRPr>
            </a:lvl4pPr>
            <a:lvl5pPr>
              <a:defRPr sz="1950" b="1">
                <a:solidFill>
                  <a:srgbClr val="292D42"/>
                </a:solidFill>
                <a:latin typeface="Helvetica Neue"/>
                <a:ea typeface="Helvetica Neue"/>
                <a:cs typeface="Helvetica Neue"/>
              </a:defRPr>
            </a:lvl5pPr>
            <a:lvl6pPr>
              <a:defRPr sz="1950" b="1">
                <a:solidFill>
                  <a:srgbClr val="292D42"/>
                </a:solidFill>
                <a:latin typeface="Helvetica Neue"/>
                <a:ea typeface="Helvetica Neue"/>
                <a:cs typeface="Helvetica Neue"/>
              </a:defRPr>
            </a:lvl6pPr>
            <a:lvl7pPr>
              <a:defRPr sz="1950" b="1">
                <a:solidFill>
                  <a:srgbClr val="292D42"/>
                </a:solidFill>
                <a:latin typeface="Helvetica Neue"/>
                <a:ea typeface="Helvetica Neue"/>
                <a:cs typeface="Helvetica Neue"/>
              </a:defRPr>
            </a:lvl7pPr>
            <a:lvl8pPr>
              <a:defRPr sz="1950" b="1">
                <a:solidFill>
                  <a:srgbClr val="292D42"/>
                </a:solidFill>
                <a:latin typeface="Helvetica Neue"/>
                <a:ea typeface="Helvetica Neue"/>
                <a:cs typeface="Helvetica Neue"/>
              </a:defRPr>
            </a:lvl8pPr>
            <a:lvl9pPr>
              <a:defRPr sz="1950" b="1">
                <a:solidFill>
                  <a:srgbClr val="292D42"/>
                </a:solidFill>
                <a:latin typeface="Helvetica Neue"/>
                <a:ea typeface="Helvetica Neue"/>
                <a:cs typeface="Helvetica Neue"/>
              </a:defRPr>
            </a:lvl9pPr>
          </a:lstStyle>
          <a:p xmlns:a="http://schemas.openxmlformats.org/drawingml/2006/main">
            <a:pPr>
              <a:defRPr sz="1950" b="1">
                <a:solidFill>
                  <a:srgbClr val="292D42"/>
                </a:solidFill>
                <a:latin typeface="Helvetica Neue"/>
                <a:ea typeface="Helvetica Neue"/>
                <a:cs typeface="Helvetica Neue"/>
              </a:defRPr>
            </a:pPr>
            <a:r>
              <a:rPr sz="1950" b="1">
                <a:solidFill>
                  <a:srgbClr val="292D42"/>
                </a:solidFill>
                <a:latin typeface="Helvetica Neue"/>
                <a:ea typeface="Helvetica Neue"/>
                <a:cs typeface="Helvetica Neue"/>
              </a:rPr>
              <a:t>Clinical Compass</a:t>
            </a:r>
          </a:p>
        </p:txBody>
      </p:sp>
      <p:sp>
        <p:nvSpPr>
          <p:cNvPr id="4" name="">
            <a:extLst xmlns:a="http://schemas.openxmlformats.org/drawingml/2006/main">
              <a:ext uri="{FF2B5EF4-FFF2-40B4-BE49-F238E27FC236}">
                <a16:creationId xmlns:a16="http://schemas.microsoft.com/office/drawing/2014/main" id="{B0412919-C13C-485A-BF35-E2CE0BB78EC2}"/>
              </a:ext>
            </a:extLst>
          </p:cNvPr>
          <p:cNvSpPr>
            <a:spLocks xmlns:a="http://schemas.openxmlformats.org/drawingml/2006/main" noGrp="1"/>
          </p:cNvSpPr>
          <p:nvPr/>
        </p:nvSpPr>
        <p:spPr>
          <a:xfrm xmlns:a="http://schemas.openxmlformats.org/drawingml/2006/main">
            <a:off x="7239000" y="428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00" b="0">
                <a:solidFill>
                  <a:srgbClr val="758099"/>
                </a:solidFill>
                <a:latin typeface="Helvetica Neue"/>
                <a:ea typeface="Helvetica Neue"/>
                <a:cs typeface="Helvetica Neue"/>
              </a:defRPr>
            </a:defPPr>
            <a:lvl1pPr algn="r">
              <a:defRPr sz="1500" b="0">
                <a:solidFill>
                  <a:srgbClr val="758099"/>
                </a:solidFill>
                <a:latin typeface="Helvetica Neue"/>
                <a:ea typeface="Helvetica Neue"/>
                <a:cs typeface="Helvetica Neue"/>
              </a:defRPr>
            </a:lvl1pPr>
            <a:lvl2pPr algn="r">
              <a:defRPr sz="1500" b="0">
                <a:solidFill>
                  <a:srgbClr val="758099"/>
                </a:solidFill>
                <a:latin typeface="Helvetica Neue"/>
                <a:ea typeface="Helvetica Neue"/>
                <a:cs typeface="Helvetica Neue"/>
              </a:defRPr>
            </a:lvl2pPr>
            <a:lvl3pPr algn="r">
              <a:defRPr sz="1500" b="0">
                <a:solidFill>
                  <a:srgbClr val="758099"/>
                </a:solidFill>
                <a:latin typeface="Helvetica Neue"/>
                <a:ea typeface="Helvetica Neue"/>
                <a:cs typeface="Helvetica Neue"/>
              </a:defRPr>
            </a:lvl3pPr>
            <a:lvl4pPr algn="r">
              <a:defRPr sz="1500" b="0">
                <a:solidFill>
                  <a:srgbClr val="758099"/>
                </a:solidFill>
                <a:latin typeface="Helvetica Neue"/>
                <a:ea typeface="Helvetica Neue"/>
                <a:cs typeface="Helvetica Neue"/>
              </a:defRPr>
            </a:lvl4pPr>
            <a:lvl5pPr algn="r">
              <a:defRPr sz="1500" b="0">
                <a:solidFill>
                  <a:srgbClr val="758099"/>
                </a:solidFill>
                <a:latin typeface="Helvetica Neue"/>
                <a:ea typeface="Helvetica Neue"/>
                <a:cs typeface="Helvetica Neue"/>
              </a:defRPr>
            </a:lvl5pPr>
            <a:lvl6pPr algn="r">
              <a:defRPr sz="1500" b="0">
                <a:solidFill>
                  <a:srgbClr val="758099"/>
                </a:solidFill>
                <a:latin typeface="Helvetica Neue"/>
                <a:ea typeface="Helvetica Neue"/>
                <a:cs typeface="Helvetica Neue"/>
              </a:defRPr>
            </a:lvl6pPr>
            <a:lvl7pPr algn="r">
              <a:defRPr sz="1500" b="0">
                <a:solidFill>
                  <a:srgbClr val="758099"/>
                </a:solidFill>
                <a:latin typeface="Helvetica Neue"/>
                <a:ea typeface="Helvetica Neue"/>
                <a:cs typeface="Helvetica Neue"/>
              </a:defRPr>
            </a:lvl7pPr>
            <a:lvl8pPr algn="r">
              <a:defRPr sz="1500" b="0">
                <a:solidFill>
                  <a:srgbClr val="758099"/>
                </a:solidFill>
                <a:latin typeface="Helvetica Neue"/>
                <a:ea typeface="Helvetica Neue"/>
                <a:cs typeface="Helvetica Neue"/>
              </a:defRPr>
            </a:lvl8pPr>
            <a:lvl9pPr algn="r">
              <a:defRPr sz="1500" b="0">
                <a:solidFill>
                  <a:srgbClr val="758099"/>
                </a:solidFill>
                <a:latin typeface="Helvetica Neue"/>
                <a:ea typeface="Helvetica Neue"/>
                <a:cs typeface="Helvetica Neue"/>
              </a:defRPr>
            </a:lvl9pPr>
          </a:lstStyle>
          <a:p xmlns:a="http://schemas.openxmlformats.org/drawingml/2006/main">
            <a:pPr algn="r">
              <a:defRPr sz="1500" b="0">
                <a:solidFill>
                  <a:srgbClr val="758099"/>
                </a:solidFill>
                <a:latin typeface="Helvetica Neue"/>
                <a:ea typeface="Helvetica Neue"/>
                <a:cs typeface="Helvetica Neue"/>
              </a:defRPr>
            </a:pPr>
            <a:r>
              <a:rPr sz="1500" b="0">
                <a:solidFill>
                  <a:srgbClr val="758099"/>
                </a:solidFill>
                <a:latin typeface="Helvetica Neue"/>
                <a:ea typeface="Helvetica Neue"/>
                <a:cs typeface="Helvetica Neue"/>
              </a:rPr>
              <a:t>Кабинет врача</a:t>
            </a:r>
          </a:p>
        </p:txBody>
      </p:sp>
      <p:sp>
        <p:nvSpPr>
          <p:cNvPr id="5" name="">
            <a:extLst xmlns:a="http://schemas.openxmlformats.org/drawingml/2006/main">
              <a:ext uri="{FF2B5EF4-FFF2-40B4-BE49-F238E27FC236}">
                <a16:creationId xmlns:a16="http://schemas.microsoft.com/office/drawing/2014/main" id="{D8C6C53C-9668-418E-914B-82967FB2538A}"/>
              </a:ext>
            </a:extLst>
          </p:cNvPr>
          <p:cNvSpPr>
            <a:spLocks xmlns:a="http://schemas.openxmlformats.org/drawingml/2006/main" noGrp="1"/>
          </p:cNvSpPr>
          <p:nvPr/>
        </p:nvSpPr>
        <p:spPr>
          <a:xfrm xmlns:a="http://schemas.openxmlformats.org/drawingml/2006/main">
            <a:off x="11315700" y="4286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350" b="0">
                <a:solidFill>
                  <a:srgbClr val="758099"/>
                </a:solidFill>
                <a:latin typeface="Helvetica Neue"/>
                <a:ea typeface="Helvetica Neue"/>
                <a:cs typeface="Helvetica Neue"/>
              </a:defRPr>
            </a:defPPr>
            <a:lvl1pPr algn="r">
              <a:defRPr sz="1350" b="0">
                <a:solidFill>
                  <a:srgbClr val="758099"/>
                </a:solidFill>
                <a:latin typeface="Helvetica Neue"/>
                <a:ea typeface="Helvetica Neue"/>
                <a:cs typeface="Helvetica Neue"/>
              </a:defRPr>
            </a:lvl1pPr>
            <a:lvl2pPr algn="r">
              <a:defRPr sz="1350" b="0">
                <a:solidFill>
                  <a:srgbClr val="758099"/>
                </a:solidFill>
                <a:latin typeface="Helvetica Neue"/>
                <a:ea typeface="Helvetica Neue"/>
                <a:cs typeface="Helvetica Neue"/>
              </a:defRPr>
            </a:lvl2pPr>
            <a:lvl3pPr algn="r">
              <a:defRPr sz="1350" b="0">
                <a:solidFill>
                  <a:srgbClr val="758099"/>
                </a:solidFill>
                <a:latin typeface="Helvetica Neue"/>
                <a:ea typeface="Helvetica Neue"/>
                <a:cs typeface="Helvetica Neue"/>
              </a:defRPr>
            </a:lvl3pPr>
            <a:lvl4pPr algn="r">
              <a:defRPr sz="1350" b="0">
                <a:solidFill>
                  <a:srgbClr val="758099"/>
                </a:solidFill>
                <a:latin typeface="Helvetica Neue"/>
                <a:ea typeface="Helvetica Neue"/>
                <a:cs typeface="Helvetica Neue"/>
              </a:defRPr>
            </a:lvl4pPr>
            <a:lvl5pPr algn="r">
              <a:defRPr sz="1350" b="0">
                <a:solidFill>
                  <a:srgbClr val="758099"/>
                </a:solidFill>
                <a:latin typeface="Helvetica Neue"/>
                <a:ea typeface="Helvetica Neue"/>
                <a:cs typeface="Helvetica Neue"/>
              </a:defRPr>
            </a:lvl5pPr>
            <a:lvl6pPr algn="r">
              <a:defRPr sz="1350" b="0">
                <a:solidFill>
                  <a:srgbClr val="758099"/>
                </a:solidFill>
                <a:latin typeface="Helvetica Neue"/>
                <a:ea typeface="Helvetica Neue"/>
                <a:cs typeface="Helvetica Neue"/>
              </a:defRPr>
            </a:lvl6pPr>
            <a:lvl7pPr algn="r">
              <a:defRPr sz="1350" b="0">
                <a:solidFill>
                  <a:srgbClr val="758099"/>
                </a:solidFill>
                <a:latin typeface="Helvetica Neue"/>
                <a:ea typeface="Helvetica Neue"/>
                <a:cs typeface="Helvetica Neue"/>
              </a:defRPr>
            </a:lvl7pPr>
            <a:lvl8pPr algn="r">
              <a:defRPr sz="1350" b="0">
                <a:solidFill>
                  <a:srgbClr val="758099"/>
                </a:solidFill>
                <a:latin typeface="Helvetica Neue"/>
                <a:ea typeface="Helvetica Neue"/>
                <a:cs typeface="Helvetica Neue"/>
              </a:defRPr>
            </a:lvl8pPr>
            <a:lvl9pPr algn="r">
              <a:defRPr sz="1350" b="0">
                <a:solidFill>
                  <a:srgbClr val="758099"/>
                </a:solidFill>
                <a:latin typeface="Helvetica Neue"/>
                <a:ea typeface="Helvetica Neue"/>
                <a:cs typeface="Helvetica Neue"/>
              </a:defRPr>
            </a:lvl9pPr>
          </a:lstStyle>
          <a:p xmlns:a="http://schemas.openxmlformats.org/drawingml/2006/main">
            <a:pPr algn="r">
              <a:defRPr sz="1350" b="0">
                <a:solidFill>
                  <a:srgbClr val="758099"/>
                </a:solidFill>
                <a:latin typeface="Helvetica Neue"/>
                <a:ea typeface="Helvetica Neue"/>
                <a:cs typeface="Helvetica Neue"/>
              </a:defRPr>
            </a:pPr>
            <a:r>
              <a:rPr sz="1350" b="0">
                <a:solidFill>
                  <a:srgbClr val="758099"/>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26071B33-7EB0-4D35-A39C-1D3385030A1A}"/>
              </a:ext>
            </a:extLst>
          </p:cNvPr>
          <p:cNvSpPr>
            <a:spLocks xmlns:a="http://schemas.openxmlformats.org/drawingml/2006/main" noGrp="1"/>
          </p:cNvSpPr>
          <p:nvPr/>
        </p:nvSpPr>
        <p:spPr>
          <a:xfrm xmlns:a="http://schemas.openxmlformats.org/drawingml/2006/main">
            <a:off x="533400" y="1190625"/>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75" b="0">
                <a:solidFill>
                  <a:srgbClr val="FFFFFF"/>
                </a:solidFill>
                <a:latin typeface="Helvetica Neue"/>
                <a:ea typeface="Helvetica Neue"/>
                <a:cs typeface="Helvetica Neue"/>
              </a:defRPr>
            </a:defPPr>
            <a:lvl1pPr>
              <a:defRPr sz="3675" b="0">
                <a:solidFill>
                  <a:srgbClr val="FFFFFF"/>
                </a:solidFill>
                <a:latin typeface="Helvetica Neue"/>
                <a:ea typeface="Helvetica Neue"/>
                <a:cs typeface="Helvetica Neue"/>
              </a:defRPr>
            </a:lvl1pPr>
            <a:lvl2pPr>
              <a:defRPr sz="3675" b="0">
                <a:solidFill>
                  <a:srgbClr val="FFFFFF"/>
                </a:solidFill>
                <a:latin typeface="Helvetica Neue"/>
                <a:ea typeface="Helvetica Neue"/>
                <a:cs typeface="Helvetica Neue"/>
              </a:defRPr>
            </a:lvl2pPr>
            <a:lvl3pPr>
              <a:defRPr sz="3675" b="0">
                <a:solidFill>
                  <a:srgbClr val="FFFFFF"/>
                </a:solidFill>
                <a:latin typeface="Helvetica Neue"/>
                <a:ea typeface="Helvetica Neue"/>
                <a:cs typeface="Helvetica Neue"/>
              </a:defRPr>
            </a:lvl3pPr>
            <a:lvl4pPr>
              <a:defRPr sz="3675" b="0">
                <a:solidFill>
                  <a:srgbClr val="FFFFFF"/>
                </a:solidFill>
                <a:latin typeface="Helvetica Neue"/>
                <a:ea typeface="Helvetica Neue"/>
                <a:cs typeface="Helvetica Neue"/>
              </a:defRPr>
            </a:lvl4pPr>
            <a:lvl5pPr>
              <a:defRPr sz="3675" b="0">
                <a:solidFill>
                  <a:srgbClr val="FFFFFF"/>
                </a:solidFill>
                <a:latin typeface="Helvetica Neue"/>
                <a:ea typeface="Helvetica Neue"/>
                <a:cs typeface="Helvetica Neue"/>
              </a:defRPr>
            </a:lvl5pPr>
            <a:lvl6pPr>
              <a:defRPr sz="3675" b="0">
                <a:solidFill>
                  <a:srgbClr val="FFFFFF"/>
                </a:solidFill>
                <a:latin typeface="Helvetica Neue"/>
                <a:ea typeface="Helvetica Neue"/>
                <a:cs typeface="Helvetica Neue"/>
              </a:defRPr>
            </a:lvl6pPr>
            <a:lvl7pPr>
              <a:defRPr sz="3675" b="0">
                <a:solidFill>
                  <a:srgbClr val="FFFFFF"/>
                </a:solidFill>
                <a:latin typeface="Helvetica Neue"/>
                <a:ea typeface="Helvetica Neue"/>
                <a:cs typeface="Helvetica Neue"/>
              </a:defRPr>
            </a:lvl7pPr>
            <a:lvl8pPr>
              <a:defRPr sz="3675" b="0">
                <a:solidFill>
                  <a:srgbClr val="FFFFFF"/>
                </a:solidFill>
                <a:latin typeface="Helvetica Neue"/>
                <a:ea typeface="Helvetica Neue"/>
                <a:cs typeface="Helvetica Neue"/>
              </a:defRPr>
            </a:lvl8pPr>
            <a:lvl9pPr>
              <a:defRPr sz="3675" b="0">
                <a:solidFill>
                  <a:srgbClr val="FFFFFF"/>
                </a:solidFill>
                <a:latin typeface="Helvetica Neue"/>
                <a:ea typeface="Helvetica Neue"/>
                <a:cs typeface="Helvetica Neue"/>
              </a:defRPr>
            </a:lvl9pPr>
          </a:lstStyle>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Кому нужно внимание сегодня</a:t>
            </a:r>
          </a:p>
        </p:txBody>
      </p:sp>
      <p:sp>
        <p:nvSpPr>
          <p:cNvPr id="7" name="">
            <a:extLst xmlns:a="http://schemas.openxmlformats.org/drawingml/2006/main">
              <a:ext uri="{FF2B5EF4-FFF2-40B4-BE49-F238E27FC236}">
                <a16:creationId xmlns:a16="http://schemas.microsoft.com/office/drawing/2014/main" id="{D54EB702-85AD-483A-A7F1-E317CD28A32D}"/>
              </a:ext>
            </a:extLst>
          </p:cNvPr>
          <p:cNvSpPr>
            <a:spLocks xmlns:a="http://schemas.openxmlformats.org/drawingml/2006/main" noGrp="1"/>
          </p:cNvSpPr>
          <p:nvPr/>
        </p:nvSpPr>
        <p:spPr>
          <a:xfrm xmlns:a="http://schemas.openxmlformats.org/drawingml/2006/main">
            <a:off x="571500" y="1857375"/>
            <a:ext cx="1104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ADC5FF"/>
                </a:solidFill>
                <a:latin typeface="Helvetica Neue"/>
                <a:ea typeface="Helvetica Neue"/>
                <a:cs typeface="Helvetica Neue"/>
              </a:defRPr>
            </a:defPPr>
            <a:lvl1pPr>
              <a:defRPr sz="1650" b="0">
                <a:solidFill>
                  <a:srgbClr val="ADC5FF"/>
                </a:solidFill>
                <a:latin typeface="Helvetica Neue"/>
                <a:ea typeface="Helvetica Neue"/>
                <a:cs typeface="Helvetica Neue"/>
              </a:defRPr>
            </a:lvl1pPr>
            <a:lvl2pPr>
              <a:defRPr sz="1650" b="0">
                <a:solidFill>
                  <a:srgbClr val="ADC5FF"/>
                </a:solidFill>
                <a:latin typeface="Helvetica Neue"/>
                <a:ea typeface="Helvetica Neue"/>
                <a:cs typeface="Helvetica Neue"/>
              </a:defRPr>
            </a:lvl2pPr>
            <a:lvl3pPr>
              <a:defRPr sz="1650" b="0">
                <a:solidFill>
                  <a:srgbClr val="ADC5FF"/>
                </a:solidFill>
                <a:latin typeface="Helvetica Neue"/>
                <a:ea typeface="Helvetica Neue"/>
                <a:cs typeface="Helvetica Neue"/>
              </a:defRPr>
            </a:lvl3pPr>
            <a:lvl4pPr>
              <a:defRPr sz="1650" b="0">
                <a:solidFill>
                  <a:srgbClr val="ADC5FF"/>
                </a:solidFill>
                <a:latin typeface="Helvetica Neue"/>
                <a:ea typeface="Helvetica Neue"/>
                <a:cs typeface="Helvetica Neue"/>
              </a:defRPr>
            </a:lvl4pPr>
            <a:lvl5pPr>
              <a:defRPr sz="1650" b="0">
                <a:solidFill>
                  <a:srgbClr val="ADC5FF"/>
                </a:solidFill>
                <a:latin typeface="Helvetica Neue"/>
                <a:ea typeface="Helvetica Neue"/>
                <a:cs typeface="Helvetica Neue"/>
              </a:defRPr>
            </a:lvl5pPr>
            <a:lvl6pPr>
              <a:defRPr sz="1650" b="0">
                <a:solidFill>
                  <a:srgbClr val="ADC5FF"/>
                </a:solidFill>
                <a:latin typeface="Helvetica Neue"/>
                <a:ea typeface="Helvetica Neue"/>
                <a:cs typeface="Helvetica Neue"/>
              </a:defRPr>
            </a:lvl6pPr>
            <a:lvl7pPr>
              <a:defRPr sz="1650" b="0">
                <a:solidFill>
                  <a:srgbClr val="ADC5FF"/>
                </a:solidFill>
                <a:latin typeface="Helvetica Neue"/>
                <a:ea typeface="Helvetica Neue"/>
                <a:cs typeface="Helvetica Neue"/>
              </a:defRPr>
            </a:lvl7pPr>
            <a:lvl8pPr>
              <a:defRPr sz="1650" b="0">
                <a:solidFill>
                  <a:srgbClr val="ADC5FF"/>
                </a:solidFill>
                <a:latin typeface="Helvetica Neue"/>
                <a:ea typeface="Helvetica Neue"/>
                <a:cs typeface="Helvetica Neue"/>
              </a:defRPr>
            </a:lvl8pPr>
            <a:lvl9pPr>
              <a:defRPr sz="1650" b="0">
                <a:solidFill>
                  <a:srgbClr val="ADC5FF"/>
                </a:solidFill>
                <a:latin typeface="Helvetica Neue"/>
                <a:ea typeface="Helvetica Neue"/>
                <a:cs typeface="Helvetica Neue"/>
              </a:defRPr>
            </a:lvl9pPr>
          </a:lstStyle>
          <a:p xmlns:a="http://schemas.openxmlformats.org/drawingml/2006/main">
            <a:pPr>
              <a:defRPr sz="1650" b="0">
                <a:solidFill>
                  <a:srgbClr val="ADC5FF"/>
                </a:solidFill>
                <a:latin typeface="Helvetica Neue"/>
                <a:ea typeface="Helvetica Neue"/>
                <a:cs typeface="Helvetica Neue"/>
              </a:defRPr>
            </a:pPr>
            <a:r>
              <a:rPr sz="1650" b="0">
                <a:solidFill>
                  <a:srgbClr val="ADC5FF"/>
                </a:solidFill>
                <a:latin typeface="Helvetica Neue"/>
                <a:ea typeface="Helvetica Neue"/>
                <a:cs typeface="Helvetica Neue"/>
              </a:rPr>
              <a:t>Приоритет и причина сигнала в одном списке. Синтетические истории.</a:t>
            </a:r>
          </a:p>
        </p:txBody>
      </p:sp>
      <p:pic>
        <p:nvPicPr>
          <p:cNvPr id="8" name="">
            <a:extLst xmlns:a="http://schemas.openxmlformats.org/drawingml/2006/main">
              <a:ext uri="{FF2B5EF4-FFF2-40B4-BE49-F238E27FC236}">
                <a16:creationId xmlns:a16="http://schemas.microsoft.com/office/drawing/2014/main" id="{A05F8FEA-AB56-4F39-9E62-947E20097E12}"/>
              </a:ext>
            </a:extLst>
          </p:cNvPr>
          <p:cNvPicPr>
            <a:picLocks xmlns:a="http://schemas.openxmlformats.org/drawingml/2006/main" noChangeAspect="1"/>
          </p:cNvPicPr>
          <p:nvPr/>
        </p:nvPicPr>
        <p:blipFill>
          <a:blip xmlns:r="http://schemas.openxmlformats.org/officeDocument/2006/relationships" xmlns:a="http://schemas.openxmlformats.org/drawingml/2006/main" r:embed="Rcc7da7c8dbe1425d"/>
          <a:stretch xmlns:a="http://schemas.openxmlformats.org/drawingml/2006/main"/>
        </p:blipFill>
        <p:spPr>
          <a:xfrm xmlns:a="http://schemas.openxmlformats.org/drawingml/2006/main">
            <a:off x="955441" y="2190750"/>
            <a:ext cx="10281118" cy="4381500"/>
          </a:xfrm>
          <a:prstGeom xmlns:a="http://schemas.openxmlformats.org/drawingml/2006/main" prst="roundRect">
            <a:avLst>
              <a:gd name="adj" fmla="val 4348"/>
            </a:avLst>
          </a:prstGeom>
        </p:spPr>
      </p:pic>
    </p:spTree>
    <p:extLst>
      <p:ext uri="{BB962C8B-B14F-4D97-AF65-F5344CB8AC3E}">
        <p14:creationId xmlns:p14="http://schemas.microsoft.com/office/powerpoint/2010/main" val="381047142"/>
      </p:ext>
    </p:extLst>
  </p:cSld>
</p:sld>
</file>

<file path=ppt/slides/slide5.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DFA2F6-E6D2-4BC3-B84D-4F6CEDDC2B3E}"/>
              </a:ext>
            </a:extLst>
          </p:cNvPr>
          <p:cNvSpPr>
            <a:spLocks xmlns:a="http://schemas.openxmlformats.org/drawingml/2006/main" noGrp="1"/>
          </p:cNvSpPr>
          <p:nvPr/>
        </p:nvSpPr>
        <p:spPr>
          <a:xfrm xmlns:a="http://schemas.openxmlformats.org/drawingml/2006/main">
            <a:off x="381000" y="247650"/>
            <a:ext cx="114300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A1AE7E6E-3D5A-4A3A-A47D-31074BB441F2}"/>
              </a:ext>
            </a:extLst>
          </p:cNvPr>
          <p:cNvPicPr>
            <a:picLocks xmlns:a="http://schemas.openxmlformats.org/drawingml/2006/main" noChangeAspect="1"/>
          </p:cNvPicPr>
          <p:nvPr/>
        </p:nvPicPr>
        <p:blipFill>
          <a:blip xmlns:r="http://schemas.openxmlformats.org/officeDocument/2006/relationships" xmlns:a="http://schemas.openxmlformats.org/drawingml/2006/main" r:embed="R7fe05babd92945d9">
            <a:extLst>
              <a:ext uri="{96DAC541-7B7A-43D3-8B79-37D633B846F1}">
                <asvg:svgBlip xmlns:asvg="http://schemas.microsoft.com/office/drawing/2016/SVG/main" r:embed="R06f9a9d9078541fe"/>
              </a:ext>
            </a:extLst>
          </a:blip>
          <a:stretch xmlns:a="http://schemas.openxmlformats.org/drawingml/2006/main"/>
        </p:blipFill>
        <p:spPr>
          <a:xfrm xmlns:a="http://schemas.openxmlformats.org/drawingml/2006/main">
            <a:off x="523875" y="352425"/>
            <a:ext cx="41910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5DD3795-FC47-4518-B11D-762EE7C1A670}"/>
              </a:ext>
            </a:extLst>
          </p:cNvPr>
          <p:cNvSpPr>
            <a:spLocks xmlns:a="http://schemas.openxmlformats.org/drawingml/2006/main" noGrp="1"/>
          </p:cNvSpPr>
          <p:nvPr/>
        </p:nvSpPr>
        <p:spPr>
          <a:xfrm xmlns:a="http://schemas.openxmlformats.org/drawingml/2006/main">
            <a:off x="1066800" y="409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292D42"/>
                </a:solidFill>
                <a:latin typeface="Helvetica Neue"/>
                <a:ea typeface="Helvetica Neue"/>
                <a:cs typeface="Helvetica Neue"/>
              </a:defRPr>
            </a:defPPr>
            <a:lvl1pPr>
              <a:defRPr sz="1950" b="1">
                <a:solidFill>
                  <a:srgbClr val="292D42"/>
                </a:solidFill>
                <a:latin typeface="Helvetica Neue"/>
                <a:ea typeface="Helvetica Neue"/>
                <a:cs typeface="Helvetica Neue"/>
              </a:defRPr>
            </a:lvl1pPr>
            <a:lvl2pPr>
              <a:defRPr sz="1950" b="1">
                <a:solidFill>
                  <a:srgbClr val="292D42"/>
                </a:solidFill>
                <a:latin typeface="Helvetica Neue"/>
                <a:ea typeface="Helvetica Neue"/>
                <a:cs typeface="Helvetica Neue"/>
              </a:defRPr>
            </a:lvl2pPr>
            <a:lvl3pPr>
              <a:defRPr sz="1950" b="1">
                <a:solidFill>
                  <a:srgbClr val="292D42"/>
                </a:solidFill>
                <a:latin typeface="Helvetica Neue"/>
                <a:ea typeface="Helvetica Neue"/>
                <a:cs typeface="Helvetica Neue"/>
              </a:defRPr>
            </a:lvl3pPr>
            <a:lvl4pPr>
              <a:defRPr sz="1950" b="1">
                <a:solidFill>
                  <a:srgbClr val="292D42"/>
                </a:solidFill>
                <a:latin typeface="Helvetica Neue"/>
                <a:ea typeface="Helvetica Neue"/>
                <a:cs typeface="Helvetica Neue"/>
              </a:defRPr>
            </a:lvl4pPr>
            <a:lvl5pPr>
              <a:defRPr sz="1950" b="1">
                <a:solidFill>
                  <a:srgbClr val="292D42"/>
                </a:solidFill>
                <a:latin typeface="Helvetica Neue"/>
                <a:ea typeface="Helvetica Neue"/>
                <a:cs typeface="Helvetica Neue"/>
              </a:defRPr>
            </a:lvl5pPr>
            <a:lvl6pPr>
              <a:defRPr sz="1950" b="1">
                <a:solidFill>
                  <a:srgbClr val="292D42"/>
                </a:solidFill>
                <a:latin typeface="Helvetica Neue"/>
                <a:ea typeface="Helvetica Neue"/>
                <a:cs typeface="Helvetica Neue"/>
              </a:defRPr>
            </a:lvl6pPr>
            <a:lvl7pPr>
              <a:defRPr sz="1950" b="1">
                <a:solidFill>
                  <a:srgbClr val="292D42"/>
                </a:solidFill>
                <a:latin typeface="Helvetica Neue"/>
                <a:ea typeface="Helvetica Neue"/>
                <a:cs typeface="Helvetica Neue"/>
              </a:defRPr>
            </a:lvl7pPr>
            <a:lvl8pPr>
              <a:defRPr sz="1950" b="1">
                <a:solidFill>
                  <a:srgbClr val="292D42"/>
                </a:solidFill>
                <a:latin typeface="Helvetica Neue"/>
                <a:ea typeface="Helvetica Neue"/>
                <a:cs typeface="Helvetica Neue"/>
              </a:defRPr>
            </a:lvl8pPr>
            <a:lvl9pPr>
              <a:defRPr sz="1950" b="1">
                <a:solidFill>
                  <a:srgbClr val="292D42"/>
                </a:solidFill>
                <a:latin typeface="Helvetica Neue"/>
                <a:ea typeface="Helvetica Neue"/>
                <a:cs typeface="Helvetica Neue"/>
              </a:defRPr>
            </a:lvl9pPr>
          </a:lstStyle>
          <a:p xmlns:a="http://schemas.openxmlformats.org/drawingml/2006/main">
            <a:pPr>
              <a:defRPr sz="1950" b="1">
                <a:solidFill>
                  <a:srgbClr val="292D42"/>
                </a:solidFill>
                <a:latin typeface="Helvetica Neue"/>
                <a:ea typeface="Helvetica Neue"/>
                <a:cs typeface="Helvetica Neue"/>
              </a:defRPr>
            </a:pPr>
            <a:r>
              <a:rPr sz="1950" b="1">
                <a:solidFill>
                  <a:srgbClr val="292D42"/>
                </a:solidFill>
                <a:latin typeface="Helvetica Neue"/>
                <a:ea typeface="Helvetica Neue"/>
                <a:cs typeface="Helvetica Neue"/>
              </a:rPr>
              <a:t>Clinical Compass</a:t>
            </a:r>
          </a:p>
        </p:txBody>
      </p:sp>
      <p:sp>
        <p:nvSpPr>
          <p:cNvPr id="4" name="">
            <a:extLst xmlns:a="http://schemas.openxmlformats.org/drawingml/2006/main">
              <a:ext uri="{FF2B5EF4-FFF2-40B4-BE49-F238E27FC236}">
                <a16:creationId xmlns:a16="http://schemas.microsoft.com/office/drawing/2014/main" id="{66095234-8922-4A46-B15E-5E6F8A401464}"/>
              </a:ext>
            </a:extLst>
          </p:cNvPr>
          <p:cNvSpPr>
            <a:spLocks xmlns:a="http://schemas.openxmlformats.org/drawingml/2006/main" noGrp="1"/>
          </p:cNvSpPr>
          <p:nvPr/>
        </p:nvSpPr>
        <p:spPr>
          <a:xfrm xmlns:a="http://schemas.openxmlformats.org/drawingml/2006/main">
            <a:off x="7239000" y="428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00" b="0">
                <a:solidFill>
                  <a:srgbClr val="758099"/>
                </a:solidFill>
                <a:latin typeface="Helvetica Neue"/>
                <a:ea typeface="Helvetica Neue"/>
                <a:cs typeface="Helvetica Neue"/>
              </a:defRPr>
            </a:defPPr>
            <a:lvl1pPr algn="r">
              <a:defRPr sz="1500" b="0">
                <a:solidFill>
                  <a:srgbClr val="758099"/>
                </a:solidFill>
                <a:latin typeface="Helvetica Neue"/>
                <a:ea typeface="Helvetica Neue"/>
                <a:cs typeface="Helvetica Neue"/>
              </a:defRPr>
            </a:lvl1pPr>
            <a:lvl2pPr algn="r">
              <a:defRPr sz="1500" b="0">
                <a:solidFill>
                  <a:srgbClr val="758099"/>
                </a:solidFill>
                <a:latin typeface="Helvetica Neue"/>
                <a:ea typeface="Helvetica Neue"/>
                <a:cs typeface="Helvetica Neue"/>
              </a:defRPr>
            </a:lvl2pPr>
            <a:lvl3pPr algn="r">
              <a:defRPr sz="1500" b="0">
                <a:solidFill>
                  <a:srgbClr val="758099"/>
                </a:solidFill>
                <a:latin typeface="Helvetica Neue"/>
                <a:ea typeface="Helvetica Neue"/>
                <a:cs typeface="Helvetica Neue"/>
              </a:defRPr>
            </a:lvl3pPr>
            <a:lvl4pPr algn="r">
              <a:defRPr sz="1500" b="0">
                <a:solidFill>
                  <a:srgbClr val="758099"/>
                </a:solidFill>
                <a:latin typeface="Helvetica Neue"/>
                <a:ea typeface="Helvetica Neue"/>
                <a:cs typeface="Helvetica Neue"/>
              </a:defRPr>
            </a:lvl4pPr>
            <a:lvl5pPr algn="r">
              <a:defRPr sz="1500" b="0">
                <a:solidFill>
                  <a:srgbClr val="758099"/>
                </a:solidFill>
                <a:latin typeface="Helvetica Neue"/>
                <a:ea typeface="Helvetica Neue"/>
                <a:cs typeface="Helvetica Neue"/>
              </a:defRPr>
            </a:lvl5pPr>
            <a:lvl6pPr algn="r">
              <a:defRPr sz="1500" b="0">
                <a:solidFill>
                  <a:srgbClr val="758099"/>
                </a:solidFill>
                <a:latin typeface="Helvetica Neue"/>
                <a:ea typeface="Helvetica Neue"/>
                <a:cs typeface="Helvetica Neue"/>
              </a:defRPr>
            </a:lvl6pPr>
            <a:lvl7pPr algn="r">
              <a:defRPr sz="1500" b="0">
                <a:solidFill>
                  <a:srgbClr val="758099"/>
                </a:solidFill>
                <a:latin typeface="Helvetica Neue"/>
                <a:ea typeface="Helvetica Neue"/>
                <a:cs typeface="Helvetica Neue"/>
              </a:defRPr>
            </a:lvl7pPr>
            <a:lvl8pPr algn="r">
              <a:defRPr sz="1500" b="0">
                <a:solidFill>
                  <a:srgbClr val="758099"/>
                </a:solidFill>
                <a:latin typeface="Helvetica Neue"/>
                <a:ea typeface="Helvetica Neue"/>
                <a:cs typeface="Helvetica Neue"/>
              </a:defRPr>
            </a:lvl8pPr>
            <a:lvl9pPr algn="r">
              <a:defRPr sz="1500" b="0">
                <a:solidFill>
                  <a:srgbClr val="758099"/>
                </a:solidFill>
                <a:latin typeface="Helvetica Neue"/>
                <a:ea typeface="Helvetica Neue"/>
                <a:cs typeface="Helvetica Neue"/>
              </a:defRPr>
            </a:lvl9pPr>
          </a:lstStyle>
          <a:p xmlns:a="http://schemas.openxmlformats.org/drawingml/2006/main">
            <a:pPr algn="r">
              <a:defRPr sz="1500" b="0">
                <a:solidFill>
                  <a:srgbClr val="758099"/>
                </a:solidFill>
                <a:latin typeface="Helvetica Neue"/>
                <a:ea typeface="Helvetica Neue"/>
                <a:cs typeface="Helvetica Neue"/>
              </a:defRPr>
            </a:pPr>
            <a:r>
              <a:rPr sz="1500" b="0">
                <a:solidFill>
                  <a:srgbClr val="758099"/>
                </a:solidFill>
                <a:latin typeface="Helvetica Neue"/>
                <a:ea typeface="Helvetica Neue"/>
                <a:cs typeface="Helvetica Neue"/>
              </a:rPr>
              <a:t>Наблюдение пациента</a:t>
            </a:r>
          </a:p>
        </p:txBody>
      </p:sp>
      <p:sp>
        <p:nvSpPr>
          <p:cNvPr id="5" name="">
            <a:extLst xmlns:a="http://schemas.openxmlformats.org/drawingml/2006/main">
              <a:ext uri="{FF2B5EF4-FFF2-40B4-BE49-F238E27FC236}">
                <a16:creationId xmlns:a16="http://schemas.microsoft.com/office/drawing/2014/main" id="{33F9919E-C14F-4B3C-8AEB-C0C2AE66A6D5}"/>
              </a:ext>
            </a:extLst>
          </p:cNvPr>
          <p:cNvSpPr>
            <a:spLocks xmlns:a="http://schemas.openxmlformats.org/drawingml/2006/main" noGrp="1"/>
          </p:cNvSpPr>
          <p:nvPr/>
        </p:nvSpPr>
        <p:spPr>
          <a:xfrm xmlns:a="http://schemas.openxmlformats.org/drawingml/2006/main">
            <a:off x="11315700" y="4286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350" b="0">
                <a:solidFill>
                  <a:srgbClr val="758099"/>
                </a:solidFill>
                <a:latin typeface="Helvetica Neue"/>
                <a:ea typeface="Helvetica Neue"/>
                <a:cs typeface="Helvetica Neue"/>
              </a:defRPr>
            </a:defPPr>
            <a:lvl1pPr algn="r">
              <a:defRPr sz="1350" b="0">
                <a:solidFill>
                  <a:srgbClr val="758099"/>
                </a:solidFill>
                <a:latin typeface="Helvetica Neue"/>
                <a:ea typeface="Helvetica Neue"/>
                <a:cs typeface="Helvetica Neue"/>
              </a:defRPr>
            </a:lvl1pPr>
            <a:lvl2pPr algn="r">
              <a:defRPr sz="1350" b="0">
                <a:solidFill>
                  <a:srgbClr val="758099"/>
                </a:solidFill>
                <a:latin typeface="Helvetica Neue"/>
                <a:ea typeface="Helvetica Neue"/>
                <a:cs typeface="Helvetica Neue"/>
              </a:defRPr>
            </a:lvl2pPr>
            <a:lvl3pPr algn="r">
              <a:defRPr sz="1350" b="0">
                <a:solidFill>
                  <a:srgbClr val="758099"/>
                </a:solidFill>
                <a:latin typeface="Helvetica Neue"/>
                <a:ea typeface="Helvetica Neue"/>
                <a:cs typeface="Helvetica Neue"/>
              </a:defRPr>
            </a:lvl3pPr>
            <a:lvl4pPr algn="r">
              <a:defRPr sz="1350" b="0">
                <a:solidFill>
                  <a:srgbClr val="758099"/>
                </a:solidFill>
                <a:latin typeface="Helvetica Neue"/>
                <a:ea typeface="Helvetica Neue"/>
                <a:cs typeface="Helvetica Neue"/>
              </a:defRPr>
            </a:lvl4pPr>
            <a:lvl5pPr algn="r">
              <a:defRPr sz="1350" b="0">
                <a:solidFill>
                  <a:srgbClr val="758099"/>
                </a:solidFill>
                <a:latin typeface="Helvetica Neue"/>
                <a:ea typeface="Helvetica Neue"/>
                <a:cs typeface="Helvetica Neue"/>
              </a:defRPr>
            </a:lvl5pPr>
            <a:lvl6pPr algn="r">
              <a:defRPr sz="1350" b="0">
                <a:solidFill>
                  <a:srgbClr val="758099"/>
                </a:solidFill>
                <a:latin typeface="Helvetica Neue"/>
                <a:ea typeface="Helvetica Neue"/>
                <a:cs typeface="Helvetica Neue"/>
              </a:defRPr>
            </a:lvl6pPr>
            <a:lvl7pPr algn="r">
              <a:defRPr sz="1350" b="0">
                <a:solidFill>
                  <a:srgbClr val="758099"/>
                </a:solidFill>
                <a:latin typeface="Helvetica Neue"/>
                <a:ea typeface="Helvetica Neue"/>
                <a:cs typeface="Helvetica Neue"/>
              </a:defRPr>
            </a:lvl7pPr>
            <a:lvl8pPr algn="r">
              <a:defRPr sz="1350" b="0">
                <a:solidFill>
                  <a:srgbClr val="758099"/>
                </a:solidFill>
                <a:latin typeface="Helvetica Neue"/>
                <a:ea typeface="Helvetica Neue"/>
                <a:cs typeface="Helvetica Neue"/>
              </a:defRPr>
            </a:lvl8pPr>
            <a:lvl9pPr algn="r">
              <a:defRPr sz="1350" b="0">
                <a:solidFill>
                  <a:srgbClr val="758099"/>
                </a:solidFill>
                <a:latin typeface="Helvetica Neue"/>
                <a:ea typeface="Helvetica Neue"/>
                <a:cs typeface="Helvetica Neue"/>
              </a:defRPr>
            </a:lvl9pPr>
          </a:lstStyle>
          <a:p xmlns:a="http://schemas.openxmlformats.org/drawingml/2006/main">
            <a:pPr algn="r">
              <a:defRPr sz="1350" b="0">
                <a:solidFill>
                  <a:srgbClr val="758099"/>
                </a:solidFill>
                <a:latin typeface="Helvetica Neue"/>
                <a:ea typeface="Helvetica Neue"/>
                <a:cs typeface="Helvetica Neue"/>
              </a:defRPr>
            </a:pPr>
            <a:r>
              <a:rPr sz="1350" b="0">
                <a:solidFill>
                  <a:srgbClr val="758099"/>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CD03137F-30DF-452D-A820-D00109FD68D6}"/>
              </a:ext>
            </a:extLst>
          </p:cNvPr>
          <p:cNvSpPr>
            <a:spLocks xmlns:a="http://schemas.openxmlformats.org/drawingml/2006/main" noGrp="1"/>
          </p:cNvSpPr>
          <p:nvPr/>
        </p:nvSpPr>
        <p:spPr>
          <a:xfrm xmlns:a="http://schemas.openxmlformats.org/drawingml/2006/main">
            <a:off x="533400" y="1190625"/>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75" b="0">
                <a:solidFill>
                  <a:srgbClr val="FFFFFF"/>
                </a:solidFill>
                <a:latin typeface="Helvetica Neue"/>
                <a:ea typeface="Helvetica Neue"/>
                <a:cs typeface="Helvetica Neue"/>
              </a:defRPr>
            </a:defPPr>
            <a:lvl1pPr>
              <a:defRPr sz="3675" b="0">
                <a:solidFill>
                  <a:srgbClr val="FFFFFF"/>
                </a:solidFill>
                <a:latin typeface="Helvetica Neue"/>
                <a:ea typeface="Helvetica Neue"/>
                <a:cs typeface="Helvetica Neue"/>
              </a:defRPr>
            </a:lvl1pPr>
            <a:lvl2pPr>
              <a:defRPr sz="3675" b="0">
                <a:solidFill>
                  <a:srgbClr val="FFFFFF"/>
                </a:solidFill>
                <a:latin typeface="Helvetica Neue"/>
                <a:ea typeface="Helvetica Neue"/>
                <a:cs typeface="Helvetica Neue"/>
              </a:defRPr>
            </a:lvl2pPr>
            <a:lvl3pPr>
              <a:defRPr sz="3675" b="0">
                <a:solidFill>
                  <a:srgbClr val="FFFFFF"/>
                </a:solidFill>
                <a:latin typeface="Helvetica Neue"/>
                <a:ea typeface="Helvetica Neue"/>
                <a:cs typeface="Helvetica Neue"/>
              </a:defRPr>
            </a:lvl3pPr>
            <a:lvl4pPr>
              <a:defRPr sz="3675" b="0">
                <a:solidFill>
                  <a:srgbClr val="FFFFFF"/>
                </a:solidFill>
                <a:latin typeface="Helvetica Neue"/>
                <a:ea typeface="Helvetica Neue"/>
                <a:cs typeface="Helvetica Neue"/>
              </a:defRPr>
            </a:lvl4pPr>
            <a:lvl5pPr>
              <a:defRPr sz="3675" b="0">
                <a:solidFill>
                  <a:srgbClr val="FFFFFF"/>
                </a:solidFill>
                <a:latin typeface="Helvetica Neue"/>
                <a:ea typeface="Helvetica Neue"/>
                <a:cs typeface="Helvetica Neue"/>
              </a:defRPr>
            </a:lvl5pPr>
            <a:lvl6pPr>
              <a:defRPr sz="3675" b="0">
                <a:solidFill>
                  <a:srgbClr val="FFFFFF"/>
                </a:solidFill>
                <a:latin typeface="Helvetica Neue"/>
                <a:ea typeface="Helvetica Neue"/>
                <a:cs typeface="Helvetica Neue"/>
              </a:defRPr>
            </a:lvl6pPr>
            <a:lvl7pPr>
              <a:defRPr sz="3675" b="0">
                <a:solidFill>
                  <a:srgbClr val="FFFFFF"/>
                </a:solidFill>
                <a:latin typeface="Helvetica Neue"/>
                <a:ea typeface="Helvetica Neue"/>
                <a:cs typeface="Helvetica Neue"/>
              </a:defRPr>
            </a:lvl7pPr>
            <a:lvl8pPr>
              <a:defRPr sz="3675" b="0">
                <a:solidFill>
                  <a:srgbClr val="FFFFFF"/>
                </a:solidFill>
                <a:latin typeface="Helvetica Neue"/>
                <a:ea typeface="Helvetica Neue"/>
                <a:cs typeface="Helvetica Neue"/>
              </a:defRPr>
            </a:lvl8pPr>
            <a:lvl9pPr>
              <a:defRPr sz="3675" b="0">
                <a:solidFill>
                  <a:srgbClr val="FFFFFF"/>
                </a:solidFill>
                <a:latin typeface="Helvetica Neue"/>
                <a:ea typeface="Helvetica Neue"/>
                <a:cs typeface="Helvetica Neue"/>
              </a:defRPr>
            </a:lvl9pPr>
          </a:lstStyle>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Динамика вместо отдельных отметок</a:t>
            </a:r>
          </a:p>
        </p:txBody>
      </p:sp>
      <p:sp>
        <p:nvSpPr>
          <p:cNvPr id="7" name="">
            <a:extLst xmlns:a="http://schemas.openxmlformats.org/drawingml/2006/main">
              <a:ext uri="{FF2B5EF4-FFF2-40B4-BE49-F238E27FC236}">
                <a16:creationId xmlns:a16="http://schemas.microsoft.com/office/drawing/2014/main" id="{96DB2ADA-E1BB-4BC2-94BD-70532135ADE0}"/>
              </a:ext>
            </a:extLst>
          </p:cNvPr>
          <p:cNvSpPr>
            <a:spLocks xmlns:a="http://schemas.openxmlformats.org/drawingml/2006/main" noGrp="1"/>
          </p:cNvSpPr>
          <p:nvPr/>
        </p:nvSpPr>
        <p:spPr>
          <a:xfrm xmlns:a="http://schemas.openxmlformats.org/drawingml/2006/main">
            <a:off x="533400" y="2343150"/>
            <a:ext cx="11125200" cy="371475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0">
            <a:noFill/>
            <a:prstDash val="solid"/>
          </a:ln>
        </p:spPr>
      </p:sp>
      <p:pic>
        <p:nvPicPr>
          <p:cNvPr id="8" name="">
            <a:extLst xmlns:a="http://schemas.openxmlformats.org/drawingml/2006/main">
              <a:ext uri="{FF2B5EF4-FFF2-40B4-BE49-F238E27FC236}">
                <a16:creationId xmlns:a16="http://schemas.microsoft.com/office/drawing/2014/main" id="{1743398A-8E3D-4C16-A48B-331EBAACD04A}"/>
              </a:ext>
            </a:extLst>
          </p:cNvPr>
          <p:cNvPicPr>
            <a:picLocks xmlns:a="http://schemas.openxmlformats.org/drawingml/2006/main" noChangeAspect="1"/>
          </p:cNvPicPr>
          <p:nvPr/>
        </p:nvPicPr>
        <p:blipFill>
          <a:blip xmlns:r="http://schemas.openxmlformats.org/officeDocument/2006/relationships" xmlns:a="http://schemas.openxmlformats.org/drawingml/2006/main" r:embed="R1af40daef70e4c53"/>
          <a:srcRect xmlns:a="http://schemas.openxmlformats.org/drawingml/2006/main" l="0" t="1200" r="0" b="1200"/>
          <a:stretch xmlns:a="http://schemas.openxmlformats.org/drawingml/2006/main"/>
        </p:blipFill>
        <p:spPr>
          <a:xfrm xmlns:a="http://schemas.openxmlformats.org/drawingml/2006/main">
            <a:off x="742950" y="2638425"/>
            <a:ext cx="10553700" cy="3076575"/>
          </a:xfrm>
          <a:prstGeom xmlns:a="http://schemas.openxmlformats.org/drawingml/2006/main" prst="roundRect">
            <a:avLst>
              <a:gd name="adj" fmla="val 9288"/>
            </a:avLst>
          </a:prstGeom>
        </p:spPr>
      </p:pic>
      <p:sp>
        <p:nvSpPr>
          <p:cNvPr id="9" name="">
            <a:extLst xmlns:a="http://schemas.openxmlformats.org/drawingml/2006/main">
              <a:ext uri="{FF2B5EF4-FFF2-40B4-BE49-F238E27FC236}">
                <a16:creationId xmlns:a16="http://schemas.microsoft.com/office/drawing/2014/main" id="{381A5F45-6D83-4696-B925-A36FFA769C3D}"/>
              </a:ext>
            </a:extLst>
          </p:cNvPr>
          <p:cNvSpPr>
            <a:spLocks xmlns:a="http://schemas.openxmlformats.org/drawingml/2006/main" noGrp="1"/>
          </p:cNvSpPr>
          <p:nvPr/>
        </p:nvSpPr>
        <p:spPr>
          <a:xfrm xmlns:a="http://schemas.openxmlformats.org/drawingml/2006/main">
            <a:off x="571500" y="629602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0">
                <a:solidFill>
                  <a:srgbClr val="FFFFFF"/>
                </a:solidFill>
                <a:latin typeface="Helvetica Neue"/>
                <a:ea typeface="Helvetica Neue"/>
                <a:cs typeface="Helvetica Neue"/>
              </a:defRPr>
            </a:defPPr>
            <a:lvl1pPr>
              <a:defRPr sz="1725" b="0">
                <a:solidFill>
                  <a:srgbClr val="FFFFFF"/>
                </a:solidFill>
                <a:latin typeface="Helvetica Neue"/>
                <a:ea typeface="Helvetica Neue"/>
                <a:cs typeface="Helvetica Neue"/>
              </a:defRPr>
            </a:lvl1pPr>
            <a:lvl2pPr>
              <a:defRPr sz="1725" b="0">
                <a:solidFill>
                  <a:srgbClr val="FFFFFF"/>
                </a:solidFill>
                <a:latin typeface="Helvetica Neue"/>
                <a:ea typeface="Helvetica Neue"/>
                <a:cs typeface="Helvetica Neue"/>
              </a:defRPr>
            </a:lvl2pPr>
            <a:lvl3pPr>
              <a:defRPr sz="1725" b="0">
                <a:solidFill>
                  <a:srgbClr val="FFFFFF"/>
                </a:solidFill>
                <a:latin typeface="Helvetica Neue"/>
                <a:ea typeface="Helvetica Neue"/>
                <a:cs typeface="Helvetica Neue"/>
              </a:defRPr>
            </a:lvl3pPr>
            <a:lvl4pPr>
              <a:defRPr sz="1725" b="0">
                <a:solidFill>
                  <a:srgbClr val="FFFFFF"/>
                </a:solidFill>
                <a:latin typeface="Helvetica Neue"/>
                <a:ea typeface="Helvetica Neue"/>
                <a:cs typeface="Helvetica Neue"/>
              </a:defRPr>
            </a:lvl4pPr>
            <a:lvl5pPr>
              <a:defRPr sz="1725" b="0">
                <a:solidFill>
                  <a:srgbClr val="FFFFFF"/>
                </a:solidFill>
                <a:latin typeface="Helvetica Neue"/>
                <a:ea typeface="Helvetica Neue"/>
                <a:cs typeface="Helvetica Neue"/>
              </a:defRPr>
            </a:lvl5pPr>
            <a:lvl6pPr>
              <a:defRPr sz="1725" b="0">
                <a:solidFill>
                  <a:srgbClr val="FFFFFF"/>
                </a:solidFill>
                <a:latin typeface="Helvetica Neue"/>
                <a:ea typeface="Helvetica Neue"/>
                <a:cs typeface="Helvetica Neue"/>
              </a:defRPr>
            </a:lvl6pPr>
            <a:lvl7pPr>
              <a:defRPr sz="1725" b="0">
                <a:solidFill>
                  <a:srgbClr val="FFFFFF"/>
                </a:solidFill>
                <a:latin typeface="Helvetica Neue"/>
                <a:ea typeface="Helvetica Neue"/>
                <a:cs typeface="Helvetica Neue"/>
              </a:defRPr>
            </a:lvl7pPr>
            <a:lvl8pPr>
              <a:defRPr sz="1725" b="0">
                <a:solidFill>
                  <a:srgbClr val="FFFFFF"/>
                </a:solidFill>
                <a:latin typeface="Helvetica Neue"/>
                <a:ea typeface="Helvetica Neue"/>
                <a:cs typeface="Helvetica Neue"/>
              </a:defRPr>
            </a:lvl8pPr>
            <a:lvl9pPr>
              <a:defRPr sz="1725" b="0">
                <a:solidFill>
                  <a:srgbClr val="FFFFFF"/>
                </a:solidFill>
                <a:latin typeface="Helvetica Neue"/>
                <a:ea typeface="Helvetica Neue"/>
                <a:cs typeface="Helvetica Neue"/>
              </a:defRPr>
            </a:lvl9pPr>
          </a:lstStyle>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21 день наблюдений</a:t>
            </a:r>
          </a:p>
        </p:txBody>
      </p:sp>
      <p:sp>
        <p:nvSpPr>
          <p:cNvPr id="10" name="">
            <a:extLst xmlns:a="http://schemas.openxmlformats.org/drawingml/2006/main">
              <a:ext uri="{FF2B5EF4-FFF2-40B4-BE49-F238E27FC236}">
                <a16:creationId xmlns:a16="http://schemas.microsoft.com/office/drawing/2014/main" id="{F605B352-2B4F-422D-A52E-28799A4815D5}"/>
              </a:ext>
            </a:extLst>
          </p:cNvPr>
          <p:cNvSpPr>
            <a:spLocks xmlns:a="http://schemas.openxmlformats.org/drawingml/2006/main" noGrp="1"/>
          </p:cNvSpPr>
          <p:nvPr/>
        </p:nvSpPr>
        <p:spPr>
          <a:xfrm xmlns:a="http://schemas.openxmlformats.org/drawingml/2006/main">
            <a:off x="4095750" y="6296025"/>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725" b="0">
                <a:solidFill>
                  <a:srgbClr val="ADC5FF"/>
                </a:solidFill>
                <a:latin typeface="Helvetica Neue"/>
                <a:ea typeface="Helvetica Neue"/>
                <a:cs typeface="Helvetica Neue"/>
              </a:defRPr>
            </a:defPPr>
            <a:lvl1pPr algn="r">
              <a:defRPr sz="1725" b="0">
                <a:solidFill>
                  <a:srgbClr val="ADC5FF"/>
                </a:solidFill>
                <a:latin typeface="Helvetica Neue"/>
                <a:ea typeface="Helvetica Neue"/>
                <a:cs typeface="Helvetica Neue"/>
              </a:defRPr>
            </a:lvl1pPr>
            <a:lvl2pPr algn="r">
              <a:defRPr sz="1725" b="0">
                <a:solidFill>
                  <a:srgbClr val="ADC5FF"/>
                </a:solidFill>
                <a:latin typeface="Helvetica Neue"/>
                <a:ea typeface="Helvetica Neue"/>
                <a:cs typeface="Helvetica Neue"/>
              </a:defRPr>
            </a:lvl2pPr>
            <a:lvl3pPr algn="r">
              <a:defRPr sz="1725" b="0">
                <a:solidFill>
                  <a:srgbClr val="ADC5FF"/>
                </a:solidFill>
                <a:latin typeface="Helvetica Neue"/>
                <a:ea typeface="Helvetica Neue"/>
                <a:cs typeface="Helvetica Neue"/>
              </a:defRPr>
            </a:lvl3pPr>
            <a:lvl4pPr algn="r">
              <a:defRPr sz="1725" b="0">
                <a:solidFill>
                  <a:srgbClr val="ADC5FF"/>
                </a:solidFill>
                <a:latin typeface="Helvetica Neue"/>
                <a:ea typeface="Helvetica Neue"/>
                <a:cs typeface="Helvetica Neue"/>
              </a:defRPr>
            </a:lvl4pPr>
            <a:lvl5pPr algn="r">
              <a:defRPr sz="1725" b="0">
                <a:solidFill>
                  <a:srgbClr val="ADC5FF"/>
                </a:solidFill>
                <a:latin typeface="Helvetica Neue"/>
                <a:ea typeface="Helvetica Neue"/>
                <a:cs typeface="Helvetica Neue"/>
              </a:defRPr>
            </a:lvl5pPr>
            <a:lvl6pPr algn="r">
              <a:defRPr sz="1725" b="0">
                <a:solidFill>
                  <a:srgbClr val="ADC5FF"/>
                </a:solidFill>
                <a:latin typeface="Helvetica Neue"/>
                <a:ea typeface="Helvetica Neue"/>
                <a:cs typeface="Helvetica Neue"/>
              </a:defRPr>
            </a:lvl6pPr>
            <a:lvl7pPr algn="r">
              <a:defRPr sz="1725" b="0">
                <a:solidFill>
                  <a:srgbClr val="ADC5FF"/>
                </a:solidFill>
                <a:latin typeface="Helvetica Neue"/>
                <a:ea typeface="Helvetica Neue"/>
                <a:cs typeface="Helvetica Neue"/>
              </a:defRPr>
            </a:lvl7pPr>
            <a:lvl8pPr algn="r">
              <a:defRPr sz="1725" b="0">
                <a:solidFill>
                  <a:srgbClr val="ADC5FF"/>
                </a:solidFill>
                <a:latin typeface="Helvetica Neue"/>
                <a:ea typeface="Helvetica Neue"/>
                <a:cs typeface="Helvetica Neue"/>
              </a:defRPr>
            </a:lvl8pPr>
            <a:lvl9pPr algn="r">
              <a:defRPr sz="1725" b="0">
                <a:solidFill>
                  <a:srgbClr val="ADC5FF"/>
                </a:solidFill>
                <a:latin typeface="Helvetica Neue"/>
                <a:ea typeface="Helvetica Neue"/>
                <a:cs typeface="Helvetica Neue"/>
              </a:defRPr>
            </a:lvl9pPr>
          </a:lstStyle>
          <a:p xmlns:a="http://schemas.openxmlformats.org/drawingml/2006/main">
            <a:pPr algn="r">
              <a:defRPr sz="1725" b="0">
                <a:solidFill>
                  <a:srgbClr val="ADC5FF"/>
                </a:solidFill>
                <a:latin typeface="Helvetica Neue"/>
                <a:ea typeface="Helvetica Neue"/>
                <a:cs typeface="Helvetica Neue"/>
              </a:defRPr>
            </a:pPr>
            <a:r>
              <a:rPr sz="1725" b="0">
                <a:solidFill>
                  <a:srgbClr val="ADC5FF"/>
                </a:solidFill>
                <a:latin typeface="Helvetica Neue"/>
                <a:ea typeface="Helvetica Neue"/>
                <a:cs typeface="Helvetica Neue"/>
              </a:rPr>
              <a:t>Настроение, тревога, сон, энергия и самочувствие</a:t>
            </a:r>
          </a:p>
        </p:txBody>
      </p:sp>
    </p:spTree>
    <p:extLst>
      <p:ext uri="{BB962C8B-B14F-4D97-AF65-F5344CB8AC3E}">
        <p14:creationId xmlns:p14="http://schemas.microsoft.com/office/powerpoint/2010/main" val="1001491393"/>
      </p:ext>
    </p:extLst>
  </p:cSld>
</p:sld>
</file>

<file path=ppt/slides/slide6.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190A37-C772-4E15-884C-21B58EF3BCBD}"/>
              </a:ext>
            </a:extLst>
          </p:cNvPr>
          <p:cNvSpPr>
            <a:spLocks xmlns:a="http://schemas.openxmlformats.org/drawingml/2006/main" noGrp="1"/>
          </p:cNvSpPr>
          <p:nvPr/>
        </p:nvSpPr>
        <p:spPr>
          <a:xfrm xmlns:a="http://schemas.openxmlformats.org/drawingml/2006/main">
            <a:off x="381000" y="247650"/>
            <a:ext cx="114300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2F6CE41F-4D7A-4DA8-A24B-0912F677CC9A}"/>
              </a:ext>
            </a:extLst>
          </p:cNvPr>
          <p:cNvPicPr>
            <a:picLocks xmlns:a="http://schemas.openxmlformats.org/drawingml/2006/main" noChangeAspect="1"/>
          </p:cNvPicPr>
          <p:nvPr/>
        </p:nvPicPr>
        <p:blipFill>
          <a:blip xmlns:r="http://schemas.openxmlformats.org/officeDocument/2006/relationships" xmlns:a="http://schemas.openxmlformats.org/drawingml/2006/main" r:embed="Rd7ee9af5496f4ea2">
            <a:extLst>
              <a:ext uri="{96DAC541-7B7A-43D3-8B79-37D633B846F1}">
                <asvg:svgBlip xmlns:asvg="http://schemas.microsoft.com/office/drawing/2016/SVG/main" r:embed="R5211427bb00a4809"/>
              </a:ext>
            </a:extLst>
          </a:blip>
          <a:stretch xmlns:a="http://schemas.openxmlformats.org/drawingml/2006/main"/>
        </p:blipFill>
        <p:spPr>
          <a:xfrm xmlns:a="http://schemas.openxmlformats.org/drawingml/2006/main">
            <a:off x="523875" y="352425"/>
            <a:ext cx="41910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B97B916-013C-481C-91A5-CB9C9FB6F914}"/>
              </a:ext>
            </a:extLst>
          </p:cNvPr>
          <p:cNvSpPr>
            <a:spLocks xmlns:a="http://schemas.openxmlformats.org/drawingml/2006/main" noGrp="1"/>
          </p:cNvSpPr>
          <p:nvPr/>
        </p:nvSpPr>
        <p:spPr>
          <a:xfrm xmlns:a="http://schemas.openxmlformats.org/drawingml/2006/main">
            <a:off x="1066800" y="409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292D42"/>
                </a:solidFill>
                <a:latin typeface="Helvetica Neue"/>
                <a:ea typeface="Helvetica Neue"/>
                <a:cs typeface="Helvetica Neue"/>
              </a:defRPr>
            </a:defPPr>
            <a:lvl1pPr>
              <a:defRPr sz="1950" b="1">
                <a:solidFill>
                  <a:srgbClr val="292D42"/>
                </a:solidFill>
                <a:latin typeface="Helvetica Neue"/>
                <a:ea typeface="Helvetica Neue"/>
                <a:cs typeface="Helvetica Neue"/>
              </a:defRPr>
            </a:lvl1pPr>
            <a:lvl2pPr>
              <a:defRPr sz="1950" b="1">
                <a:solidFill>
                  <a:srgbClr val="292D42"/>
                </a:solidFill>
                <a:latin typeface="Helvetica Neue"/>
                <a:ea typeface="Helvetica Neue"/>
                <a:cs typeface="Helvetica Neue"/>
              </a:defRPr>
            </a:lvl2pPr>
            <a:lvl3pPr>
              <a:defRPr sz="1950" b="1">
                <a:solidFill>
                  <a:srgbClr val="292D42"/>
                </a:solidFill>
                <a:latin typeface="Helvetica Neue"/>
                <a:ea typeface="Helvetica Neue"/>
                <a:cs typeface="Helvetica Neue"/>
              </a:defRPr>
            </a:lvl3pPr>
            <a:lvl4pPr>
              <a:defRPr sz="1950" b="1">
                <a:solidFill>
                  <a:srgbClr val="292D42"/>
                </a:solidFill>
                <a:latin typeface="Helvetica Neue"/>
                <a:ea typeface="Helvetica Neue"/>
                <a:cs typeface="Helvetica Neue"/>
              </a:defRPr>
            </a:lvl4pPr>
            <a:lvl5pPr>
              <a:defRPr sz="1950" b="1">
                <a:solidFill>
                  <a:srgbClr val="292D42"/>
                </a:solidFill>
                <a:latin typeface="Helvetica Neue"/>
                <a:ea typeface="Helvetica Neue"/>
                <a:cs typeface="Helvetica Neue"/>
              </a:defRPr>
            </a:lvl5pPr>
            <a:lvl6pPr>
              <a:defRPr sz="1950" b="1">
                <a:solidFill>
                  <a:srgbClr val="292D42"/>
                </a:solidFill>
                <a:latin typeface="Helvetica Neue"/>
                <a:ea typeface="Helvetica Neue"/>
                <a:cs typeface="Helvetica Neue"/>
              </a:defRPr>
            </a:lvl6pPr>
            <a:lvl7pPr>
              <a:defRPr sz="1950" b="1">
                <a:solidFill>
                  <a:srgbClr val="292D42"/>
                </a:solidFill>
                <a:latin typeface="Helvetica Neue"/>
                <a:ea typeface="Helvetica Neue"/>
                <a:cs typeface="Helvetica Neue"/>
              </a:defRPr>
            </a:lvl7pPr>
            <a:lvl8pPr>
              <a:defRPr sz="1950" b="1">
                <a:solidFill>
                  <a:srgbClr val="292D42"/>
                </a:solidFill>
                <a:latin typeface="Helvetica Neue"/>
                <a:ea typeface="Helvetica Neue"/>
                <a:cs typeface="Helvetica Neue"/>
              </a:defRPr>
            </a:lvl8pPr>
            <a:lvl9pPr>
              <a:defRPr sz="1950" b="1">
                <a:solidFill>
                  <a:srgbClr val="292D42"/>
                </a:solidFill>
                <a:latin typeface="Helvetica Neue"/>
                <a:ea typeface="Helvetica Neue"/>
                <a:cs typeface="Helvetica Neue"/>
              </a:defRPr>
            </a:lvl9pPr>
          </a:lstStyle>
          <a:p xmlns:a="http://schemas.openxmlformats.org/drawingml/2006/main">
            <a:pPr>
              <a:defRPr sz="1950" b="1">
                <a:solidFill>
                  <a:srgbClr val="292D42"/>
                </a:solidFill>
                <a:latin typeface="Helvetica Neue"/>
                <a:ea typeface="Helvetica Neue"/>
                <a:cs typeface="Helvetica Neue"/>
              </a:defRPr>
            </a:pPr>
            <a:r>
              <a:rPr sz="1950" b="1">
                <a:solidFill>
                  <a:srgbClr val="292D42"/>
                </a:solidFill>
                <a:latin typeface="Helvetica Neue"/>
                <a:ea typeface="Helvetica Neue"/>
                <a:cs typeface="Helvetica Neue"/>
              </a:rPr>
              <a:t>Clinical Compass</a:t>
            </a:r>
          </a:p>
        </p:txBody>
      </p:sp>
      <p:sp>
        <p:nvSpPr>
          <p:cNvPr id="4" name="">
            <a:extLst xmlns:a="http://schemas.openxmlformats.org/drawingml/2006/main">
              <a:ext uri="{FF2B5EF4-FFF2-40B4-BE49-F238E27FC236}">
                <a16:creationId xmlns:a16="http://schemas.microsoft.com/office/drawing/2014/main" id="{2516CA3F-2FDF-4FCE-AB99-ADD67641DE7F}"/>
              </a:ext>
            </a:extLst>
          </p:cNvPr>
          <p:cNvSpPr>
            <a:spLocks xmlns:a="http://schemas.openxmlformats.org/drawingml/2006/main" noGrp="1"/>
          </p:cNvSpPr>
          <p:nvPr/>
        </p:nvSpPr>
        <p:spPr>
          <a:xfrm xmlns:a="http://schemas.openxmlformats.org/drawingml/2006/main">
            <a:off x="7239000" y="428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00" b="0">
                <a:solidFill>
                  <a:srgbClr val="758099"/>
                </a:solidFill>
                <a:latin typeface="Helvetica Neue"/>
                <a:ea typeface="Helvetica Neue"/>
                <a:cs typeface="Helvetica Neue"/>
              </a:defRPr>
            </a:defPPr>
            <a:lvl1pPr algn="r">
              <a:defRPr sz="1500" b="0">
                <a:solidFill>
                  <a:srgbClr val="758099"/>
                </a:solidFill>
                <a:latin typeface="Helvetica Neue"/>
                <a:ea typeface="Helvetica Neue"/>
                <a:cs typeface="Helvetica Neue"/>
              </a:defRPr>
            </a:lvl1pPr>
            <a:lvl2pPr algn="r">
              <a:defRPr sz="1500" b="0">
                <a:solidFill>
                  <a:srgbClr val="758099"/>
                </a:solidFill>
                <a:latin typeface="Helvetica Neue"/>
                <a:ea typeface="Helvetica Neue"/>
                <a:cs typeface="Helvetica Neue"/>
              </a:defRPr>
            </a:lvl2pPr>
            <a:lvl3pPr algn="r">
              <a:defRPr sz="1500" b="0">
                <a:solidFill>
                  <a:srgbClr val="758099"/>
                </a:solidFill>
                <a:latin typeface="Helvetica Neue"/>
                <a:ea typeface="Helvetica Neue"/>
                <a:cs typeface="Helvetica Neue"/>
              </a:defRPr>
            </a:lvl3pPr>
            <a:lvl4pPr algn="r">
              <a:defRPr sz="1500" b="0">
                <a:solidFill>
                  <a:srgbClr val="758099"/>
                </a:solidFill>
                <a:latin typeface="Helvetica Neue"/>
                <a:ea typeface="Helvetica Neue"/>
                <a:cs typeface="Helvetica Neue"/>
              </a:defRPr>
            </a:lvl4pPr>
            <a:lvl5pPr algn="r">
              <a:defRPr sz="1500" b="0">
                <a:solidFill>
                  <a:srgbClr val="758099"/>
                </a:solidFill>
                <a:latin typeface="Helvetica Neue"/>
                <a:ea typeface="Helvetica Neue"/>
                <a:cs typeface="Helvetica Neue"/>
              </a:defRPr>
            </a:lvl5pPr>
            <a:lvl6pPr algn="r">
              <a:defRPr sz="1500" b="0">
                <a:solidFill>
                  <a:srgbClr val="758099"/>
                </a:solidFill>
                <a:latin typeface="Helvetica Neue"/>
                <a:ea typeface="Helvetica Neue"/>
                <a:cs typeface="Helvetica Neue"/>
              </a:defRPr>
            </a:lvl6pPr>
            <a:lvl7pPr algn="r">
              <a:defRPr sz="1500" b="0">
                <a:solidFill>
                  <a:srgbClr val="758099"/>
                </a:solidFill>
                <a:latin typeface="Helvetica Neue"/>
                <a:ea typeface="Helvetica Neue"/>
                <a:cs typeface="Helvetica Neue"/>
              </a:defRPr>
            </a:lvl7pPr>
            <a:lvl8pPr algn="r">
              <a:defRPr sz="1500" b="0">
                <a:solidFill>
                  <a:srgbClr val="758099"/>
                </a:solidFill>
                <a:latin typeface="Helvetica Neue"/>
                <a:ea typeface="Helvetica Neue"/>
                <a:cs typeface="Helvetica Neue"/>
              </a:defRPr>
            </a:lvl8pPr>
            <a:lvl9pPr algn="r">
              <a:defRPr sz="1500" b="0">
                <a:solidFill>
                  <a:srgbClr val="758099"/>
                </a:solidFill>
                <a:latin typeface="Helvetica Neue"/>
                <a:ea typeface="Helvetica Neue"/>
                <a:cs typeface="Helvetica Neue"/>
              </a:defRPr>
            </a:lvl9pPr>
          </a:lstStyle>
          <a:p xmlns:a="http://schemas.openxmlformats.org/drawingml/2006/main">
            <a:pPr algn="r">
              <a:defRPr sz="1500" b="0">
                <a:solidFill>
                  <a:srgbClr val="758099"/>
                </a:solidFill>
                <a:latin typeface="Helvetica Neue"/>
                <a:ea typeface="Helvetica Neue"/>
                <a:cs typeface="Helvetica Neue"/>
              </a:defRPr>
            </a:pPr>
            <a:r>
              <a:rPr sz="1500" b="0">
                <a:solidFill>
                  <a:srgbClr val="758099"/>
                </a:solidFill>
                <a:latin typeface="Helvetica Neue"/>
                <a:ea typeface="Helvetica Neue"/>
                <a:cs typeface="Helvetica Neue"/>
              </a:rPr>
              <a:t>Описание состояния</a:t>
            </a:r>
          </a:p>
        </p:txBody>
      </p:sp>
      <p:sp>
        <p:nvSpPr>
          <p:cNvPr id="5" name="">
            <a:extLst xmlns:a="http://schemas.openxmlformats.org/drawingml/2006/main">
              <a:ext uri="{FF2B5EF4-FFF2-40B4-BE49-F238E27FC236}">
                <a16:creationId xmlns:a16="http://schemas.microsoft.com/office/drawing/2014/main" id="{CC0D0F93-5B7F-49A3-8A63-DB69F537AC96}"/>
              </a:ext>
            </a:extLst>
          </p:cNvPr>
          <p:cNvSpPr>
            <a:spLocks xmlns:a="http://schemas.openxmlformats.org/drawingml/2006/main" noGrp="1"/>
          </p:cNvSpPr>
          <p:nvPr/>
        </p:nvSpPr>
        <p:spPr>
          <a:xfrm xmlns:a="http://schemas.openxmlformats.org/drawingml/2006/main">
            <a:off x="11315700" y="4286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350" b="0">
                <a:solidFill>
                  <a:srgbClr val="758099"/>
                </a:solidFill>
                <a:latin typeface="Helvetica Neue"/>
                <a:ea typeface="Helvetica Neue"/>
                <a:cs typeface="Helvetica Neue"/>
              </a:defRPr>
            </a:defPPr>
            <a:lvl1pPr algn="r">
              <a:defRPr sz="1350" b="0">
                <a:solidFill>
                  <a:srgbClr val="758099"/>
                </a:solidFill>
                <a:latin typeface="Helvetica Neue"/>
                <a:ea typeface="Helvetica Neue"/>
                <a:cs typeface="Helvetica Neue"/>
              </a:defRPr>
            </a:lvl1pPr>
            <a:lvl2pPr algn="r">
              <a:defRPr sz="1350" b="0">
                <a:solidFill>
                  <a:srgbClr val="758099"/>
                </a:solidFill>
                <a:latin typeface="Helvetica Neue"/>
                <a:ea typeface="Helvetica Neue"/>
                <a:cs typeface="Helvetica Neue"/>
              </a:defRPr>
            </a:lvl2pPr>
            <a:lvl3pPr algn="r">
              <a:defRPr sz="1350" b="0">
                <a:solidFill>
                  <a:srgbClr val="758099"/>
                </a:solidFill>
                <a:latin typeface="Helvetica Neue"/>
                <a:ea typeface="Helvetica Neue"/>
                <a:cs typeface="Helvetica Neue"/>
              </a:defRPr>
            </a:lvl3pPr>
            <a:lvl4pPr algn="r">
              <a:defRPr sz="1350" b="0">
                <a:solidFill>
                  <a:srgbClr val="758099"/>
                </a:solidFill>
                <a:latin typeface="Helvetica Neue"/>
                <a:ea typeface="Helvetica Neue"/>
                <a:cs typeface="Helvetica Neue"/>
              </a:defRPr>
            </a:lvl4pPr>
            <a:lvl5pPr algn="r">
              <a:defRPr sz="1350" b="0">
                <a:solidFill>
                  <a:srgbClr val="758099"/>
                </a:solidFill>
                <a:latin typeface="Helvetica Neue"/>
                <a:ea typeface="Helvetica Neue"/>
                <a:cs typeface="Helvetica Neue"/>
              </a:defRPr>
            </a:lvl5pPr>
            <a:lvl6pPr algn="r">
              <a:defRPr sz="1350" b="0">
                <a:solidFill>
                  <a:srgbClr val="758099"/>
                </a:solidFill>
                <a:latin typeface="Helvetica Neue"/>
                <a:ea typeface="Helvetica Neue"/>
                <a:cs typeface="Helvetica Neue"/>
              </a:defRPr>
            </a:lvl6pPr>
            <a:lvl7pPr algn="r">
              <a:defRPr sz="1350" b="0">
                <a:solidFill>
                  <a:srgbClr val="758099"/>
                </a:solidFill>
                <a:latin typeface="Helvetica Neue"/>
                <a:ea typeface="Helvetica Neue"/>
                <a:cs typeface="Helvetica Neue"/>
              </a:defRPr>
            </a:lvl7pPr>
            <a:lvl8pPr algn="r">
              <a:defRPr sz="1350" b="0">
                <a:solidFill>
                  <a:srgbClr val="758099"/>
                </a:solidFill>
                <a:latin typeface="Helvetica Neue"/>
                <a:ea typeface="Helvetica Neue"/>
                <a:cs typeface="Helvetica Neue"/>
              </a:defRPr>
            </a:lvl8pPr>
            <a:lvl9pPr algn="r">
              <a:defRPr sz="1350" b="0">
                <a:solidFill>
                  <a:srgbClr val="758099"/>
                </a:solidFill>
                <a:latin typeface="Helvetica Neue"/>
                <a:ea typeface="Helvetica Neue"/>
                <a:cs typeface="Helvetica Neue"/>
              </a:defRPr>
            </a:lvl9pPr>
          </a:lstStyle>
          <a:p xmlns:a="http://schemas.openxmlformats.org/drawingml/2006/main">
            <a:pPr algn="r">
              <a:defRPr sz="1350" b="0">
                <a:solidFill>
                  <a:srgbClr val="758099"/>
                </a:solidFill>
                <a:latin typeface="Helvetica Neue"/>
                <a:ea typeface="Helvetica Neue"/>
                <a:cs typeface="Helvetica Neue"/>
              </a:defRPr>
            </a:pPr>
            <a:r>
              <a:rPr sz="1350" b="0">
                <a:solidFill>
                  <a:srgbClr val="758099"/>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F12AB4E3-3537-4142-B181-DDC6B1BCB55F}"/>
              </a:ext>
            </a:extLst>
          </p:cNvPr>
          <p:cNvSpPr>
            <a:spLocks xmlns:a="http://schemas.openxmlformats.org/drawingml/2006/main" noGrp="1"/>
          </p:cNvSpPr>
          <p:nvPr/>
        </p:nvSpPr>
        <p:spPr>
          <a:xfrm xmlns:a="http://schemas.openxmlformats.org/drawingml/2006/main">
            <a:off x="533400" y="1190625"/>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75" b="0">
                <a:solidFill>
                  <a:srgbClr val="FFFFFF"/>
                </a:solidFill>
                <a:latin typeface="Helvetica Neue"/>
                <a:ea typeface="Helvetica Neue"/>
                <a:cs typeface="Helvetica Neue"/>
              </a:defRPr>
            </a:defPPr>
            <a:lvl1pPr>
              <a:defRPr sz="3675" b="0">
                <a:solidFill>
                  <a:srgbClr val="FFFFFF"/>
                </a:solidFill>
                <a:latin typeface="Helvetica Neue"/>
                <a:ea typeface="Helvetica Neue"/>
                <a:cs typeface="Helvetica Neue"/>
              </a:defRPr>
            </a:lvl1pPr>
            <a:lvl2pPr>
              <a:defRPr sz="3675" b="0">
                <a:solidFill>
                  <a:srgbClr val="FFFFFF"/>
                </a:solidFill>
                <a:latin typeface="Helvetica Neue"/>
                <a:ea typeface="Helvetica Neue"/>
                <a:cs typeface="Helvetica Neue"/>
              </a:defRPr>
            </a:lvl2pPr>
            <a:lvl3pPr>
              <a:defRPr sz="3675" b="0">
                <a:solidFill>
                  <a:srgbClr val="FFFFFF"/>
                </a:solidFill>
                <a:latin typeface="Helvetica Neue"/>
                <a:ea typeface="Helvetica Neue"/>
                <a:cs typeface="Helvetica Neue"/>
              </a:defRPr>
            </a:lvl3pPr>
            <a:lvl4pPr>
              <a:defRPr sz="3675" b="0">
                <a:solidFill>
                  <a:srgbClr val="FFFFFF"/>
                </a:solidFill>
                <a:latin typeface="Helvetica Neue"/>
                <a:ea typeface="Helvetica Neue"/>
                <a:cs typeface="Helvetica Neue"/>
              </a:defRPr>
            </a:lvl4pPr>
            <a:lvl5pPr>
              <a:defRPr sz="3675" b="0">
                <a:solidFill>
                  <a:srgbClr val="FFFFFF"/>
                </a:solidFill>
                <a:latin typeface="Helvetica Neue"/>
                <a:ea typeface="Helvetica Neue"/>
                <a:cs typeface="Helvetica Neue"/>
              </a:defRPr>
            </a:lvl5pPr>
            <a:lvl6pPr>
              <a:defRPr sz="3675" b="0">
                <a:solidFill>
                  <a:srgbClr val="FFFFFF"/>
                </a:solidFill>
                <a:latin typeface="Helvetica Neue"/>
                <a:ea typeface="Helvetica Neue"/>
                <a:cs typeface="Helvetica Neue"/>
              </a:defRPr>
            </a:lvl6pPr>
            <a:lvl7pPr>
              <a:defRPr sz="3675" b="0">
                <a:solidFill>
                  <a:srgbClr val="FFFFFF"/>
                </a:solidFill>
                <a:latin typeface="Helvetica Neue"/>
                <a:ea typeface="Helvetica Neue"/>
                <a:cs typeface="Helvetica Neue"/>
              </a:defRPr>
            </a:lvl7pPr>
            <a:lvl8pPr>
              <a:defRPr sz="3675" b="0">
                <a:solidFill>
                  <a:srgbClr val="FFFFFF"/>
                </a:solidFill>
                <a:latin typeface="Helvetica Neue"/>
                <a:ea typeface="Helvetica Neue"/>
                <a:cs typeface="Helvetica Neue"/>
              </a:defRPr>
            </a:lvl8pPr>
            <a:lvl9pPr>
              <a:defRPr sz="3675" b="0">
                <a:solidFill>
                  <a:srgbClr val="FFFFFF"/>
                </a:solidFill>
                <a:latin typeface="Helvetica Neue"/>
                <a:ea typeface="Helvetica Neue"/>
                <a:cs typeface="Helvetica Neue"/>
              </a:defRPr>
            </a:lvl9pPr>
          </a:lstStyle>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Описание с опорой на историю</a:t>
            </a:r>
          </a:p>
        </p:txBody>
      </p:sp>
      <p:sp>
        <p:nvSpPr>
          <p:cNvPr id="7" name="">
            <a:extLst xmlns:a="http://schemas.openxmlformats.org/drawingml/2006/main">
              <a:ext uri="{FF2B5EF4-FFF2-40B4-BE49-F238E27FC236}">
                <a16:creationId xmlns:a16="http://schemas.microsoft.com/office/drawing/2014/main" id="{44E30DF2-4839-45B5-B78E-F85544EE0F3B}"/>
              </a:ext>
            </a:extLst>
          </p:cNvPr>
          <p:cNvSpPr>
            <a:spLocks xmlns:a="http://schemas.openxmlformats.org/drawingml/2006/main" noGrp="1"/>
          </p:cNvSpPr>
          <p:nvPr/>
        </p:nvSpPr>
        <p:spPr>
          <a:xfrm xmlns:a="http://schemas.openxmlformats.org/drawingml/2006/main">
            <a:off x="533400" y="2333625"/>
            <a:ext cx="11125200" cy="3781425"/>
          </a:xfrm>
          <a:prstGeom xmlns:a="http://schemas.openxmlformats.org/drawingml/2006/main" prst="roundRect">
            <a:avLst>
              <a:gd name="adj" fmla="val 7557"/>
            </a:avLst>
          </a:prstGeom>
          <a:solidFill xmlns:a="http://schemas.openxmlformats.org/drawingml/2006/main">
            <a:srgbClr val="FFFFFF"/>
          </a:solidFill>
          <a:ln xmlns:a="http://schemas.openxmlformats.org/drawingml/2006/main" w="0">
            <a:noFill/>
            <a:prstDash val="solid"/>
          </a:ln>
        </p:spPr>
      </p:sp>
      <p:pic>
        <p:nvPicPr>
          <p:cNvPr id="8" name="">
            <a:extLst xmlns:a="http://schemas.openxmlformats.org/drawingml/2006/main">
              <a:ext uri="{FF2B5EF4-FFF2-40B4-BE49-F238E27FC236}">
                <a16:creationId xmlns:a16="http://schemas.microsoft.com/office/drawing/2014/main" id="{C4423FA5-3F53-42D1-8105-6B516509E1A3}"/>
              </a:ext>
            </a:extLst>
          </p:cNvPr>
          <p:cNvPicPr>
            <a:picLocks xmlns:a="http://schemas.openxmlformats.org/drawingml/2006/main" noChangeAspect="1"/>
          </p:cNvPicPr>
          <p:nvPr/>
        </p:nvPicPr>
        <p:blipFill>
          <a:blip xmlns:r="http://schemas.openxmlformats.org/officeDocument/2006/relationships" xmlns:a="http://schemas.openxmlformats.org/drawingml/2006/main" r:embed="R53f676e54e124483"/>
          <a:stretch xmlns:a="http://schemas.openxmlformats.org/drawingml/2006/main"/>
        </p:blipFill>
        <p:spPr>
          <a:xfrm xmlns:a="http://schemas.openxmlformats.org/drawingml/2006/main">
            <a:off x="742950" y="2573439"/>
            <a:ext cx="10706100" cy="2234996"/>
          </a:xfrm>
          <a:prstGeom xmlns:a="http://schemas.openxmlformats.org/drawingml/2006/main" prst="roundRect">
            <a:avLst>
              <a:gd name="adj" fmla="val 7660"/>
            </a:avLst>
          </a:prstGeom>
        </p:spPr>
      </p:pic>
      <p:sp>
        <p:nvSpPr>
          <p:cNvPr id="9" name="">
            <a:extLst xmlns:a="http://schemas.openxmlformats.org/drawingml/2006/main">
              <a:ext uri="{FF2B5EF4-FFF2-40B4-BE49-F238E27FC236}">
                <a16:creationId xmlns:a16="http://schemas.microsoft.com/office/drawing/2014/main" id="{C5FB21D8-5807-44B4-B319-1BA87E8440CD}"/>
              </a:ext>
            </a:extLst>
          </p:cNvPr>
          <p:cNvSpPr>
            <a:spLocks xmlns:a="http://schemas.openxmlformats.org/drawingml/2006/main" noGrp="1"/>
          </p:cNvSpPr>
          <p:nvPr/>
        </p:nvSpPr>
        <p:spPr>
          <a:xfrm xmlns:a="http://schemas.openxmlformats.org/drawingml/2006/main">
            <a:off x="819150" y="5238750"/>
            <a:ext cx="33623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1">
                <a:solidFill>
                  <a:srgbClr val="292D42"/>
                </a:solidFill>
                <a:latin typeface="Helvetica Neue"/>
                <a:ea typeface="Helvetica Neue"/>
                <a:cs typeface="Helvetica Neue"/>
              </a:defRPr>
            </a:defPPr>
            <a:lvl1pPr>
              <a:defRPr sz="2025" b="1">
                <a:solidFill>
                  <a:srgbClr val="292D42"/>
                </a:solidFill>
                <a:latin typeface="Helvetica Neue"/>
                <a:ea typeface="Helvetica Neue"/>
                <a:cs typeface="Helvetica Neue"/>
              </a:defRPr>
            </a:lvl1pPr>
            <a:lvl2pPr>
              <a:defRPr sz="2025" b="1">
                <a:solidFill>
                  <a:srgbClr val="292D42"/>
                </a:solidFill>
                <a:latin typeface="Helvetica Neue"/>
                <a:ea typeface="Helvetica Neue"/>
                <a:cs typeface="Helvetica Neue"/>
              </a:defRPr>
            </a:lvl2pPr>
            <a:lvl3pPr>
              <a:defRPr sz="2025" b="1">
                <a:solidFill>
                  <a:srgbClr val="292D42"/>
                </a:solidFill>
                <a:latin typeface="Helvetica Neue"/>
                <a:ea typeface="Helvetica Neue"/>
                <a:cs typeface="Helvetica Neue"/>
              </a:defRPr>
            </a:lvl3pPr>
            <a:lvl4pPr>
              <a:defRPr sz="2025" b="1">
                <a:solidFill>
                  <a:srgbClr val="292D42"/>
                </a:solidFill>
                <a:latin typeface="Helvetica Neue"/>
                <a:ea typeface="Helvetica Neue"/>
                <a:cs typeface="Helvetica Neue"/>
              </a:defRPr>
            </a:lvl4pPr>
            <a:lvl5pPr>
              <a:defRPr sz="2025" b="1">
                <a:solidFill>
                  <a:srgbClr val="292D42"/>
                </a:solidFill>
                <a:latin typeface="Helvetica Neue"/>
                <a:ea typeface="Helvetica Neue"/>
                <a:cs typeface="Helvetica Neue"/>
              </a:defRPr>
            </a:lvl5pPr>
            <a:lvl6pPr>
              <a:defRPr sz="2025" b="1">
                <a:solidFill>
                  <a:srgbClr val="292D42"/>
                </a:solidFill>
                <a:latin typeface="Helvetica Neue"/>
                <a:ea typeface="Helvetica Neue"/>
                <a:cs typeface="Helvetica Neue"/>
              </a:defRPr>
            </a:lvl6pPr>
            <a:lvl7pPr>
              <a:defRPr sz="2025" b="1">
                <a:solidFill>
                  <a:srgbClr val="292D42"/>
                </a:solidFill>
                <a:latin typeface="Helvetica Neue"/>
                <a:ea typeface="Helvetica Neue"/>
                <a:cs typeface="Helvetica Neue"/>
              </a:defRPr>
            </a:lvl7pPr>
            <a:lvl8pPr>
              <a:defRPr sz="2025" b="1">
                <a:solidFill>
                  <a:srgbClr val="292D42"/>
                </a:solidFill>
                <a:latin typeface="Helvetica Neue"/>
                <a:ea typeface="Helvetica Neue"/>
                <a:cs typeface="Helvetica Neue"/>
              </a:defRPr>
            </a:lvl8pPr>
            <a:lvl9pPr>
              <a:defRPr sz="2025" b="1">
                <a:solidFill>
                  <a:srgbClr val="292D42"/>
                </a:solidFill>
                <a:latin typeface="Helvetica Neue"/>
                <a:ea typeface="Helvetica Neue"/>
                <a:cs typeface="Helvetica Neue"/>
              </a:defRPr>
            </a:lvl9pPr>
          </a:lstStyle>
          <a:p xmlns:a="http://schemas.openxmlformats.org/drawingml/2006/main">
            <a:pPr>
              <a:defRPr sz="2025" b="1">
                <a:solidFill>
                  <a:srgbClr val="292D42"/>
                </a:solidFill>
                <a:latin typeface="Helvetica Neue"/>
                <a:ea typeface="Helvetica Neue"/>
                <a:cs typeface="Helvetica Neue"/>
              </a:defRPr>
            </a:pPr>
            <a:r>
              <a:rPr sz="2025" b="1">
                <a:solidFill>
                  <a:srgbClr val="292D42"/>
                </a:solidFill>
                <a:latin typeface="Helvetica Neue"/>
                <a:ea typeface="Helvetica Neue"/>
                <a:cs typeface="Helvetica Neue"/>
              </a:rPr>
              <a:t>Динамика и контекст</a:t>
            </a:r>
          </a:p>
        </p:txBody>
      </p:sp>
      <p:sp>
        <p:nvSpPr>
          <p:cNvPr id="10" name="">
            <a:extLst xmlns:a="http://schemas.openxmlformats.org/drawingml/2006/main">
              <a:ext uri="{FF2B5EF4-FFF2-40B4-BE49-F238E27FC236}">
                <a16:creationId xmlns:a16="http://schemas.microsoft.com/office/drawing/2014/main" id="{09D5CFDC-1B1A-405B-B1FF-5F3BF3584E41}"/>
              </a:ext>
            </a:extLst>
          </p:cNvPr>
          <p:cNvSpPr>
            <a:spLocks xmlns:a="http://schemas.openxmlformats.org/drawingml/2006/main" noGrp="1"/>
          </p:cNvSpPr>
          <p:nvPr/>
        </p:nvSpPr>
        <p:spPr>
          <a:xfrm xmlns:a="http://schemas.openxmlformats.org/drawingml/2006/main">
            <a:off x="4476750" y="52387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1">
                <a:solidFill>
                  <a:srgbClr val="292D42"/>
                </a:solidFill>
                <a:latin typeface="Helvetica Neue"/>
                <a:ea typeface="Helvetica Neue"/>
                <a:cs typeface="Helvetica Neue"/>
              </a:defRPr>
            </a:defPPr>
            <a:lvl1pPr>
              <a:defRPr sz="2025" b="1">
                <a:solidFill>
                  <a:srgbClr val="292D42"/>
                </a:solidFill>
                <a:latin typeface="Helvetica Neue"/>
                <a:ea typeface="Helvetica Neue"/>
                <a:cs typeface="Helvetica Neue"/>
              </a:defRPr>
            </a:lvl1pPr>
            <a:lvl2pPr>
              <a:defRPr sz="2025" b="1">
                <a:solidFill>
                  <a:srgbClr val="292D42"/>
                </a:solidFill>
                <a:latin typeface="Helvetica Neue"/>
                <a:ea typeface="Helvetica Neue"/>
                <a:cs typeface="Helvetica Neue"/>
              </a:defRPr>
            </a:lvl2pPr>
            <a:lvl3pPr>
              <a:defRPr sz="2025" b="1">
                <a:solidFill>
                  <a:srgbClr val="292D42"/>
                </a:solidFill>
                <a:latin typeface="Helvetica Neue"/>
                <a:ea typeface="Helvetica Neue"/>
                <a:cs typeface="Helvetica Neue"/>
              </a:defRPr>
            </a:lvl3pPr>
            <a:lvl4pPr>
              <a:defRPr sz="2025" b="1">
                <a:solidFill>
                  <a:srgbClr val="292D42"/>
                </a:solidFill>
                <a:latin typeface="Helvetica Neue"/>
                <a:ea typeface="Helvetica Neue"/>
                <a:cs typeface="Helvetica Neue"/>
              </a:defRPr>
            </a:lvl4pPr>
            <a:lvl5pPr>
              <a:defRPr sz="2025" b="1">
                <a:solidFill>
                  <a:srgbClr val="292D42"/>
                </a:solidFill>
                <a:latin typeface="Helvetica Neue"/>
                <a:ea typeface="Helvetica Neue"/>
                <a:cs typeface="Helvetica Neue"/>
              </a:defRPr>
            </a:lvl5pPr>
            <a:lvl6pPr>
              <a:defRPr sz="2025" b="1">
                <a:solidFill>
                  <a:srgbClr val="292D42"/>
                </a:solidFill>
                <a:latin typeface="Helvetica Neue"/>
                <a:ea typeface="Helvetica Neue"/>
                <a:cs typeface="Helvetica Neue"/>
              </a:defRPr>
            </a:lvl6pPr>
            <a:lvl7pPr>
              <a:defRPr sz="2025" b="1">
                <a:solidFill>
                  <a:srgbClr val="292D42"/>
                </a:solidFill>
                <a:latin typeface="Helvetica Neue"/>
                <a:ea typeface="Helvetica Neue"/>
                <a:cs typeface="Helvetica Neue"/>
              </a:defRPr>
            </a:lvl7pPr>
            <a:lvl8pPr>
              <a:defRPr sz="2025" b="1">
                <a:solidFill>
                  <a:srgbClr val="292D42"/>
                </a:solidFill>
                <a:latin typeface="Helvetica Neue"/>
                <a:ea typeface="Helvetica Neue"/>
                <a:cs typeface="Helvetica Neue"/>
              </a:defRPr>
            </a:lvl8pPr>
            <a:lvl9pPr>
              <a:defRPr sz="2025" b="1">
                <a:solidFill>
                  <a:srgbClr val="292D42"/>
                </a:solidFill>
                <a:latin typeface="Helvetica Neue"/>
                <a:ea typeface="Helvetica Neue"/>
                <a:cs typeface="Helvetica Neue"/>
              </a:defRPr>
            </a:lvl9pPr>
          </a:lstStyle>
          <a:p xmlns:a="http://schemas.openxmlformats.org/drawingml/2006/main">
            <a:pPr>
              <a:defRPr sz="2025" b="1">
                <a:solidFill>
                  <a:srgbClr val="292D42"/>
                </a:solidFill>
                <a:latin typeface="Helvetica Neue"/>
                <a:ea typeface="Helvetica Neue"/>
                <a:cs typeface="Helvetica Neue"/>
              </a:defRPr>
            </a:pPr>
            <a:r>
              <a:rPr sz="2025" b="1">
                <a:solidFill>
                  <a:srgbClr val="292D42"/>
                </a:solidFill>
                <a:latin typeface="Helvetica Neue"/>
                <a:ea typeface="Helvetica Neue"/>
                <a:cs typeface="Helvetica Neue"/>
              </a:rPr>
              <a:t>Основания риска</a:t>
            </a:r>
          </a:p>
        </p:txBody>
      </p:sp>
      <p:sp>
        <p:nvSpPr>
          <p:cNvPr id="11" name="">
            <a:extLst xmlns:a="http://schemas.openxmlformats.org/drawingml/2006/main">
              <a:ext uri="{FF2B5EF4-FFF2-40B4-BE49-F238E27FC236}">
                <a16:creationId xmlns:a16="http://schemas.microsoft.com/office/drawing/2014/main" id="{71924AB1-93A6-48C4-9D06-9930A4E6D0C6}"/>
              </a:ext>
            </a:extLst>
          </p:cNvPr>
          <p:cNvSpPr>
            <a:spLocks xmlns:a="http://schemas.openxmlformats.org/drawingml/2006/main" noGrp="1"/>
          </p:cNvSpPr>
          <p:nvPr/>
        </p:nvSpPr>
        <p:spPr>
          <a:xfrm xmlns:a="http://schemas.openxmlformats.org/drawingml/2006/main">
            <a:off x="8191500" y="5219700"/>
            <a:ext cx="2857500" cy="323850"/>
          </a:xfrm>
          <a:prstGeom xmlns:a="http://schemas.openxmlformats.org/drawingml/2006/main" prst="roundRect">
            <a:avLst>
              <a:gd name="adj" fmla="val 50000"/>
            </a:avLst>
          </a:prstGeom>
          <a:solidFill xmlns:a="http://schemas.openxmlformats.org/drawingml/2006/main">
            <a:srgbClr val="EDF0F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D1CACDB-5B86-4CEE-9905-7A80AB5B8AED}"/>
              </a:ext>
            </a:extLst>
          </p:cNvPr>
          <p:cNvSpPr>
            <a:spLocks xmlns:a="http://schemas.openxmlformats.org/drawingml/2006/main" noGrp="1"/>
          </p:cNvSpPr>
          <p:nvPr/>
        </p:nvSpPr>
        <p:spPr>
          <a:xfrm xmlns:a="http://schemas.openxmlformats.org/drawingml/2006/main">
            <a:off x="8324850" y="526732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315FD1"/>
                </a:solidFill>
                <a:latin typeface="Helvetica Neue"/>
                <a:ea typeface="Helvetica Neue"/>
                <a:cs typeface="Helvetica Neue"/>
              </a:defRPr>
            </a:defPPr>
            <a:lvl1pPr>
              <a:defRPr sz="1350" b="0">
                <a:solidFill>
                  <a:srgbClr val="315FD1"/>
                </a:solidFill>
                <a:latin typeface="Helvetica Neue"/>
                <a:ea typeface="Helvetica Neue"/>
                <a:cs typeface="Helvetica Neue"/>
              </a:defRPr>
            </a:lvl1pPr>
            <a:lvl2pPr>
              <a:defRPr sz="1350" b="0">
                <a:solidFill>
                  <a:srgbClr val="315FD1"/>
                </a:solidFill>
                <a:latin typeface="Helvetica Neue"/>
                <a:ea typeface="Helvetica Neue"/>
                <a:cs typeface="Helvetica Neue"/>
              </a:defRPr>
            </a:lvl2pPr>
            <a:lvl3pPr>
              <a:defRPr sz="1350" b="0">
                <a:solidFill>
                  <a:srgbClr val="315FD1"/>
                </a:solidFill>
                <a:latin typeface="Helvetica Neue"/>
                <a:ea typeface="Helvetica Neue"/>
                <a:cs typeface="Helvetica Neue"/>
              </a:defRPr>
            </a:lvl3pPr>
            <a:lvl4pPr>
              <a:defRPr sz="1350" b="0">
                <a:solidFill>
                  <a:srgbClr val="315FD1"/>
                </a:solidFill>
                <a:latin typeface="Helvetica Neue"/>
                <a:ea typeface="Helvetica Neue"/>
                <a:cs typeface="Helvetica Neue"/>
              </a:defRPr>
            </a:lvl4pPr>
            <a:lvl5pPr>
              <a:defRPr sz="1350" b="0">
                <a:solidFill>
                  <a:srgbClr val="315FD1"/>
                </a:solidFill>
                <a:latin typeface="Helvetica Neue"/>
                <a:ea typeface="Helvetica Neue"/>
                <a:cs typeface="Helvetica Neue"/>
              </a:defRPr>
            </a:lvl5pPr>
            <a:lvl6pPr>
              <a:defRPr sz="1350" b="0">
                <a:solidFill>
                  <a:srgbClr val="315FD1"/>
                </a:solidFill>
                <a:latin typeface="Helvetica Neue"/>
                <a:ea typeface="Helvetica Neue"/>
                <a:cs typeface="Helvetica Neue"/>
              </a:defRPr>
            </a:lvl6pPr>
            <a:lvl7pPr>
              <a:defRPr sz="1350" b="0">
                <a:solidFill>
                  <a:srgbClr val="315FD1"/>
                </a:solidFill>
                <a:latin typeface="Helvetica Neue"/>
                <a:ea typeface="Helvetica Neue"/>
                <a:cs typeface="Helvetica Neue"/>
              </a:defRPr>
            </a:lvl7pPr>
            <a:lvl8pPr>
              <a:defRPr sz="1350" b="0">
                <a:solidFill>
                  <a:srgbClr val="315FD1"/>
                </a:solidFill>
                <a:latin typeface="Helvetica Neue"/>
                <a:ea typeface="Helvetica Neue"/>
                <a:cs typeface="Helvetica Neue"/>
              </a:defRPr>
            </a:lvl8pPr>
            <a:lvl9pPr>
              <a:defRPr sz="1350" b="0">
                <a:solidFill>
                  <a:srgbClr val="315FD1"/>
                </a:solidFill>
                <a:latin typeface="Helvetica Neue"/>
                <a:ea typeface="Helvetica Neue"/>
                <a:cs typeface="Helvetica Neue"/>
              </a:defRPr>
            </a:lvl9pPr>
          </a:lstStyle>
          <a:p xmlns:a="http://schemas.openxmlformats.org/drawingml/2006/main">
            <a:pPr>
              <a:defRPr sz="1350" b="0">
                <a:solidFill>
                  <a:srgbClr val="315FD1"/>
                </a:solidFill>
                <a:latin typeface="Helvetica Neue"/>
                <a:ea typeface="Helvetica Neue"/>
                <a:cs typeface="Helvetica Neue"/>
              </a:defRPr>
            </a:pPr>
            <a:r>
              <a:rPr sz="1350" b="0">
                <a:solidFill>
                  <a:srgbClr val="315FD1"/>
                </a:solidFill>
                <a:latin typeface="Helvetica Neue"/>
                <a:ea typeface="Helvetica Neue"/>
                <a:cs typeface="Helvetica Neue"/>
              </a:rPr>
              <a:t>Локальная модель</a:t>
            </a:r>
          </a:p>
        </p:txBody>
      </p:sp>
      <p:sp>
        <p:nvSpPr>
          <p:cNvPr id="13" name="">
            <a:extLst xmlns:a="http://schemas.openxmlformats.org/drawingml/2006/main">
              <a:ext uri="{FF2B5EF4-FFF2-40B4-BE49-F238E27FC236}">
                <a16:creationId xmlns:a16="http://schemas.microsoft.com/office/drawing/2014/main" id="{1FBE3E00-2762-4E66-9B0F-6ADFA265BA07}"/>
              </a:ext>
            </a:extLst>
          </p:cNvPr>
          <p:cNvSpPr>
            <a:spLocks xmlns:a="http://schemas.openxmlformats.org/drawingml/2006/main" noGrp="1"/>
          </p:cNvSpPr>
          <p:nvPr/>
        </p:nvSpPr>
        <p:spPr>
          <a:xfrm xmlns:a="http://schemas.openxmlformats.org/drawingml/2006/main">
            <a:off x="571500" y="631507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0">
                <a:solidFill>
                  <a:srgbClr val="ADC5FF"/>
                </a:solidFill>
                <a:latin typeface="Helvetica Neue"/>
                <a:ea typeface="Helvetica Neue"/>
                <a:cs typeface="Helvetica Neue"/>
              </a:defRPr>
            </a:defPPr>
            <a:lvl1pPr>
              <a:defRPr sz="1725" b="0">
                <a:solidFill>
                  <a:srgbClr val="ADC5FF"/>
                </a:solidFill>
                <a:latin typeface="Helvetica Neue"/>
                <a:ea typeface="Helvetica Neue"/>
                <a:cs typeface="Helvetica Neue"/>
              </a:defRPr>
            </a:lvl1pPr>
            <a:lvl2pPr>
              <a:defRPr sz="1725" b="0">
                <a:solidFill>
                  <a:srgbClr val="ADC5FF"/>
                </a:solidFill>
                <a:latin typeface="Helvetica Neue"/>
                <a:ea typeface="Helvetica Neue"/>
                <a:cs typeface="Helvetica Neue"/>
              </a:defRPr>
            </a:lvl2pPr>
            <a:lvl3pPr>
              <a:defRPr sz="1725" b="0">
                <a:solidFill>
                  <a:srgbClr val="ADC5FF"/>
                </a:solidFill>
                <a:latin typeface="Helvetica Neue"/>
                <a:ea typeface="Helvetica Neue"/>
                <a:cs typeface="Helvetica Neue"/>
              </a:defRPr>
            </a:lvl3pPr>
            <a:lvl4pPr>
              <a:defRPr sz="1725" b="0">
                <a:solidFill>
                  <a:srgbClr val="ADC5FF"/>
                </a:solidFill>
                <a:latin typeface="Helvetica Neue"/>
                <a:ea typeface="Helvetica Neue"/>
                <a:cs typeface="Helvetica Neue"/>
              </a:defRPr>
            </a:lvl4pPr>
            <a:lvl5pPr>
              <a:defRPr sz="1725" b="0">
                <a:solidFill>
                  <a:srgbClr val="ADC5FF"/>
                </a:solidFill>
                <a:latin typeface="Helvetica Neue"/>
                <a:ea typeface="Helvetica Neue"/>
                <a:cs typeface="Helvetica Neue"/>
              </a:defRPr>
            </a:lvl5pPr>
            <a:lvl6pPr>
              <a:defRPr sz="1725" b="0">
                <a:solidFill>
                  <a:srgbClr val="ADC5FF"/>
                </a:solidFill>
                <a:latin typeface="Helvetica Neue"/>
                <a:ea typeface="Helvetica Neue"/>
                <a:cs typeface="Helvetica Neue"/>
              </a:defRPr>
            </a:lvl6pPr>
            <a:lvl7pPr>
              <a:defRPr sz="1725" b="0">
                <a:solidFill>
                  <a:srgbClr val="ADC5FF"/>
                </a:solidFill>
                <a:latin typeface="Helvetica Neue"/>
                <a:ea typeface="Helvetica Neue"/>
                <a:cs typeface="Helvetica Neue"/>
              </a:defRPr>
            </a:lvl7pPr>
            <a:lvl8pPr>
              <a:defRPr sz="1725" b="0">
                <a:solidFill>
                  <a:srgbClr val="ADC5FF"/>
                </a:solidFill>
                <a:latin typeface="Helvetica Neue"/>
                <a:ea typeface="Helvetica Neue"/>
                <a:cs typeface="Helvetica Neue"/>
              </a:defRPr>
            </a:lvl8pPr>
            <a:lvl9pPr>
              <a:defRPr sz="1725" b="0">
                <a:solidFill>
                  <a:srgbClr val="ADC5FF"/>
                </a:solidFill>
                <a:latin typeface="Helvetica Neue"/>
                <a:ea typeface="Helvetica Neue"/>
                <a:cs typeface="Helvetica Neue"/>
              </a:defRPr>
            </a:lvl9pPr>
          </a:lstStyle>
          <a:p xmlns:a="http://schemas.openxmlformats.org/drawingml/2006/main">
            <a:pPr>
              <a:defRPr sz="1725" b="0">
                <a:solidFill>
                  <a:srgbClr val="ADC5FF"/>
                </a:solidFill>
                <a:latin typeface="Helvetica Neue"/>
                <a:ea typeface="Helvetica Neue"/>
                <a:cs typeface="Helvetica Neue"/>
              </a:defRPr>
            </a:pPr>
            <a:r>
              <a:rPr sz="1725" b="0">
                <a:solidFill>
                  <a:srgbClr val="ADC5FF"/>
                </a:solidFill>
                <a:latin typeface="Helvetica Neue"/>
                <a:ea typeface="Helvetica Neue"/>
                <a:cs typeface="Helvetica Neue"/>
              </a:rPr>
              <a:t>Каждое описание требует проверки врачом.</a:t>
            </a:r>
          </a:p>
        </p:txBody>
      </p:sp>
    </p:spTree>
    <p:extLst>
      <p:ext uri="{BB962C8B-B14F-4D97-AF65-F5344CB8AC3E}">
        <p14:creationId xmlns:p14="http://schemas.microsoft.com/office/powerpoint/2010/main" val="1899888055"/>
      </p:ext>
    </p:extLst>
  </p:cSld>
</p:sld>
</file>

<file path=ppt/slides/slide7.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48C8217-123E-48F4-9FE5-B47EDAB0BEE6}"/>
              </a:ext>
            </a:extLst>
          </p:cNvPr>
          <p:cNvSpPr>
            <a:spLocks xmlns:a="http://schemas.openxmlformats.org/drawingml/2006/main" noGrp="1"/>
          </p:cNvSpPr>
          <p:nvPr/>
        </p:nvSpPr>
        <p:spPr>
          <a:xfrm xmlns:a="http://schemas.openxmlformats.org/drawingml/2006/main">
            <a:off x="381000" y="247650"/>
            <a:ext cx="114300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1443D7CE-AFED-4DFC-9A8D-56373FD9F0EB}"/>
              </a:ext>
            </a:extLst>
          </p:cNvPr>
          <p:cNvPicPr>
            <a:picLocks xmlns:a="http://schemas.openxmlformats.org/drawingml/2006/main" noChangeAspect="1"/>
          </p:cNvPicPr>
          <p:nvPr/>
        </p:nvPicPr>
        <p:blipFill>
          <a:blip xmlns:r="http://schemas.openxmlformats.org/officeDocument/2006/relationships" xmlns:a="http://schemas.openxmlformats.org/drawingml/2006/main" r:embed="Rb0051df2dd424f71">
            <a:extLst>
              <a:ext uri="{96DAC541-7B7A-43D3-8B79-37D633B846F1}">
                <asvg:svgBlip xmlns:asvg="http://schemas.microsoft.com/office/drawing/2016/SVG/main" r:embed="Rf4bf31674e084456"/>
              </a:ext>
            </a:extLst>
          </a:blip>
          <a:stretch xmlns:a="http://schemas.openxmlformats.org/drawingml/2006/main"/>
        </p:blipFill>
        <p:spPr>
          <a:xfrm xmlns:a="http://schemas.openxmlformats.org/drawingml/2006/main">
            <a:off x="523875" y="352425"/>
            <a:ext cx="41910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BE1B12B-7138-4C1C-B2F0-0EAEA464BDEF}"/>
              </a:ext>
            </a:extLst>
          </p:cNvPr>
          <p:cNvSpPr>
            <a:spLocks xmlns:a="http://schemas.openxmlformats.org/drawingml/2006/main" noGrp="1"/>
          </p:cNvSpPr>
          <p:nvPr/>
        </p:nvSpPr>
        <p:spPr>
          <a:xfrm xmlns:a="http://schemas.openxmlformats.org/drawingml/2006/main">
            <a:off x="1066800" y="409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292D42"/>
                </a:solidFill>
                <a:latin typeface="Helvetica Neue"/>
                <a:ea typeface="Helvetica Neue"/>
                <a:cs typeface="Helvetica Neue"/>
              </a:defRPr>
            </a:defPPr>
            <a:lvl1pPr>
              <a:defRPr sz="1950" b="1">
                <a:solidFill>
                  <a:srgbClr val="292D42"/>
                </a:solidFill>
                <a:latin typeface="Helvetica Neue"/>
                <a:ea typeface="Helvetica Neue"/>
                <a:cs typeface="Helvetica Neue"/>
              </a:defRPr>
            </a:lvl1pPr>
            <a:lvl2pPr>
              <a:defRPr sz="1950" b="1">
                <a:solidFill>
                  <a:srgbClr val="292D42"/>
                </a:solidFill>
                <a:latin typeface="Helvetica Neue"/>
                <a:ea typeface="Helvetica Neue"/>
                <a:cs typeface="Helvetica Neue"/>
              </a:defRPr>
            </a:lvl2pPr>
            <a:lvl3pPr>
              <a:defRPr sz="1950" b="1">
                <a:solidFill>
                  <a:srgbClr val="292D42"/>
                </a:solidFill>
                <a:latin typeface="Helvetica Neue"/>
                <a:ea typeface="Helvetica Neue"/>
                <a:cs typeface="Helvetica Neue"/>
              </a:defRPr>
            </a:lvl3pPr>
            <a:lvl4pPr>
              <a:defRPr sz="1950" b="1">
                <a:solidFill>
                  <a:srgbClr val="292D42"/>
                </a:solidFill>
                <a:latin typeface="Helvetica Neue"/>
                <a:ea typeface="Helvetica Neue"/>
                <a:cs typeface="Helvetica Neue"/>
              </a:defRPr>
            </a:lvl4pPr>
            <a:lvl5pPr>
              <a:defRPr sz="1950" b="1">
                <a:solidFill>
                  <a:srgbClr val="292D42"/>
                </a:solidFill>
                <a:latin typeface="Helvetica Neue"/>
                <a:ea typeface="Helvetica Neue"/>
                <a:cs typeface="Helvetica Neue"/>
              </a:defRPr>
            </a:lvl5pPr>
            <a:lvl6pPr>
              <a:defRPr sz="1950" b="1">
                <a:solidFill>
                  <a:srgbClr val="292D42"/>
                </a:solidFill>
                <a:latin typeface="Helvetica Neue"/>
                <a:ea typeface="Helvetica Neue"/>
                <a:cs typeface="Helvetica Neue"/>
              </a:defRPr>
            </a:lvl6pPr>
            <a:lvl7pPr>
              <a:defRPr sz="1950" b="1">
                <a:solidFill>
                  <a:srgbClr val="292D42"/>
                </a:solidFill>
                <a:latin typeface="Helvetica Neue"/>
                <a:ea typeface="Helvetica Neue"/>
                <a:cs typeface="Helvetica Neue"/>
              </a:defRPr>
            </a:lvl7pPr>
            <a:lvl8pPr>
              <a:defRPr sz="1950" b="1">
                <a:solidFill>
                  <a:srgbClr val="292D42"/>
                </a:solidFill>
                <a:latin typeface="Helvetica Neue"/>
                <a:ea typeface="Helvetica Neue"/>
                <a:cs typeface="Helvetica Neue"/>
              </a:defRPr>
            </a:lvl8pPr>
            <a:lvl9pPr>
              <a:defRPr sz="1950" b="1">
                <a:solidFill>
                  <a:srgbClr val="292D42"/>
                </a:solidFill>
                <a:latin typeface="Helvetica Neue"/>
                <a:ea typeface="Helvetica Neue"/>
                <a:cs typeface="Helvetica Neue"/>
              </a:defRPr>
            </a:lvl9pPr>
          </a:lstStyle>
          <a:p xmlns:a="http://schemas.openxmlformats.org/drawingml/2006/main">
            <a:pPr>
              <a:defRPr sz="1950" b="1">
                <a:solidFill>
                  <a:srgbClr val="292D42"/>
                </a:solidFill>
                <a:latin typeface="Helvetica Neue"/>
                <a:ea typeface="Helvetica Neue"/>
                <a:cs typeface="Helvetica Neue"/>
              </a:defRPr>
            </a:pPr>
            <a:r>
              <a:rPr sz="1950" b="1">
                <a:solidFill>
                  <a:srgbClr val="292D42"/>
                </a:solidFill>
                <a:latin typeface="Helvetica Neue"/>
                <a:ea typeface="Helvetica Neue"/>
                <a:cs typeface="Helvetica Neue"/>
              </a:rPr>
              <a:t>Clinical Compass</a:t>
            </a:r>
          </a:p>
        </p:txBody>
      </p:sp>
      <p:sp>
        <p:nvSpPr>
          <p:cNvPr id="4" name="">
            <a:extLst xmlns:a="http://schemas.openxmlformats.org/drawingml/2006/main">
              <a:ext uri="{FF2B5EF4-FFF2-40B4-BE49-F238E27FC236}">
                <a16:creationId xmlns:a16="http://schemas.microsoft.com/office/drawing/2014/main" id="{84D13F19-5DAA-411A-A31E-CC37A3017DD9}"/>
              </a:ext>
            </a:extLst>
          </p:cNvPr>
          <p:cNvSpPr>
            <a:spLocks xmlns:a="http://schemas.openxmlformats.org/drawingml/2006/main" noGrp="1"/>
          </p:cNvSpPr>
          <p:nvPr/>
        </p:nvSpPr>
        <p:spPr>
          <a:xfrm xmlns:a="http://schemas.openxmlformats.org/drawingml/2006/main">
            <a:off x="7239000" y="428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00" b="0">
                <a:solidFill>
                  <a:srgbClr val="758099"/>
                </a:solidFill>
                <a:latin typeface="Helvetica Neue"/>
                <a:ea typeface="Helvetica Neue"/>
                <a:cs typeface="Helvetica Neue"/>
              </a:defRPr>
            </a:defPPr>
            <a:lvl1pPr algn="r">
              <a:defRPr sz="1500" b="0">
                <a:solidFill>
                  <a:srgbClr val="758099"/>
                </a:solidFill>
                <a:latin typeface="Helvetica Neue"/>
                <a:ea typeface="Helvetica Neue"/>
                <a:cs typeface="Helvetica Neue"/>
              </a:defRPr>
            </a:lvl1pPr>
            <a:lvl2pPr algn="r">
              <a:defRPr sz="1500" b="0">
                <a:solidFill>
                  <a:srgbClr val="758099"/>
                </a:solidFill>
                <a:latin typeface="Helvetica Neue"/>
                <a:ea typeface="Helvetica Neue"/>
                <a:cs typeface="Helvetica Neue"/>
              </a:defRPr>
            </a:lvl2pPr>
            <a:lvl3pPr algn="r">
              <a:defRPr sz="1500" b="0">
                <a:solidFill>
                  <a:srgbClr val="758099"/>
                </a:solidFill>
                <a:latin typeface="Helvetica Neue"/>
                <a:ea typeface="Helvetica Neue"/>
                <a:cs typeface="Helvetica Neue"/>
              </a:defRPr>
            </a:lvl3pPr>
            <a:lvl4pPr algn="r">
              <a:defRPr sz="1500" b="0">
                <a:solidFill>
                  <a:srgbClr val="758099"/>
                </a:solidFill>
                <a:latin typeface="Helvetica Neue"/>
                <a:ea typeface="Helvetica Neue"/>
                <a:cs typeface="Helvetica Neue"/>
              </a:defRPr>
            </a:lvl4pPr>
            <a:lvl5pPr algn="r">
              <a:defRPr sz="1500" b="0">
                <a:solidFill>
                  <a:srgbClr val="758099"/>
                </a:solidFill>
                <a:latin typeface="Helvetica Neue"/>
                <a:ea typeface="Helvetica Neue"/>
                <a:cs typeface="Helvetica Neue"/>
              </a:defRPr>
            </a:lvl5pPr>
            <a:lvl6pPr algn="r">
              <a:defRPr sz="1500" b="0">
                <a:solidFill>
                  <a:srgbClr val="758099"/>
                </a:solidFill>
                <a:latin typeface="Helvetica Neue"/>
                <a:ea typeface="Helvetica Neue"/>
                <a:cs typeface="Helvetica Neue"/>
              </a:defRPr>
            </a:lvl6pPr>
            <a:lvl7pPr algn="r">
              <a:defRPr sz="1500" b="0">
                <a:solidFill>
                  <a:srgbClr val="758099"/>
                </a:solidFill>
                <a:latin typeface="Helvetica Neue"/>
                <a:ea typeface="Helvetica Neue"/>
                <a:cs typeface="Helvetica Neue"/>
              </a:defRPr>
            </a:lvl7pPr>
            <a:lvl8pPr algn="r">
              <a:defRPr sz="1500" b="0">
                <a:solidFill>
                  <a:srgbClr val="758099"/>
                </a:solidFill>
                <a:latin typeface="Helvetica Neue"/>
                <a:ea typeface="Helvetica Neue"/>
                <a:cs typeface="Helvetica Neue"/>
              </a:defRPr>
            </a:lvl8pPr>
            <a:lvl9pPr algn="r">
              <a:defRPr sz="1500" b="0">
                <a:solidFill>
                  <a:srgbClr val="758099"/>
                </a:solidFill>
                <a:latin typeface="Helvetica Neue"/>
                <a:ea typeface="Helvetica Neue"/>
                <a:cs typeface="Helvetica Neue"/>
              </a:defRPr>
            </a:lvl9pPr>
          </a:lstStyle>
          <a:p xmlns:a="http://schemas.openxmlformats.org/drawingml/2006/main">
            <a:pPr algn="r">
              <a:defRPr sz="1500" b="0">
                <a:solidFill>
                  <a:srgbClr val="758099"/>
                </a:solidFill>
                <a:latin typeface="Helvetica Neue"/>
                <a:ea typeface="Helvetica Neue"/>
                <a:cs typeface="Helvetica Neue"/>
              </a:defRPr>
            </a:pPr>
            <a:r>
              <a:rPr sz="1500" b="0">
                <a:solidFill>
                  <a:srgbClr val="758099"/>
                </a:solidFill>
                <a:latin typeface="Helvetica Neue"/>
                <a:ea typeface="Helvetica Neue"/>
                <a:cs typeface="Helvetica Neue"/>
              </a:rPr>
              <a:t>Возможности и метрики</a:t>
            </a:r>
          </a:p>
        </p:txBody>
      </p:sp>
      <p:sp>
        <p:nvSpPr>
          <p:cNvPr id="5" name="">
            <a:extLst xmlns:a="http://schemas.openxmlformats.org/drawingml/2006/main">
              <a:ext uri="{FF2B5EF4-FFF2-40B4-BE49-F238E27FC236}">
                <a16:creationId xmlns:a16="http://schemas.microsoft.com/office/drawing/2014/main" id="{9DEB4ADE-A116-4E75-B219-11377E52A102}"/>
              </a:ext>
            </a:extLst>
          </p:cNvPr>
          <p:cNvSpPr>
            <a:spLocks xmlns:a="http://schemas.openxmlformats.org/drawingml/2006/main" noGrp="1"/>
          </p:cNvSpPr>
          <p:nvPr/>
        </p:nvSpPr>
        <p:spPr>
          <a:xfrm xmlns:a="http://schemas.openxmlformats.org/drawingml/2006/main">
            <a:off x="11315700" y="4286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350" b="0">
                <a:solidFill>
                  <a:srgbClr val="758099"/>
                </a:solidFill>
                <a:latin typeface="Helvetica Neue"/>
                <a:ea typeface="Helvetica Neue"/>
                <a:cs typeface="Helvetica Neue"/>
              </a:defRPr>
            </a:defPPr>
            <a:lvl1pPr algn="r">
              <a:defRPr sz="1350" b="0">
                <a:solidFill>
                  <a:srgbClr val="758099"/>
                </a:solidFill>
                <a:latin typeface="Helvetica Neue"/>
                <a:ea typeface="Helvetica Neue"/>
                <a:cs typeface="Helvetica Neue"/>
              </a:defRPr>
            </a:lvl1pPr>
            <a:lvl2pPr algn="r">
              <a:defRPr sz="1350" b="0">
                <a:solidFill>
                  <a:srgbClr val="758099"/>
                </a:solidFill>
                <a:latin typeface="Helvetica Neue"/>
                <a:ea typeface="Helvetica Neue"/>
                <a:cs typeface="Helvetica Neue"/>
              </a:defRPr>
            </a:lvl2pPr>
            <a:lvl3pPr algn="r">
              <a:defRPr sz="1350" b="0">
                <a:solidFill>
                  <a:srgbClr val="758099"/>
                </a:solidFill>
                <a:latin typeface="Helvetica Neue"/>
                <a:ea typeface="Helvetica Neue"/>
                <a:cs typeface="Helvetica Neue"/>
              </a:defRPr>
            </a:lvl3pPr>
            <a:lvl4pPr algn="r">
              <a:defRPr sz="1350" b="0">
                <a:solidFill>
                  <a:srgbClr val="758099"/>
                </a:solidFill>
                <a:latin typeface="Helvetica Neue"/>
                <a:ea typeface="Helvetica Neue"/>
                <a:cs typeface="Helvetica Neue"/>
              </a:defRPr>
            </a:lvl4pPr>
            <a:lvl5pPr algn="r">
              <a:defRPr sz="1350" b="0">
                <a:solidFill>
                  <a:srgbClr val="758099"/>
                </a:solidFill>
                <a:latin typeface="Helvetica Neue"/>
                <a:ea typeface="Helvetica Neue"/>
                <a:cs typeface="Helvetica Neue"/>
              </a:defRPr>
            </a:lvl5pPr>
            <a:lvl6pPr algn="r">
              <a:defRPr sz="1350" b="0">
                <a:solidFill>
                  <a:srgbClr val="758099"/>
                </a:solidFill>
                <a:latin typeface="Helvetica Neue"/>
                <a:ea typeface="Helvetica Neue"/>
                <a:cs typeface="Helvetica Neue"/>
              </a:defRPr>
            </a:lvl6pPr>
            <a:lvl7pPr algn="r">
              <a:defRPr sz="1350" b="0">
                <a:solidFill>
                  <a:srgbClr val="758099"/>
                </a:solidFill>
                <a:latin typeface="Helvetica Neue"/>
                <a:ea typeface="Helvetica Neue"/>
                <a:cs typeface="Helvetica Neue"/>
              </a:defRPr>
            </a:lvl7pPr>
            <a:lvl8pPr algn="r">
              <a:defRPr sz="1350" b="0">
                <a:solidFill>
                  <a:srgbClr val="758099"/>
                </a:solidFill>
                <a:latin typeface="Helvetica Neue"/>
                <a:ea typeface="Helvetica Neue"/>
                <a:cs typeface="Helvetica Neue"/>
              </a:defRPr>
            </a:lvl8pPr>
            <a:lvl9pPr algn="r">
              <a:defRPr sz="1350" b="0">
                <a:solidFill>
                  <a:srgbClr val="758099"/>
                </a:solidFill>
                <a:latin typeface="Helvetica Neue"/>
                <a:ea typeface="Helvetica Neue"/>
                <a:cs typeface="Helvetica Neue"/>
              </a:defRPr>
            </a:lvl9pPr>
          </a:lstStyle>
          <a:p xmlns:a="http://schemas.openxmlformats.org/drawingml/2006/main">
            <a:pPr algn="r">
              <a:defRPr sz="1350" b="0">
                <a:solidFill>
                  <a:srgbClr val="758099"/>
                </a:solidFill>
                <a:latin typeface="Helvetica Neue"/>
                <a:ea typeface="Helvetica Neue"/>
                <a:cs typeface="Helvetica Neue"/>
              </a:defRPr>
            </a:pPr>
            <a:r>
              <a:rPr sz="1350" b="0">
                <a:solidFill>
                  <a:srgbClr val="758099"/>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381E7809-74D5-46AE-98D2-EB24EC3B8ABD}"/>
              </a:ext>
            </a:extLst>
          </p:cNvPr>
          <p:cNvSpPr>
            <a:spLocks xmlns:a="http://schemas.openxmlformats.org/drawingml/2006/main" noGrp="1"/>
          </p:cNvSpPr>
          <p:nvPr/>
        </p:nvSpPr>
        <p:spPr>
          <a:xfrm xmlns:a="http://schemas.openxmlformats.org/drawingml/2006/main">
            <a:off x="533400" y="1190625"/>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75" b="0">
                <a:solidFill>
                  <a:srgbClr val="FFFFFF"/>
                </a:solidFill>
                <a:latin typeface="Helvetica Neue"/>
                <a:ea typeface="Helvetica Neue"/>
                <a:cs typeface="Helvetica Neue"/>
              </a:defRPr>
            </a:defPPr>
            <a:lvl1pPr>
              <a:defRPr sz="3675" b="0">
                <a:solidFill>
                  <a:srgbClr val="FFFFFF"/>
                </a:solidFill>
                <a:latin typeface="Helvetica Neue"/>
                <a:ea typeface="Helvetica Neue"/>
                <a:cs typeface="Helvetica Neue"/>
              </a:defRPr>
            </a:lvl1pPr>
            <a:lvl2pPr>
              <a:defRPr sz="3675" b="0">
                <a:solidFill>
                  <a:srgbClr val="FFFFFF"/>
                </a:solidFill>
                <a:latin typeface="Helvetica Neue"/>
                <a:ea typeface="Helvetica Neue"/>
                <a:cs typeface="Helvetica Neue"/>
              </a:defRPr>
            </a:lvl2pPr>
            <a:lvl3pPr>
              <a:defRPr sz="3675" b="0">
                <a:solidFill>
                  <a:srgbClr val="FFFFFF"/>
                </a:solidFill>
                <a:latin typeface="Helvetica Neue"/>
                <a:ea typeface="Helvetica Neue"/>
                <a:cs typeface="Helvetica Neue"/>
              </a:defRPr>
            </a:lvl3pPr>
            <a:lvl4pPr>
              <a:defRPr sz="3675" b="0">
                <a:solidFill>
                  <a:srgbClr val="FFFFFF"/>
                </a:solidFill>
                <a:latin typeface="Helvetica Neue"/>
                <a:ea typeface="Helvetica Neue"/>
                <a:cs typeface="Helvetica Neue"/>
              </a:defRPr>
            </a:lvl4pPr>
            <a:lvl5pPr>
              <a:defRPr sz="3675" b="0">
                <a:solidFill>
                  <a:srgbClr val="FFFFFF"/>
                </a:solidFill>
                <a:latin typeface="Helvetica Neue"/>
                <a:ea typeface="Helvetica Neue"/>
                <a:cs typeface="Helvetica Neue"/>
              </a:defRPr>
            </a:lvl5pPr>
            <a:lvl6pPr>
              <a:defRPr sz="3675" b="0">
                <a:solidFill>
                  <a:srgbClr val="FFFFFF"/>
                </a:solidFill>
                <a:latin typeface="Helvetica Neue"/>
                <a:ea typeface="Helvetica Neue"/>
                <a:cs typeface="Helvetica Neue"/>
              </a:defRPr>
            </a:lvl6pPr>
            <a:lvl7pPr>
              <a:defRPr sz="3675" b="0">
                <a:solidFill>
                  <a:srgbClr val="FFFFFF"/>
                </a:solidFill>
                <a:latin typeface="Helvetica Neue"/>
                <a:ea typeface="Helvetica Neue"/>
                <a:cs typeface="Helvetica Neue"/>
              </a:defRPr>
            </a:lvl7pPr>
            <a:lvl8pPr>
              <a:defRPr sz="3675" b="0">
                <a:solidFill>
                  <a:srgbClr val="FFFFFF"/>
                </a:solidFill>
                <a:latin typeface="Helvetica Neue"/>
                <a:ea typeface="Helvetica Neue"/>
                <a:cs typeface="Helvetica Neue"/>
              </a:defRPr>
            </a:lvl8pPr>
            <a:lvl9pPr>
              <a:defRPr sz="3675" b="0">
                <a:solidFill>
                  <a:srgbClr val="FFFFFF"/>
                </a:solidFill>
                <a:latin typeface="Helvetica Neue"/>
                <a:ea typeface="Helvetica Neue"/>
                <a:cs typeface="Helvetica Neue"/>
              </a:defRPr>
            </a:lvl9pPr>
          </a:lstStyle>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Функции, польза и измеренное время</a:t>
            </a:r>
          </a:p>
        </p:txBody>
      </p:sp>
      <p:sp>
        <p:nvSpPr>
          <p:cNvPr id="7" name="">
            <a:extLst xmlns:a="http://schemas.openxmlformats.org/drawingml/2006/main">
              <a:ext uri="{FF2B5EF4-FFF2-40B4-BE49-F238E27FC236}">
                <a16:creationId xmlns:a16="http://schemas.microsoft.com/office/drawing/2014/main" id="{B64BB346-AD0C-4E69-B65D-922F47F04AEA}"/>
              </a:ext>
            </a:extLst>
          </p:cNvPr>
          <p:cNvSpPr>
            <a:spLocks xmlns:a="http://schemas.openxmlformats.org/drawingml/2006/main" noGrp="1"/>
          </p:cNvSpPr>
          <p:nvPr/>
        </p:nvSpPr>
        <p:spPr>
          <a:xfrm xmlns:a="http://schemas.openxmlformats.org/drawingml/2006/main">
            <a:off x="533400" y="2257425"/>
            <a:ext cx="11125200" cy="3552825"/>
          </a:xfrm>
          <a:prstGeom xmlns:a="http://schemas.openxmlformats.org/drawingml/2006/main" prst="roundRect">
            <a:avLst>
              <a:gd name="adj" fmla="val 6971"/>
            </a:avLst>
          </a:prstGeom>
          <a:solidFill xmlns:a="http://schemas.openxmlformats.org/drawingml/2006/main">
            <a:srgbClr val="FFFFFF"/>
          </a:solidFill>
          <a:ln xmlns:a="http://schemas.openxmlformats.org/drawingml/2006/main" w="0">
            <a:noFill/>
            <a:prstDash val="solid"/>
          </a:ln>
        </p:spPr>
      </p:sp>
      <p:graphicFrame>
        <p:nvGraphicFramePr>
          <p:cNvPr id="8" name="">
            <a:extLst xmlns:a="http://schemas.openxmlformats.org/drawingml/2006/main">
              <a:ext uri="{FF2B5EF4-FFF2-40B4-BE49-F238E27FC236}">
                <a16:creationId xmlns:a16="http://schemas.microsoft.com/office/drawing/2014/main" id="{5C0C27DE-39B1-421A-B488-66A68D940957}"/>
              </a:ext>
            </a:extLst>
          </p:cNvPr>
          <p:cNvGraphicFramePr/>
          <p:nvPr/>
        </p:nvGraphicFramePr>
        <p:xfrm>
          <a:off xmlns:a="http://schemas.openxmlformats.org/drawingml/2006/main" x="628650" y="2352675"/>
          <a:ext xmlns:a="http://schemas.openxmlformats.org/drawingml/2006/main" cx="10934700" cy="3181350"/>
        </p:xfrm>
        <a:graphic xmlns:a="http://schemas.openxmlformats.org/drawingml/2006/main">
          <a:graphicData uri="http://schemas.openxmlformats.org/drawingml/2006/table">
            <a:tbl>
              <a:tblPr firstRow="0" bandRow="0"/>
              <a:tblGrid>
                <a:gridCol w="2381250"/>
                <a:gridCol w="5410200"/>
                <a:gridCol w="3143250"/>
              </a:tblGrid>
              <a:tr h="419100">
                <a:tc>
                  <a:txBody>
                    <a:bodyPr/>
                    <a:lstStyle/>
                    <a:p>
                      <a:r>
                        <a:rPr sz="1575" b="1">
                          <a:solidFill>
                            <a:srgbClr val="758099"/>
                          </a:solidFill>
                          <a:latin typeface="Helvetica Neue"/>
                          <a:ea typeface="Helvetica Neue"/>
                          <a:cs typeface="Helvetica Neue"/>
                        </a:rPr>
                        <a:t>Функция</a:t>
                      </a:r>
                    </a:p>
                  </a:txBody>
                  <a:tcPr marL="171450" marR="152400" marT="38100" marB="38100" anchor="ctr">
                    <a:lnL w="6668">
                      <a:solidFill>
                        <a:srgbClr val="DFE5F2"/>
                      </a:solidFill>
                      <a:prstDash val="solid"/>
                    </a:lnL>
                    <a:lnR w="6668">
                      <a:solidFill>
                        <a:srgbClr val="DFE5F2"/>
                      </a:solidFill>
                      <a:prstDash val="solid"/>
                    </a:lnR>
                    <a:lnT w="6668">
                      <a:solidFill>
                        <a:srgbClr val="DFE5F2"/>
                      </a:solidFill>
                      <a:prstDash val="solid"/>
                    </a:lnT>
                    <a:lnB w="6668">
                      <a:solidFill>
                        <a:srgbClr val="DFE5F2"/>
                      </a:solidFill>
                      <a:prstDash val="solid"/>
                    </a:lnB>
                    <a:solidFill>
                      <a:srgbClr val="F6F7FC"/>
                    </a:solidFill>
                  </a:tcPr>
                </a:tc>
                <a:tc>
                  <a:txBody>
                    <a:bodyPr/>
                    <a:lstStyle/>
                    <a:p>
                      <a:r>
                        <a:rPr sz="1575" b="1">
                          <a:solidFill>
                            <a:srgbClr val="758099"/>
                          </a:solidFill>
                          <a:latin typeface="Helvetica Neue"/>
                          <a:ea typeface="Helvetica Neue"/>
                          <a:cs typeface="Helvetica Neue"/>
                        </a:rPr>
                        <a:t>Польза для врача</a:t>
                      </a:r>
                    </a:p>
                  </a:txBody>
                  <a:tcPr marL="171450" marR="152400" marT="38100" marB="38100" anchor="ctr">
                    <a:lnR w="6668">
                      <a:solidFill>
                        <a:srgbClr val="DFE5F2"/>
                      </a:solidFill>
                      <a:prstDash val="solid"/>
                    </a:lnR>
                    <a:lnT w="6668">
                      <a:solidFill>
                        <a:srgbClr val="DFE5F2"/>
                      </a:solidFill>
                      <a:prstDash val="solid"/>
                    </a:lnT>
                    <a:lnB w="6668">
                      <a:solidFill>
                        <a:srgbClr val="DFE5F2"/>
                      </a:solidFill>
                      <a:prstDash val="solid"/>
                    </a:lnB>
                    <a:solidFill>
                      <a:srgbClr val="F6F7FC"/>
                    </a:solidFill>
                  </a:tcPr>
                </a:tc>
                <a:tc>
                  <a:txBody>
                    <a:bodyPr/>
                    <a:lstStyle/>
                    <a:p>
                      <a:r>
                        <a:rPr sz="1575" b="1">
                          <a:solidFill>
                            <a:srgbClr val="758099"/>
                          </a:solidFill>
                          <a:latin typeface="Helvetica Neue"/>
                          <a:ea typeface="Helvetica Neue"/>
                          <a:cs typeface="Helvetica Neue"/>
                        </a:rPr>
                        <a:t>Медиана замера</a:t>
                      </a:r>
                    </a:p>
                  </a:txBody>
                  <a:tcPr marL="171450" marR="152400" marT="38100" marB="38100" anchor="ctr">
                    <a:lnR w="6668">
                      <a:solidFill>
                        <a:srgbClr val="DFE5F2"/>
                      </a:solidFill>
                      <a:prstDash val="solid"/>
                    </a:lnR>
                    <a:lnT w="6668">
                      <a:solidFill>
                        <a:srgbClr val="DFE5F2"/>
                      </a:solidFill>
                      <a:prstDash val="solid"/>
                    </a:lnT>
                    <a:lnB w="6668">
                      <a:solidFill>
                        <a:srgbClr val="DFE5F2"/>
                      </a:solidFill>
                      <a:prstDash val="solid"/>
                    </a:lnB>
                    <a:solidFill>
                      <a:srgbClr val="F6F7FC"/>
                    </a:solidFill>
                  </a:tcPr>
                </a:tc>
              </a:tr>
              <a:tr h="552450">
                <a:tc>
                  <a:txBody>
                    <a:bodyPr/>
                    <a:lstStyle/>
                    <a:p>
                      <a:r>
                        <a:rPr sz="1650">
                          <a:solidFill>
                            <a:srgbClr val="292D42"/>
                          </a:solidFill>
                          <a:latin typeface="Helvetica Neue"/>
                          <a:ea typeface="Helvetica Neue"/>
                          <a:cs typeface="Helvetica Neue"/>
                        </a:rPr>
                        <a:t>Карта и назначения</a:t>
                      </a:r>
                    </a:p>
                  </a:txBody>
                  <a:tcPr marL="171450" marR="152400" marT="38100" marB="38100" anchor="ctr">
                    <a:lnL w="6668">
                      <a:solidFill>
                        <a:srgbClr val="DFE5F2"/>
                      </a:solidFill>
                      <a:prstDash val="solid"/>
                    </a:lnL>
                    <a:lnR w="6668">
                      <a:solidFill>
                        <a:srgbClr val="DFE5F2"/>
                      </a:solidFill>
                      <a:prstDash val="solid"/>
                    </a:lnR>
                    <a:lnB w="6668">
                      <a:solidFill>
                        <a:srgbClr val="DFE5F2"/>
                      </a:solidFill>
                      <a:prstDash val="solid"/>
                    </a:lnB>
                    <a:solidFill>
                      <a:srgbClr val="FFFFFF"/>
                    </a:solidFill>
                  </a:tcPr>
                </a:tc>
                <a:tc>
                  <a:txBody>
                    <a:bodyPr/>
                    <a:lstStyle/>
                    <a:p>
                      <a:r>
                        <a:rPr sz="1650">
                          <a:solidFill>
                            <a:srgbClr val="292D42"/>
                          </a:solidFill>
                          <a:latin typeface="Helvetica Neue"/>
                          <a:ea typeface="Helvetica Neue"/>
                          <a:cs typeface="Helvetica Neue"/>
                        </a:rPr>
                        <a:t>Анамнез и лечение в одной истории</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c>
                  <a:txBody>
                    <a:bodyPr/>
                    <a:lstStyle/>
                    <a:p>
                      <a:r>
                        <a:rPr sz="1500" b="1">
                          <a:solidFill>
                            <a:srgbClr val="315FD1"/>
                          </a:solidFill>
                          <a:latin typeface="Helvetica Neue"/>
                          <a:ea typeface="Helvetica Neue"/>
                          <a:cs typeface="Helvetica Neue"/>
                        </a:rPr>
                        <a:t>3,1 мс</a:t>
                      </a:r>
                    </a:p>
                    <a:p>
                      <a:r>
                        <a:rPr sz="1500" b="1">
                          <a:solidFill>
                            <a:srgbClr val="315FD1"/>
                          </a:solidFill>
                          <a:latin typeface="Helvetica Neue"/>
                          <a:ea typeface="Helvetica Neue"/>
                          <a:cs typeface="Helvetica Neue"/>
                        </a:rPr>
                        <a:t>получение карты</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r>
              <a:tr h="552450">
                <a:tc>
                  <a:txBody>
                    <a:bodyPr/>
                    <a:lstStyle/>
                    <a:p>
                      <a:r>
                        <a:rPr sz="1650">
                          <a:solidFill>
                            <a:srgbClr val="292D42"/>
                          </a:solidFill>
                          <a:latin typeface="Helvetica Neue"/>
                          <a:ea typeface="Helvetica Neue"/>
                          <a:cs typeface="Helvetica Neue"/>
                        </a:rPr>
                        <a:t>Дневник и анкеты</a:t>
                      </a:r>
                    </a:p>
                  </a:txBody>
                  <a:tcPr marL="171450" marR="152400" marT="38100" marB="38100" anchor="ctr">
                    <a:lnL w="6668">
                      <a:solidFill>
                        <a:srgbClr val="DFE5F2"/>
                      </a:solidFill>
                      <a:prstDash val="solid"/>
                    </a:lnL>
                    <a:lnR w="6668">
                      <a:solidFill>
                        <a:srgbClr val="DFE5F2"/>
                      </a:solidFill>
                      <a:prstDash val="solid"/>
                    </a:lnR>
                    <a:lnB w="6668">
                      <a:solidFill>
                        <a:srgbClr val="DFE5F2"/>
                      </a:solidFill>
                      <a:prstDash val="solid"/>
                    </a:lnB>
                    <a:solidFill>
                      <a:srgbClr val="FFFFFF"/>
                    </a:solidFill>
                  </a:tcPr>
                </a:tc>
                <a:tc>
                  <a:txBody>
                    <a:bodyPr/>
                    <a:lstStyle/>
                    <a:p>
                      <a:r>
                        <a:rPr sz="1650">
                          <a:solidFill>
                            <a:srgbClr val="292D42"/>
                          </a:solidFill>
                          <a:latin typeface="Helvetica Neue"/>
                          <a:ea typeface="Helvetica Neue"/>
                          <a:cs typeface="Helvetica Neue"/>
                        </a:rPr>
                        <a:t>Динамика состояния по датам</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c>
                  <a:txBody>
                    <a:bodyPr/>
                    <a:lstStyle/>
                    <a:p>
                      <a:r>
                        <a:rPr sz="1500" b="1">
                          <a:solidFill>
                            <a:srgbClr val="315FD1"/>
                          </a:solidFill>
                          <a:latin typeface="Helvetica Neue"/>
                          <a:ea typeface="Helvetica Neue"/>
                          <a:cs typeface="Helvetica Neue"/>
                        </a:rPr>
                        <a:t>3,4 мс</a:t>
                      </a:r>
                    </a:p>
                    <a:p>
                      <a:r>
                        <a:rPr sz="1500" b="1">
                          <a:solidFill>
                            <a:srgbClr val="315FD1"/>
                          </a:solidFill>
                          <a:latin typeface="Helvetica Neue"/>
                          <a:ea typeface="Helvetica Neue"/>
                          <a:cs typeface="Helvetica Neue"/>
                        </a:rPr>
                        <a:t>получение дневника</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r>
              <a:tr h="552450">
                <a:tc>
                  <a:txBody>
                    <a:bodyPr/>
                    <a:lstStyle/>
                    <a:p>
                      <a:r>
                        <a:rPr sz="1650">
                          <a:solidFill>
                            <a:srgbClr val="292D42"/>
                          </a:solidFill>
                          <a:latin typeface="Helvetica Neue"/>
                          <a:ea typeface="Helvetica Neue"/>
                          <a:cs typeface="Helvetica Neue"/>
                        </a:rPr>
                        <a:t>Сообщения</a:t>
                      </a:r>
                    </a:p>
                  </a:txBody>
                  <a:tcPr marL="171450" marR="152400" marT="38100" marB="38100" anchor="ctr">
                    <a:lnL w="6668">
                      <a:solidFill>
                        <a:srgbClr val="DFE5F2"/>
                      </a:solidFill>
                      <a:prstDash val="solid"/>
                    </a:lnL>
                    <a:lnR w="6668">
                      <a:solidFill>
                        <a:srgbClr val="DFE5F2"/>
                      </a:solidFill>
                      <a:prstDash val="solid"/>
                    </a:lnR>
                    <a:lnB w="6668">
                      <a:solidFill>
                        <a:srgbClr val="DFE5F2"/>
                      </a:solidFill>
                      <a:prstDash val="solid"/>
                    </a:lnB>
                    <a:solidFill>
                      <a:srgbClr val="FFFFFF"/>
                    </a:solidFill>
                  </a:tcPr>
                </a:tc>
                <a:tc>
                  <a:txBody>
                    <a:bodyPr/>
                    <a:lstStyle/>
                    <a:p>
                      <a:r>
                        <a:rPr sz="1650">
                          <a:solidFill>
                            <a:srgbClr val="292D42"/>
                          </a:solidFill>
                          <a:latin typeface="Helvetica Neue"/>
                          <a:ea typeface="Helvetica Neue"/>
                          <a:cs typeface="Helvetica Neue"/>
                        </a:rPr>
                        <a:t>История обсуждений с пациентом</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c>
                  <a:txBody>
                    <a:bodyPr/>
                    <a:lstStyle/>
                    <a:p>
                      <a:r>
                        <a:rPr sz="1500" b="1">
                          <a:solidFill>
                            <a:srgbClr val="315FD1"/>
                          </a:solidFill>
                          <a:latin typeface="Helvetica Neue"/>
                          <a:ea typeface="Helvetica Neue"/>
                          <a:cs typeface="Helvetica Neue"/>
                        </a:rPr>
                        <a:t>3,3 мс</a:t>
                      </a:r>
                    </a:p>
                    <a:p>
                      <a:r>
                        <a:rPr sz="1500" b="1">
                          <a:solidFill>
                            <a:srgbClr val="315FD1"/>
                          </a:solidFill>
                          <a:latin typeface="Helvetica Neue"/>
                          <a:ea typeface="Helvetica Neue"/>
                          <a:cs typeface="Helvetica Neue"/>
                        </a:rPr>
                        <a:t>получение истории</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r>
              <a:tr h="552450">
                <a:tc>
                  <a:txBody>
                    <a:bodyPr/>
                    <a:lstStyle/>
                    <a:p>
                      <a:r>
                        <a:rPr sz="1650">
                          <a:solidFill>
                            <a:srgbClr val="292D42"/>
                          </a:solidFill>
                          <a:latin typeface="Helvetica Neue"/>
                          <a:ea typeface="Helvetica Neue"/>
                          <a:cs typeface="Helvetica Neue"/>
                        </a:rPr>
                        <a:t>Контроль риска</a:t>
                      </a:r>
                    </a:p>
                  </a:txBody>
                  <a:tcPr marL="171450" marR="152400" marT="38100" marB="38100" anchor="ctr">
                    <a:lnL w="6668">
                      <a:solidFill>
                        <a:srgbClr val="DFE5F2"/>
                      </a:solidFill>
                      <a:prstDash val="solid"/>
                    </a:lnL>
                    <a:lnR w="6668">
                      <a:solidFill>
                        <a:srgbClr val="DFE5F2"/>
                      </a:solidFill>
                      <a:prstDash val="solid"/>
                    </a:lnR>
                    <a:lnB w="6668">
                      <a:solidFill>
                        <a:srgbClr val="DFE5F2"/>
                      </a:solidFill>
                      <a:prstDash val="solid"/>
                    </a:lnB>
                    <a:solidFill>
                      <a:srgbClr val="FFFFFF"/>
                    </a:solidFill>
                  </a:tcPr>
                </a:tc>
                <a:tc>
                  <a:txBody>
                    <a:bodyPr/>
                    <a:lstStyle/>
                    <a:p>
                      <a:r>
                        <a:rPr sz="1650">
                          <a:solidFill>
                            <a:srgbClr val="292D42"/>
                          </a:solidFill>
                          <a:latin typeface="Helvetica Neue"/>
                          <a:ea typeface="Helvetica Neue"/>
                          <a:cs typeface="Helvetica Neue"/>
                        </a:rPr>
                        <a:t>Проверка записи и очередь описания</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c>
                  <a:txBody>
                    <a:bodyPr/>
                    <a:lstStyle/>
                    <a:p>
                      <a:r>
                        <a:rPr sz="1500" b="1">
                          <a:solidFill>
                            <a:srgbClr val="315FD1"/>
                          </a:solidFill>
                          <a:latin typeface="Helvetica Neue"/>
                          <a:ea typeface="Helvetica Neue"/>
                          <a:cs typeface="Helvetica Neue"/>
                        </a:rPr>
                        <a:t>6,0 мс</a:t>
                      </a:r>
                    </a:p>
                    <a:p>
                      <a:r>
                        <a:rPr sz="1500" b="1">
                          <a:solidFill>
                            <a:srgbClr val="315FD1"/>
                          </a:solidFill>
                          <a:latin typeface="Helvetica Neue"/>
                          <a:ea typeface="Helvetica Neue"/>
                          <a:cs typeface="Helvetica Neue"/>
                        </a:rPr>
                        <a:t>операция в базе*</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r>
              <a:tr h="552450">
                <a:tc>
                  <a:txBody>
                    <a:bodyPr/>
                    <a:lstStyle/>
                    <a:p>
                      <a:r>
                        <a:rPr sz="1650">
                          <a:solidFill>
                            <a:srgbClr val="292D42"/>
                          </a:solidFill>
                          <a:latin typeface="Helvetica Neue"/>
                          <a:ea typeface="Helvetica Neue"/>
                          <a:cs typeface="Helvetica Neue"/>
                        </a:rPr>
                        <a:t>Описание</a:t>
                      </a:r>
                    </a:p>
                  </a:txBody>
                  <a:tcPr marL="171450" marR="152400" marT="38100" marB="38100" anchor="ctr">
                    <a:lnL w="6668">
                      <a:solidFill>
                        <a:srgbClr val="DFE5F2"/>
                      </a:solidFill>
                      <a:prstDash val="solid"/>
                    </a:lnL>
                    <a:lnR w="6668">
                      <a:solidFill>
                        <a:srgbClr val="DFE5F2"/>
                      </a:solidFill>
                      <a:prstDash val="solid"/>
                    </a:lnR>
                    <a:lnB w="6668">
                      <a:solidFill>
                        <a:srgbClr val="DFE5F2"/>
                      </a:solidFill>
                      <a:prstDash val="solid"/>
                    </a:lnB>
                    <a:solidFill>
                      <a:srgbClr val="FFFFFF"/>
                    </a:solidFill>
                  </a:tcPr>
                </a:tc>
                <a:tc>
                  <a:txBody>
                    <a:bodyPr/>
                    <a:lstStyle/>
                    <a:p>
                      <a:r>
                        <a:rPr sz="1650">
                          <a:solidFill>
                            <a:srgbClr val="292D42"/>
                          </a:solidFill>
                          <a:latin typeface="Helvetica Neue"/>
                          <a:ea typeface="Helvetica Neue"/>
                          <a:cs typeface="Helvetica Neue"/>
                        </a:rPr>
                        <a:t>Материал для проверки перед приёмом</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c>
                  <a:txBody>
                    <a:bodyPr/>
                    <a:lstStyle/>
                    <a:p>
                      <a:r>
                        <a:rPr sz="1500" b="1">
                          <a:solidFill>
                            <a:srgbClr val="315FD1"/>
                          </a:solidFill>
                          <a:latin typeface="Helvetica Neue"/>
                          <a:ea typeface="Helvetica Neue"/>
                          <a:cs typeface="Helvetica Neue"/>
                        </a:rPr>
                        <a:t>26,4 с</a:t>
                      </a:r>
                    </a:p>
                    <a:p>
                      <a:r>
                        <a:rPr sz="1500" b="1">
                          <a:solidFill>
                            <a:srgbClr val="315FD1"/>
                          </a:solidFill>
                          <a:latin typeface="Helvetica Neue"/>
                          <a:ea typeface="Helvetica Neue"/>
                          <a:cs typeface="Helvetica Neue"/>
                        </a:rPr>
                        <a:t>попытка создания**</a:t>
                      </a:r>
                    </a:p>
                  </a:txBody>
                  <a:tcPr marL="171450" marR="152400" marT="38100" marB="38100" anchor="ctr">
                    <a:lnR w="6668">
                      <a:solidFill>
                        <a:srgbClr val="DFE5F2"/>
                      </a:solidFill>
                      <a:prstDash val="solid"/>
                    </a:lnR>
                    <a:lnB w="6668">
                      <a:solidFill>
                        <a:srgbClr val="DFE5F2"/>
                      </a:solidFill>
                      <a:prstDash val="solid"/>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9F32C363-F844-4428-8D85-C295516FEC05}"/>
              </a:ext>
            </a:extLst>
          </p:cNvPr>
          <p:cNvSpPr>
            <a:spLocks xmlns:a="http://schemas.openxmlformats.org/drawingml/2006/main" noGrp="1"/>
          </p:cNvSpPr>
          <p:nvPr/>
        </p:nvSpPr>
        <p:spPr>
          <a:xfrm xmlns:a="http://schemas.openxmlformats.org/drawingml/2006/main">
            <a:off x="571500" y="592455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ADC5FF"/>
                </a:solidFill>
                <a:latin typeface="Helvetica Neue"/>
                <a:ea typeface="Helvetica Neue"/>
                <a:cs typeface="Helvetica Neue"/>
              </a:defRPr>
            </a:defPPr>
            <a:lvl1pPr>
              <a:defRPr sz="1350" b="0">
                <a:solidFill>
                  <a:srgbClr val="ADC5FF"/>
                </a:solidFill>
                <a:latin typeface="Helvetica Neue"/>
                <a:ea typeface="Helvetica Neue"/>
                <a:cs typeface="Helvetica Neue"/>
              </a:defRPr>
            </a:lvl1pPr>
            <a:lvl2pPr>
              <a:defRPr sz="1350" b="0">
                <a:solidFill>
                  <a:srgbClr val="ADC5FF"/>
                </a:solidFill>
                <a:latin typeface="Helvetica Neue"/>
                <a:ea typeface="Helvetica Neue"/>
                <a:cs typeface="Helvetica Neue"/>
              </a:defRPr>
            </a:lvl2pPr>
            <a:lvl3pPr>
              <a:defRPr sz="1350" b="0">
                <a:solidFill>
                  <a:srgbClr val="ADC5FF"/>
                </a:solidFill>
                <a:latin typeface="Helvetica Neue"/>
                <a:ea typeface="Helvetica Neue"/>
                <a:cs typeface="Helvetica Neue"/>
              </a:defRPr>
            </a:lvl3pPr>
            <a:lvl4pPr>
              <a:defRPr sz="1350" b="0">
                <a:solidFill>
                  <a:srgbClr val="ADC5FF"/>
                </a:solidFill>
                <a:latin typeface="Helvetica Neue"/>
                <a:ea typeface="Helvetica Neue"/>
                <a:cs typeface="Helvetica Neue"/>
              </a:defRPr>
            </a:lvl4pPr>
            <a:lvl5pPr>
              <a:defRPr sz="1350" b="0">
                <a:solidFill>
                  <a:srgbClr val="ADC5FF"/>
                </a:solidFill>
                <a:latin typeface="Helvetica Neue"/>
                <a:ea typeface="Helvetica Neue"/>
                <a:cs typeface="Helvetica Neue"/>
              </a:defRPr>
            </a:lvl5pPr>
            <a:lvl6pPr>
              <a:defRPr sz="1350" b="0">
                <a:solidFill>
                  <a:srgbClr val="ADC5FF"/>
                </a:solidFill>
                <a:latin typeface="Helvetica Neue"/>
                <a:ea typeface="Helvetica Neue"/>
                <a:cs typeface="Helvetica Neue"/>
              </a:defRPr>
            </a:lvl6pPr>
            <a:lvl7pPr>
              <a:defRPr sz="1350" b="0">
                <a:solidFill>
                  <a:srgbClr val="ADC5FF"/>
                </a:solidFill>
                <a:latin typeface="Helvetica Neue"/>
                <a:ea typeface="Helvetica Neue"/>
                <a:cs typeface="Helvetica Neue"/>
              </a:defRPr>
            </a:lvl7pPr>
            <a:lvl8pPr>
              <a:defRPr sz="1350" b="0">
                <a:solidFill>
                  <a:srgbClr val="ADC5FF"/>
                </a:solidFill>
                <a:latin typeface="Helvetica Neue"/>
                <a:ea typeface="Helvetica Neue"/>
                <a:cs typeface="Helvetica Neue"/>
              </a:defRPr>
            </a:lvl8pPr>
            <a:lvl9pPr>
              <a:defRPr sz="1350" b="0">
                <a:solidFill>
                  <a:srgbClr val="ADC5FF"/>
                </a:solidFill>
                <a:latin typeface="Helvetica Neue"/>
                <a:ea typeface="Helvetica Neue"/>
                <a:cs typeface="Helvetica Neue"/>
              </a:defRPr>
            </a:lvl9pPr>
          </a:lstStyle>
          <a:p xmlns:a="http://schemas.openxmlformats.org/drawingml/2006/main">
            <a:pPr>
              <a:defRPr sz="1350" b="0">
                <a:solidFill>
                  <a:srgbClr val="ADC5FF"/>
                </a:solidFill>
                <a:latin typeface="Helvetica Neue"/>
                <a:ea typeface="Helvetica Neue"/>
                <a:cs typeface="Helvetica Neue"/>
              </a:defRPr>
            </a:pPr>
            <a:r>
              <a:rPr sz="1350" b="0">
                <a:solidFill>
                  <a:srgbClr val="ADC5FF"/>
                </a:solidFill>
                <a:latin typeface="Helvetica Neue"/>
                <a:ea typeface="Helvetica Neue"/>
                <a:cs typeface="Helvetica Neue"/>
              </a:rPr>
              <a:t>Apple M3 Pro, 18 ГБ. По 10 повторов ответа сервера без отрисовки, 3 попытки описания.</a:t>
            </a:r>
          </a:p>
        </p:txBody>
      </p:sp>
      <p:sp>
        <p:nvSpPr>
          <p:cNvPr id="10" name="">
            <a:extLst xmlns:a="http://schemas.openxmlformats.org/drawingml/2006/main">
              <a:ext uri="{FF2B5EF4-FFF2-40B4-BE49-F238E27FC236}">
                <a16:creationId xmlns:a16="http://schemas.microsoft.com/office/drawing/2014/main" id="{CEEB51EC-2284-47D1-922B-F630E6CF59D7}"/>
              </a:ext>
            </a:extLst>
          </p:cNvPr>
          <p:cNvSpPr>
            <a:spLocks xmlns:a="http://schemas.openxmlformats.org/drawingml/2006/main" noGrp="1"/>
          </p:cNvSpPr>
          <p:nvPr/>
        </p:nvSpPr>
        <p:spPr>
          <a:xfrm xmlns:a="http://schemas.openxmlformats.org/drawingml/2006/main">
            <a:off x="571500" y="61912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ADC5FF"/>
                </a:solidFill>
                <a:latin typeface="Helvetica Neue"/>
                <a:ea typeface="Helvetica Neue"/>
                <a:cs typeface="Helvetica Neue"/>
              </a:defRPr>
            </a:defPPr>
            <a:lvl1pPr>
              <a:defRPr sz="1350" b="0">
                <a:solidFill>
                  <a:srgbClr val="ADC5FF"/>
                </a:solidFill>
                <a:latin typeface="Helvetica Neue"/>
                <a:ea typeface="Helvetica Neue"/>
                <a:cs typeface="Helvetica Neue"/>
              </a:defRPr>
            </a:lvl1pPr>
            <a:lvl2pPr>
              <a:defRPr sz="1350" b="0">
                <a:solidFill>
                  <a:srgbClr val="ADC5FF"/>
                </a:solidFill>
                <a:latin typeface="Helvetica Neue"/>
                <a:ea typeface="Helvetica Neue"/>
                <a:cs typeface="Helvetica Neue"/>
              </a:defRPr>
            </a:lvl2pPr>
            <a:lvl3pPr>
              <a:defRPr sz="1350" b="0">
                <a:solidFill>
                  <a:srgbClr val="ADC5FF"/>
                </a:solidFill>
                <a:latin typeface="Helvetica Neue"/>
                <a:ea typeface="Helvetica Neue"/>
                <a:cs typeface="Helvetica Neue"/>
              </a:defRPr>
            </a:lvl3pPr>
            <a:lvl4pPr>
              <a:defRPr sz="1350" b="0">
                <a:solidFill>
                  <a:srgbClr val="ADC5FF"/>
                </a:solidFill>
                <a:latin typeface="Helvetica Neue"/>
                <a:ea typeface="Helvetica Neue"/>
                <a:cs typeface="Helvetica Neue"/>
              </a:defRPr>
            </a:lvl4pPr>
            <a:lvl5pPr>
              <a:defRPr sz="1350" b="0">
                <a:solidFill>
                  <a:srgbClr val="ADC5FF"/>
                </a:solidFill>
                <a:latin typeface="Helvetica Neue"/>
                <a:ea typeface="Helvetica Neue"/>
                <a:cs typeface="Helvetica Neue"/>
              </a:defRPr>
            </a:lvl5pPr>
            <a:lvl6pPr>
              <a:defRPr sz="1350" b="0">
                <a:solidFill>
                  <a:srgbClr val="ADC5FF"/>
                </a:solidFill>
                <a:latin typeface="Helvetica Neue"/>
                <a:ea typeface="Helvetica Neue"/>
                <a:cs typeface="Helvetica Neue"/>
              </a:defRPr>
            </a:lvl6pPr>
            <a:lvl7pPr>
              <a:defRPr sz="1350" b="0">
                <a:solidFill>
                  <a:srgbClr val="ADC5FF"/>
                </a:solidFill>
                <a:latin typeface="Helvetica Neue"/>
                <a:ea typeface="Helvetica Neue"/>
                <a:cs typeface="Helvetica Neue"/>
              </a:defRPr>
            </a:lvl7pPr>
            <a:lvl8pPr>
              <a:defRPr sz="1350" b="0">
                <a:solidFill>
                  <a:srgbClr val="ADC5FF"/>
                </a:solidFill>
                <a:latin typeface="Helvetica Neue"/>
                <a:ea typeface="Helvetica Neue"/>
                <a:cs typeface="Helvetica Neue"/>
              </a:defRPr>
            </a:lvl8pPr>
            <a:lvl9pPr>
              <a:defRPr sz="1350" b="0">
                <a:solidFill>
                  <a:srgbClr val="ADC5FF"/>
                </a:solidFill>
                <a:latin typeface="Helvetica Neue"/>
                <a:ea typeface="Helvetica Neue"/>
                <a:cs typeface="Helvetica Neue"/>
              </a:defRPr>
            </a:lvl9pPr>
          </a:lstStyle>
          <a:p xmlns:a="http://schemas.openxmlformats.org/drawingml/2006/main">
            <a:pPr>
              <a:defRPr sz="1350" b="0">
                <a:solidFill>
                  <a:srgbClr val="ADC5FF"/>
                </a:solidFill>
                <a:latin typeface="Helvetica Neue"/>
                <a:ea typeface="Helvetica Neue"/>
                <a:cs typeface="Helvetica Neue"/>
              </a:defRPr>
            </a:pPr>
            <a:r>
              <a:rPr sz="1350" b="0">
                <a:solidFill>
                  <a:srgbClr val="ADC5FF"/>
                </a:solidFill>
                <a:latin typeface="Helvetica Neue"/>
                <a:ea typeface="Helvetica Neue"/>
                <a:cs typeface="Helvetica Neue"/>
              </a:rPr>
              <a:t>* Без окончательной фиксации в базе. ** Без ожидания очереди и поиска по базе знаний.</a:t>
            </a:r>
          </a:p>
        </p:txBody>
      </p:sp>
      <p:sp>
        <p:nvSpPr>
          <p:cNvPr id="11" name="">
            <a:extLst xmlns:a="http://schemas.openxmlformats.org/drawingml/2006/main">
              <a:ext uri="{FF2B5EF4-FFF2-40B4-BE49-F238E27FC236}">
                <a16:creationId xmlns:a16="http://schemas.microsoft.com/office/drawing/2014/main" id="{713DA9E2-B874-414F-8D3B-BE5B6A3A4778}"/>
              </a:ext>
            </a:extLst>
          </p:cNvPr>
          <p:cNvSpPr>
            <a:spLocks xmlns:a="http://schemas.openxmlformats.org/drawingml/2006/main" noGrp="1"/>
          </p:cNvSpPr>
          <p:nvPr/>
        </p:nvSpPr>
        <p:spPr>
          <a:xfrm xmlns:a="http://schemas.openxmlformats.org/drawingml/2006/main">
            <a:off x="571500" y="643890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ADC5FF"/>
                </a:solidFill>
                <a:latin typeface="Helvetica Neue"/>
                <a:ea typeface="Helvetica Neue"/>
                <a:cs typeface="Helvetica Neue"/>
              </a:defRPr>
            </a:defPPr>
            <a:lvl1pPr>
              <a:defRPr sz="1350" b="0">
                <a:solidFill>
                  <a:srgbClr val="ADC5FF"/>
                </a:solidFill>
                <a:latin typeface="Helvetica Neue"/>
                <a:ea typeface="Helvetica Neue"/>
                <a:cs typeface="Helvetica Neue"/>
              </a:defRPr>
            </a:lvl1pPr>
            <a:lvl2pPr>
              <a:defRPr sz="1350" b="0">
                <a:solidFill>
                  <a:srgbClr val="ADC5FF"/>
                </a:solidFill>
                <a:latin typeface="Helvetica Neue"/>
                <a:ea typeface="Helvetica Neue"/>
                <a:cs typeface="Helvetica Neue"/>
              </a:defRPr>
            </a:lvl2pPr>
            <a:lvl3pPr>
              <a:defRPr sz="1350" b="0">
                <a:solidFill>
                  <a:srgbClr val="ADC5FF"/>
                </a:solidFill>
                <a:latin typeface="Helvetica Neue"/>
                <a:ea typeface="Helvetica Neue"/>
                <a:cs typeface="Helvetica Neue"/>
              </a:defRPr>
            </a:lvl3pPr>
            <a:lvl4pPr>
              <a:defRPr sz="1350" b="0">
                <a:solidFill>
                  <a:srgbClr val="ADC5FF"/>
                </a:solidFill>
                <a:latin typeface="Helvetica Neue"/>
                <a:ea typeface="Helvetica Neue"/>
                <a:cs typeface="Helvetica Neue"/>
              </a:defRPr>
            </a:lvl4pPr>
            <a:lvl5pPr>
              <a:defRPr sz="1350" b="0">
                <a:solidFill>
                  <a:srgbClr val="ADC5FF"/>
                </a:solidFill>
                <a:latin typeface="Helvetica Neue"/>
                <a:ea typeface="Helvetica Neue"/>
                <a:cs typeface="Helvetica Neue"/>
              </a:defRPr>
            </a:lvl5pPr>
            <a:lvl6pPr>
              <a:defRPr sz="1350" b="0">
                <a:solidFill>
                  <a:srgbClr val="ADC5FF"/>
                </a:solidFill>
                <a:latin typeface="Helvetica Neue"/>
                <a:ea typeface="Helvetica Neue"/>
                <a:cs typeface="Helvetica Neue"/>
              </a:defRPr>
            </a:lvl6pPr>
            <a:lvl7pPr>
              <a:defRPr sz="1350" b="0">
                <a:solidFill>
                  <a:srgbClr val="ADC5FF"/>
                </a:solidFill>
                <a:latin typeface="Helvetica Neue"/>
                <a:ea typeface="Helvetica Neue"/>
                <a:cs typeface="Helvetica Neue"/>
              </a:defRPr>
            </a:lvl7pPr>
            <a:lvl8pPr>
              <a:defRPr sz="1350" b="0">
                <a:solidFill>
                  <a:srgbClr val="ADC5FF"/>
                </a:solidFill>
                <a:latin typeface="Helvetica Neue"/>
                <a:ea typeface="Helvetica Neue"/>
                <a:cs typeface="Helvetica Neue"/>
              </a:defRPr>
            </a:lvl8pPr>
            <a:lvl9pPr>
              <a:defRPr sz="1350" b="0">
                <a:solidFill>
                  <a:srgbClr val="ADC5FF"/>
                </a:solidFill>
                <a:latin typeface="Helvetica Neue"/>
                <a:ea typeface="Helvetica Neue"/>
                <a:cs typeface="Helvetica Neue"/>
              </a:defRPr>
            </a:lvl9pPr>
          </a:lstStyle>
          <a:p xmlns:a="http://schemas.openxmlformats.org/drawingml/2006/main">
            <a:pPr>
              <a:defRPr sz="1350" b="0">
                <a:solidFill>
                  <a:srgbClr val="ADC5FF"/>
                </a:solidFill>
                <a:latin typeface="Helvetica Neue"/>
                <a:ea typeface="Helvetica Neue"/>
                <a:cs typeface="Helvetica Neue"/>
              </a:defRPr>
            </a:pPr>
            <a:r>
              <a:rPr sz="1350" b="0">
                <a:solidFill>
                  <a:srgbClr val="ADC5FF"/>
                </a:solidFill>
                <a:latin typeface="Helvetica Neue"/>
                <a:ea typeface="Helvetica Neue"/>
                <a:cs typeface="Helvetica Neue"/>
              </a:rPr>
              <a:t>Автоматические проверки содержания прошли 2 из 3 описаний. Это не врачебная оценка.</a:t>
            </a:r>
          </a:p>
        </p:txBody>
      </p:sp>
    </p:spTree>
    <p:extLst>
      <p:ext uri="{BB962C8B-B14F-4D97-AF65-F5344CB8AC3E}">
        <p14:creationId xmlns:p14="http://schemas.microsoft.com/office/powerpoint/2010/main" val="1113107217"/>
      </p:ext>
    </p:extLst>
  </p:cSld>
</p:sld>
</file>

<file path=ppt/slides/slide8.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A3A2A81-E60A-41CA-8CEB-32BD931ECC6D}"/>
              </a:ext>
            </a:extLst>
          </p:cNvPr>
          <p:cNvSpPr>
            <a:spLocks xmlns:a="http://schemas.openxmlformats.org/drawingml/2006/main" noGrp="1"/>
          </p:cNvSpPr>
          <p:nvPr/>
        </p:nvSpPr>
        <p:spPr>
          <a:xfrm xmlns:a="http://schemas.openxmlformats.org/drawingml/2006/main">
            <a:off x="381000" y="247650"/>
            <a:ext cx="114300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AC829E65-208C-4BCB-A7A9-CC642BF17BDB}"/>
              </a:ext>
            </a:extLst>
          </p:cNvPr>
          <p:cNvPicPr>
            <a:picLocks xmlns:a="http://schemas.openxmlformats.org/drawingml/2006/main" noChangeAspect="1"/>
          </p:cNvPicPr>
          <p:nvPr/>
        </p:nvPicPr>
        <p:blipFill>
          <a:blip xmlns:r="http://schemas.openxmlformats.org/officeDocument/2006/relationships" xmlns:a="http://schemas.openxmlformats.org/drawingml/2006/main" r:embed="Rd5338515475a47be">
            <a:extLst>
              <a:ext uri="{96DAC541-7B7A-43D3-8B79-37D633B846F1}">
                <asvg:svgBlip xmlns:asvg="http://schemas.microsoft.com/office/drawing/2016/SVG/main" r:embed="R110c24979c194ed0"/>
              </a:ext>
            </a:extLst>
          </a:blip>
          <a:stretch xmlns:a="http://schemas.openxmlformats.org/drawingml/2006/main"/>
        </p:blipFill>
        <p:spPr>
          <a:xfrm xmlns:a="http://schemas.openxmlformats.org/drawingml/2006/main">
            <a:off x="523875" y="352425"/>
            <a:ext cx="41910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5570123-F644-423F-825D-108A1A52F82F}"/>
              </a:ext>
            </a:extLst>
          </p:cNvPr>
          <p:cNvSpPr>
            <a:spLocks xmlns:a="http://schemas.openxmlformats.org/drawingml/2006/main" noGrp="1"/>
          </p:cNvSpPr>
          <p:nvPr/>
        </p:nvSpPr>
        <p:spPr>
          <a:xfrm xmlns:a="http://schemas.openxmlformats.org/drawingml/2006/main">
            <a:off x="1066800" y="409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292D42"/>
                </a:solidFill>
                <a:latin typeface="Helvetica Neue"/>
                <a:ea typeface="Helvetica Neue"/>
                <a:cs typeface="Helvetica Neue"/>
              </a:defRPr>
            </a:defPPr>
            <a:lvl1pPr>
              <a:defRPr sz="1950" b="1">
                <a:solidFill>
                  <a:srgbClr val="292D42"/>
                </a:solidFill>
                <a:latin typeface="Helvetica Neue"/>
                <a:ea typeface="Helvetica Neue"/>
                <a:cs typeface="Helvetica Neue"/>
              </a:defRPr>
            </a:lvl1pPr>
            <a:lvl2pPr>
              <a:defRPr sz="1950" b="1">
                <a:solidFill>
                  <a:srgbClr val="292D42"/>
                </a:solidFill>
                <a:latin typeface="Helvetica Neue"/>
                <a:ea typeface="Helvetica Neue"/>
                <a:cs typeface="Helvetica Neue"/>
              </a:defRPr>
            </a:lvl2pPr>
            <a:lvl3pPr>
              <a:defRPr sz="1950" b="1">
                <a:solidFill>
                  <a:srgbClr val="292D42"/>
                </a:solidFill>
                <a:latin typeface="Helvetica Neue"/>
                <a:ea typeface="Helvetica Neue"/>
                <a:cs typeface="Helvetica Neue"/>
              </a:defRPr>
            </a:lvl3pPr>
            <a:lvl4pPr>
              <a:defRPr sz="1950" b="1">
                <a:solidFill>
                  <a:srgbClr val="292D42"/>
                </a:solidFill>
                <a:latin typeface="Helvetica Neue"/>
                <a:ea typeface="Helvetica Neue"/>
                <a:cs typeface="Helvetica Neue"/>
              </a:defRPr>
            </a:lvl4pPr>
            <a:lvl5pPr>
              <a:defRPr sz="1950" b="1">
                <a:solidFill>
                  <a:srgbClr val="292D42"/>
                </a:solidFill>
                <a:latin typeface="Helvetica Neue"/>
                <a:ea typeface="Helvetica Neue"/>
                <a:cs typeface="Helvetica Neue"/>
              </a:defRPr>
            </a:lvl5pPr>
            <a:lvl6pPr>
              <a:defRPr sz="1950" b="1">
                <a:solidFill>
                  <a:srgbClr val="292D42"/>
                </a:solidFill>
                <a:latin typeface="Helvetica Neue"/>
                <a:ea typeface="Helvetica Neue"/>
                <a:cs typeface="Helvetica Neue"/>
              </a:defRPr>
            </a:lvl6pPr>
            <a:lvl7pPr>
              <a:defRPr sz="1950" b="1">
                <a:solidFill>
                  <a:srgbClr val="292D42"/>
                </a:solidFill>
                <a:latin typeface="Helvetica Neue"/>
                <a:ea typeface="Helvetica Neue"/>
                <a:cs typeface="Helvetica Neue"/>
              </a:defRPr>
            </a:lvl7pPr>
            <a:lvl8pPr>
              <a:defRPr sz="1950" b="1">
                <a:solidFill>
                  <a:srgbClr val="292D42"/>
                </a:solidFill>
                <a:latin typeface="Helvetica Neue"/>
                <a:ea typeface="Helvetica Neue"/>
                <a:cs typeface="Helvetica Neue"/>
              </a:defRPr>
            </a:lvl8pPr>
            <a:lvl9pPr>
              <a:defRPr sz="1950" b="1">
                <a:solidFill>
                  <a:srgbClr val="292D42"/>
                </a:solidFill>
                <a:latin typeface="Helvetica Neue"/>
                <a:ea typeface="Helvetica Neue"/>
                <a:cs typeface="Helvetica Neue"/>
              </a:defRPr>
            </a:lvl9pPr>
          </a:lstStyle>
          <a:p xmlns:a="http://schemas.openxmlformats.org/drawingml/2006/main">
            <a:pPr>
              <a:defRPr sz="1950" b="1">
                <a:solidFill>
                  <a:srgbClr val="292D42"/>
                </a:solidFill>
                <a:latin typeface="Helvetica Neue"/>
                <a:ea typeface="Helvetica Neue"/>
                <a:cs typeface="Helvetica Neue"/>
              </a:defRPr>
            </a:pPr>
            <a:r>
              <a:rPr sz="1950" b="1">
                <a:solidFill>
                  <a:srgbClr val="292D42"/>
                </a:solidFill>
                <a:latin typeface="Helvetica Neue"/>
                <a:ea typeface="Helvetica Neue"/>
                <a:cs typeface="Helvetica Neue"/>
              </a:rPr>
              <a:t>Clinical Compass</a:t>
            </a:r>
          </a:p>
        </p:txBody>
      </p:sp>
      <p:sp>
        <p:nvSpPr>
          <p:cNvPr id="4" name="">
            <a:extLst xmlns:a="http://schemas.openxmlformats.org/drawingml/2006/main">
              <a:ext uri="{FF2B5EF4-FFF2-40B4-BE49-F238E27FC236}">
                <a16:creationId xmlns:a16="http://schemas.microsoft.com/office/drawing/2014/main" id="{A9E51D90-8B3F-41CC-81E5-80C829981144}"/>
              </a:ext>
            </a:extLst>
          </p:cNvPr>
          <p:cNvSpPr>
            <a:spLocks xmlns:a="http://schemas.openxmlformats.org/drawingml/2006/main" noGrp="1"/>
          </p:cNvSpPr>
          <p:nvPr/>
        </p:nvSpPr>
        <p:spPr>
          <a:xfrm xmlns:a="http://schemas.openxmlformats.org/drawingml/2006/main">
            <a:off x="7239000" y="428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00" b="0">
                <a:solidFill>
                  <a:srgbClr val="758099"/>
                </a:solidFill>
                <a:latin typeface="Helvetica Neue"/>
                <a:ea typeface="Helvetica Neue"/>
                <a:cs typeface="Helvetica Neue"/>
              </a:defRPr>
            </a:defPPr>
            <a:lvl1pPr algn="r">
              <a:defRPr sz="1500" b="0">
                <a:solidFill>
                  <a:srgbClr val="758099"/>
                </a:solidFill>
                <a:latin typeface="Helvetica Neue"/>
                <a:ea typeface="Helvetica Neue"/>
                <a:cs typeface="Helvetica Neue"/>
              </a:defRPr>
            </a:lvl1pPr>
            <a:lvl2pPr algn="r">
              <a:defRPr sz="1500" b="0">
                <a:solidFill>
                  <a:srgbClr val="758099"/>
                </a:solidFill>
                <a:latin typeface="Helvetica Neue"/>
                <a:ea typeface="Helvetica Neue"/>
                <a:cs typeface="Helvetica Neue"/>
              </a:defRPr>
            </a:lvl2pPr>
            <a:lvl3pPr algn="r">
              <a:defRPr sz="1500" b="0">
                <a:solidFill>
                  <a:srgbClr val="758099"/>
                </a:solidFill>
                <a:latin typeface="Helvetica Neue"/>
                <a:ea typeface="Helvetica Neue"/>
                <a:cs typeface="Helvetica Neue"/>
              </a:defRPr>
            </a:lvl3pPr>
            <a:lvl4pPr algn="r">
              <a:defRPr sz="1500" b="0">
                <a:solidFill>
                  <a:srgbClr val="758099"/>
                </a:solidFill>
                <a:latin typeface="Helvetica Neue"/>
                <a:ea typeface="Helvetica Neue"/>
                <a:cs typeface="Helvetica Neue"/>
              </a:defRPr>
            </a:lvl4pPr>
            <a:lvl5pPr algn="r">
              <a:defRPr sz="1500" b="0">
                <a:solidFill>
                  <a:srgbClr val="758099"/>
                </a:solidFill>
                <a:latin typeface="Helvetica Neue"/>
                <a:ea typeface="Helvetica Neue"/>
                <a:cs typeface="Helvetica Neue"/>
              </a:defRPr>
            </a:lvl5pPr>
            <a:lvl6pPr algn="r">
              <a:defRPr sz="1500" b="0">
                <a:solidFill>
                  <a:srgbClr val="758099"/>
                </a:solidFill>
                <a:latin typeface="Helvetica Neue"/>
                <a:ea typeface="Helvetica Neue"/>
                <a:cs typeface="Helvetica Neue"/>
              </a:defRPr>
            </a:lvl6pPr>
            <a:lvl7pPr algn="r">
              <a:defRPr sz="1500" b="0">
                <a:solidFill>
                  <a:srgbClr val="758099"/>
                </a:solidFill>
                <a:latin typeface="Helvetica Neue"/>
                <a:ea typeface="Helvetica Neue"/>
                <a:cs typeface="Helvetica Neue"/>
              </a:defRPr>
            </a:lvl7pPr>
            <a:lvl8pPr algn="r">
              <a:defRPr sz="1500" b="0">
                <a:solidFill>
                  <a:srgbClr val="758099"/>
                </a:solidFill>
                <a:latin typeface="Helvetica Neue"/>
                <a:ea typeface="Helvetica Neue"/>
                <a:cs typeface="Helvetica Neue"/>
              </a:defRPr>
            </a:lvl8pPr>
            <a:lvl9pPr algn="r">
              <a:defRPr sz="1500" b="0">
                <a:solidFill>
                  <a:srgbClr val="758099"/>
                </a:solidFill>
                <a:latin typeface="Helvetica Neue"/>
                <a:ea typeface="Helvetica Neue"/>
                <a:cs typeface="Helvetica Neue"/>
              </a:defRPr>
            </a:lvl9pPr>
          </a:lstStyle>
          <a:p xmlns:a="http://schemas.openxmlformats.org/drawingml/2006/main">
            <a:pPr algn="r">
              <a:defRPr sz="1500" b="0">
                <a:solidFill>
                  <a:srgbClr val="758099"/>
                </a:solidFill>
                <a:latin typeface="Helvetica Neue"/>
                <a:ea typeface="Helvetica Neue"/>
                <a:cs typeface="Helvetica Neue"/>
              </a:defRPr>
            </a:pPr>
            <a:r>
              <a:rPr sz="1500" b="0">
                <a:solidFill>
                  <a:srgbClr val="758099"/>
                </a:solidFill>
                <a:latin typeface="Helvetica Neue"/>
                <a:ea typeface="Helvetica Neue"/>
                <a:cs typeface="Helvetica Neue"/>
              </a:rPr>
              <a:t>Сигналы риска</a:t>
            </a:r>
          </a:p>
        </p:txBody>
      </p:sp>
      <p:sp>
        <p:nvSpPr>
          <p:cNvPr id="5" name="">
            <a:extLst xmlns:a="http://schemas.openxmlformats.org/drawingml/2006/main">
              <a:ext uri="{FF2B5EF4-FFF2-40B4-BE49-F238E27FC236}">
                <a16:creationId xmlns:a16="http://schemas.microsoft.com/office/drawing/2014/main" id="{897A520A-3F6C-4BE4-9084-55F77B6C2F8C}"/>
              </a:ext>
            </a:extLst>
          </p:cNvPr>
          <p:cNvSpPr>
            <a:spLocks xmlns:a="http://schemas.openxmlformats.org/drawingml/2006/main" noGrp="1"/>
          </p:cNvSpPr>
          <p:nvPr/>
        </p:nvSpPr>
        <p:spPr>
          <a:xfrm xmlns:a="http://schemas.openxmlformats.org/drawingml/2006/main">
            <a:off x="11315700" y="4286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350" b="0">
                <a:solidFill>
                  <a:srgbClr val="758099"/>
                </a:solidFill>
                <a:latin typeface="Helvetica Neue"/>
                <a:ea typeface="Helvetica Neue"/>
                <a:cs typeface="Helvetica Neue"/>
              </a:defRPr>
            </a:defPPr>
            <a:lvl1pPr algn="r">
              <a:defRPr sz="1350" b="0">
                <a:solidFill>
                  <a:srgbClr val="758099"/>
                </a:solidFill>
                <a:latin typeface="Helvetica Neue"/>
                <a:ea typeface="Helvetica Neue"/>
                <a:cs typeface="Helvetica Neue"/>
              </a:defRPr>
            </a:lvl1pPr>
            <a:lvl2pPr algn="r">
              <a:defRPr sz="1350" b="0">
                <a:solidFill>
                  <a:srgbClr val="758099"/>
                </a:solidFill>
                <a:latin typeface="Helvetica Neue"/>
                <a:ea typeface="Helvetica Neue"/>
                <a:cs typeface="Helvetica Neue"/>
              </a:defRPr>
            </a:lvl2pPr>
            <a:lvl3pPr algn="r">
              <a:defRPr sz="1350" b="0">
                <a:solidFill>
                  <a:srgbClr val="758099"/>
                </a:solidFill>
                <a:latin typeface="Helvetica Neue"/>
                <a:ea typeface="Helvetica Neue"/>
                <a:cs typeface="Helvetica Neue"/>
              </a:defRPr>
            </a:lvl3pPr>
            <a:lvl4pPr algn="r">
              <a:defRPr sz="1350" b="0">
                <a:solidFill>
                  <a:srgbClr val="758099"/>
                </a:solidFill>
                <a:latin typeface="Helvetica Neue"/>
                <a:ea typeface="Helvetica Neue"/>
                <a:cs typeface="Helvetica Neue"/>
              </a:defRPr>
            </a:lvl4pPr>
            <a:lvl5pPr algn="r">
              <a:defRPr sz="1350" b="0">
                <a:solidFill>
                  <a:srgbClr val="758099"/>
                </a:solidFill>
                <a:latin typeface="Helvetica Neue"/>
                <a:ea typeface="Helvetica Neue"/>
                <a:cs typeface="Helvetica Neue"/>
              </a:defRPr>
            </a:lvl5pPr>
            <a:lvl6pPr algn="r">
              <a:defRPr sz="1350" b="0">
                <a:solidFill>
                  <a:srgbClr val="758099"/>
                </a:solidFill>
                <a:latin typeface="Helvetica Neue"/>
                <a:ea typeface="Helvetica Neue"/>
                <a:cs typeface="Helvetica Neue"/>
              </a:defRPr>
            </a:lvl6pPr>
            <a:lvl7pPr algn="r">
              <a:defRPr sz="1350" b="0">
                <a:solidFill>
                  <a:srgbClr val="758099"/>
                </a:solidFill>
                <a:latin typeface="Helvetica Neue"/>
                <a:ea typeface="Helvetica Neue"/>
                <a:cs typeface="Helvetica Neue"/>
              </a:defRPr>
            </a:lvl7pPr>
            <a:lvl8pPr algn="r">
              <a:defRPr sz="1350" b="0">
                <a:solidFill>
                  <a:srgbClr val="758099"/>
                </a:solidFill>
                <a:latin typeface="Helvetica Neue"/>
                <a:ea typeface="Helvetica Neue"/>
                <a:cs typeface="Helvetica Neue"/>
              </a:defRPr>
            </a:lvl8pPr>
            <a:lvl9pPr algn="r">
              <a:defRPr sz="1350" b="0">
                <a:solidFill>
                  <a:srgbClr val="758099"/>
                </a:solidFill>
                <a:latin typeface="Helvetica Neue"/>
                <a:ea typeface="Helvetica Neue"/>
                <a:cs typeface="Helvetica Neue"/>
              </a:defRPr>
            </a:lvl9pPr>
          </a:lstStyle>
          <a:p xmlns:a="http://schemas.openxmlformats.org/drawingml/2006/main">
            <a:pPr algn="r">
              <a:defRPr sz="1350" b="0">
                <a:solidFill>
                  <a:srgbClr val="758099"/>
                </a:solidFill>
                <a:latin typeface="Helvetica Neue"/>
                <a:ea typeface="Helvetica Neue"/>
                <a:cs typeface="Helvetica Neue"/>
              </a:defRPr>
            </a:pPr>
            <a:r>
              <a:rPr sz="1350" b="0">
                <a:solidFill>
                  <a:srgbClr val="758099"/>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CB170970-141A-4D75-8B66-E7F917B56A4A}"/>
              </a:ext>
            </a:extLst>
          </p:cNvPr>
          <p:cNvSpPr>
            <a:spLocks xmlns:a="http://schemas.openxmlformats.org/drawingml/2006/main" noGrp="1"/>
          </p:cNvSpPr>
          <p:nvPr/>
        </p:nvSpPr>
        <p:spPr>
          <a:xfrm xmlns:a="http://schemas.openxmlformats.org/drawingml/2006/main">
            <a:off x="533400" y="1190625"/>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75" b="0">
                <a:solidFill>
                  <a:srgbClr val="FFFFFF"/>
                </a:solidFill>
                <a:latin typeface="Helvetica Neue"/>
                <a:ea typeface="Helvetica Neue"/>
                <a:cs typeface="Helvetica Neue"/>
              </a:defRPr>
            </a:defPPr>
            <a:lvl1pPr>
              <a:defRPr sz="3675" b="0">
                <a:solidFill>
                  <a:srgbClr val="FFFFFF"/>
                </a:solidFill>
                <a:latin typeface="Helvetica Neue"/>
                <a:ea typeface="Helvetica Neue"/>
                <a:cs typeface="Helvetica Neue"/>
              </a:defRPr>
            </a:lvl1pPr>
            <a:lvl2pPr>
              <a:defRPr sz="3675" b="0">
                <a:solidFill>
                  <a:srgbClr val="FFFFFF"/>
                </a:solidFill>
                <a:latin typeface="Helvetica Neue"/>
                <a:ea typeface="Helvetica Neue"/>
                <a:cs typeface="Helvetica Neue"/>
              </a:defRPr>
            </a:lvl2pPr>
            <a:lvl3pPr>
              <a:defRPr sz="3675" b="0">
                <a:solidFill>
                  <a:srgbClr val="FFFFFF"/>
                </a:solidFill>
                <a:latin typeface="Helvetica Neue"/>
                <a:ea typeface="Helvetica Neue"/>
                <a:cs typeface="Helvetica Neue"/>
              </a:defRPr>
            </a:lvl3pPr>
            <a:lvl4pPr>
              <a:defRPr sz="3675" b="0">
                <a:solidFill>
                  <a:srgbClr val="FFFFFF"/>
                </a:solidFill>
                <a:latin typeface="Helvetica Neue"/>
                <a:ea typeface="Helvetica Neue"/>
                <a:cs typeface="Helvetica Neue"/>
              </a:defRPr>
            </a:lvl4pPr>
            <a:lvl5pPr>
              <a:defRPr sz="3675" b="0">
                <a:solidFill>
                  <a:srgbClr val="FFFFFF"/>
                </a:solidFill>
                <a:latin typeface="Helvetica Neue"/>
                <a:ea typeface="Helvetica Neue"/>
                <a:cs typeface="Helvetica Neue"/>
              </a:defRPr>
            </a:lvl5pPr>
            <a:lvl6pPr>
              <a:defRPr sz="3675" b="0">
                <a:solidFill>
                  <a:srgbClr val="FFFFFF"/>
                </a:solidFill>
                <a:latin typeface="Helvetica Neue"/>
                <a:ea typeface="Helvetica Neue"/>
                <a:cs typeface="Helvetica Neue"/>
              </a:defRPr>
            </a:lvl6pPr>
            <a:lvl7pPr>
              <a:defRPr sz="3675" b="0">
                <a:solidFill>
                  <a:srgbClr val="FFFFFF"/>
                </a:solidFill>
                <a:latin typeface="Helvetica Neue"/>
                <a:ea typeface="Helvetica Neue"/>
                <a:cs typeface="Helvetica Neue"/>
              </a:defRPr>
            </a:lvl7pPr>
            <a:lvl8pPr>
              <a:defRPr sz="3675" b="0">
                <a:solidFill>
                  <a:srgbClr val="FFFFFF"/>
                </a:solidFill>
                <a:latin typeface="Helvetica Neue"/>
                <a:ea typeface="Helvetica Neue"/>
                <a:cs typeface="Helvetica Neue"/>
              </a:defRPr>
            </a:lvl8pPr>
            <a:lvl9pPr>
              <a:defRPr sz="3675" b="0">
                <a:solidFill>
                  <a:srgbClr val="FFFFFF"/>
                </a:solidFill>
                <a:latin typeface="Helvetica Neue"/>
                <a:ea typeface="Helvetica Neue"/>
                <a:cs typeface="Helvetica Neue"/>
              </a:defRPr>
            </a:lvl9pPr>
          </a:lstStyle>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Сигнал риска не ждёт модель</a:t>
            </a:r>
          </a:p>
        </p:txBody>
      </p:sp>
      <p:sp>
        <p:nvSpPr>
          <p:cNvPr id="7" name="">
            <a:extLst xmlns:a="http://schemas.openxmlformats.org/drawingml/2006/main">
              <a:ext uri="{FF2B5EF4-FFF2-40B4-BE49-F238E27FC236}">
                <a16:creationId xmlns:a16="http://schemas.microsoft.com/office/drawing/2014/main" id="{15C308D0-54F9-4AC0-B616-D8F9CDB4AB62}"/>
              </a:ext>
            </a:extLst>
          </p:cNvPr>
          <p:cNvSpPr>
            <a:spLocks xmlns:a="http://schemas.openxmlformats.org/drawingml/2006/main" noGrp="1"/>
          </p:cNvSpPr>
          <p:nvPr/>
        </p:nvSpPr>
        <p:spPr>
          <a:xfrm xmlns:a="http://schemas.openxmlformats.org/drawingml/2006/main">
            <a:off x="533400" y="2352675"/>
            <a:ext cx="11125200" cy="3619500"/>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8C1A01-0AEF-426E-BDFE-158917943554}"/>
              </a:ext>
            </a:extLst>
          </p:cNvPr>
          <p:cNvSpPr>
            <a:spLocks xmlns:a="http://schemas.openxmlformats.org/drawingml/2006/main" noGrp="1"/>
          </p:cNvSpPr>
          <p:nvPr/>
        </p:nvSpPr>
        <p:spPr>
          <a:xfrm xmlns:a="http://schemas.openxmlformats.org/drawingml/2006/main">
            <a:off x="819150" y="2638425"/>
            <a:ext cx="2000250" cy="323850"/>
          </a:xfrm>
          <a:prstGeom xmlns:a="http://schemas.openxmlformats.org/drawingml/2006/main" prst="roundRect">
            <a:avLst>
              <a:gd name="adj" fmla="val 50000"/>
            </a:avLst>
          </a:prstGeom>
          <a:solidFill xmlns:a="http://schemas.openxmlformats.org/drawingml/2006/main">
            <a:srgbClr val="FBEA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33A858B-3E8A-4036-8DBC-9FCE51EBEDCE}"/>
              </a:ext>
            </a:extLst>
          </p:cNvPr>
          <p:cNvSpPr>
            <a:spLocks xmlns:a="http://schemas.openxmlformats.org/drawingml/2006/main" noGrp="1"/>
          </p:cNvSpPr>
          <p:nvPr/>
        </p:nvSpPr>
        <p:spPr>
          <a:xfrm xmlns:a="http://schemas.openxmlformats.org/drawingml/2006/main">
            <a:off x="952500" y="2686050"/>
            <a:ext cx="1733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BF4842"/>
                </a:solidFill>
                <a:latin typeface="Helvetica Neue"/>
                <a:ea typeface="Helvetica Neue"/>
                <a:cs typeface="Helvetica Neue"/>
              </a:defRPr>
            </a:defPPr>
            <a:lvl1pPr>
              <a:defRPr sz="1350" b="0">
                <a:solidFill>
                  <a:srgbClr val="BF4842"/>
                </a:solidFill>
                <a:latin typeface="Helvetica Neue"/>
                <a:ea typeface="Helvetica Neue"/>
                <a:cs typeface="Helvetica Neue"/>
              </a:defRPr>
            </a:lvl1pPr>
            <a:lvl2pPr>
              <a:defRPr sz="1350" b="0">
                <a:solidFill>
                  <a:srgbClr val="BF4842"/>
                </a:solidFill>
                <a:latin typeface="Helvetica Neue"/>
                <a:ea typeface="Helvetica Neue"/>
                <a:cs typeface="Helvetica Neue"/>
              </a:defRPr>
            </a:lvl2pPr>
            <a:lvl3pPr>
              <a:defRPr sz="1350" b="0">
                <a:solidFill>
                  <a:srgbClr val="BF4842"/>
                </a:solidFill>
                <a:latin typeface="Helvetica Neue"/>
                <a:ea typeface="Helvetica Neue"/>
                <a:cs typeface="Helvetica Neue"/>
              </a:defRPr>
            </a:lvl3pPr>
            <a:lvl4pPr>
              <a:defRPr sz="1350" b="0">
                <a:solidFill>
                  <a:srgbClr val="BF4842"/>
                </a:solidFill>
                <a:latin typeface="Helvetica Neue"/>
                <a:ea typeface="Helvetica Neue"/>
                <a:cs typeface="Helvetica Neue"/>
              </a:defRPr>
            </a:lvl4pPr>
            <a:lvl5pPr>
              <a:defRPr sz="1350" b="0">
                <a:solidFill>
                  <a:srgbClr val="BF4842"/>
                </a:solidFill>
                <a:latin typeface="Helvetica Neue"/>
                <a:ea typeface="Helvetica Neue"/>
                <a:cs typeface="Helvetica Neue"/>
              </a:defRPr>
            </a:lvl5pPr>
            <a:lvl6pPr>
              <a:defRPr sz="1350" b="0">
                <a:solidFill>
                  <a:srgbClr val="BF4842"/>
                </a:solidFill>
                <a:latin typeface="Helvetica Neue"/>
                <a:ea typeface="Helvetica Neue"/>
                <a:cs typeface="Helvetica Neue"/>
              </a:defRPr>
            </a:lvl6pPr>
            <a:lvl7pPr>
              <a:defRPr sz="1350" b="0">
                <a:solidFill>
                  <a:srgbClr val="BF4842"/>
                </a:solidFill>
                <a:latin typeface="Helvetica Neue"/>
                <a:ea typeface="Helvetica Neue"/>
                <a:cs typeface="Helvetica Neue"/>
              </a:defRPr>
            </a:lvl7pPr>
            <a:lvl8pPr>
              <a:defRPr sz="1350" b="0">
                <a:solidFill>
                  <a:srgbClr val="BF4842"/>
                </a:solidFill>
                <a:latin typeface="Helvetica Neue"/>
                <a:ea typeface="Helvetica Neue"/>
                <a:cs typeface="Helvetica Neue"/>
              </a:defRPr>
            </a:lvl8pPr>
            <a:lvl9pPr>
              <a:defRPr sz="1350" b="0">
                <a:solidFill>
                  <a:srgbClr val="BF4842"/>
                </a:solidFill>
                <a:latin typeface="Helvetica Neue"/>
                <a:ea typeface="Helvetica Neue"/>
                <a:cs typeface="Helvetica Neue"/>
              </a:defRPr>
            </a:lvl9pPr>
          </a:lstStyle>
          <a:p xmlns:a="http://schemas.openxmlformats.org/drawingml/2006/main">
            <a:pPr>
              <a:defRPr sz="1350" b="0">
                <a:solidFill>
                  <a:srgbClr val="BF4842"/>
                </a:solidFill>
                <a:latin typeface="Helvetica Neue"/>
                <a:ea typeface="Helvetica Neue"/>
                <a:cs typeface="Helvetica Neue"/>
              </a:defRPr>
            </a:pPr>
            <a:r>
              <a:rPr sz="1350" b="0">
                <a:solidFill>
                  <a:srgbClr val="BF4842"/>
                </a:solidFill>
                <a:latin typeface="Helvetica Neue"/>
                <a:ea typeface="Helvetica Neue"/>
                <a:cs typeface="Helvetica Neue"/>
              </a:rPr>
              <a:t>Срочная оценка</a:t>
            </a:r>
          </a:p>
        </p:txBody>
      </p:sp>
      <p:sp>
        <p:nvSpPr>
          <p:cNvPr id="10" name="">
            <a:extLst xmlns:a="http://schemas.openxmlformats.org/drawingml/2006/main">
              <a:ext uri="{FF2B5EF4-FFF2-40B4-BE49-F238E27FC236}">
                <a16:creationId xmlns:a16="http://schemas.microsoft.com/office/drawing/2014/main" id="{B4B8934D-095B-462D-8B0E-EFCC82401568}"/>
              </a:ext>
            </a:extLst>
          </p:cNvPr>
          <p:cNvSpPr>
            <a:spLocks xmlns:a="http://schemas.openxmlformats.org/drawingml/2006/main" noGrp="1"/>
          </p:cNvSpPr>
          <p:nvPr/>
        </p:nvSpPr>
        <p:spPr>
          <a:xfrm xmlns:a="http://schemas.openxmlformats.org/drawingml/2006/main">
            <a:off x="819150" y="3181350"/>
            <a:ext cx="4953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292D42"/>
                </a:solidFill>
                <a:latin typeface="Helvetica Neue"/>
                <a:ea typeface="Helvetica Neue"/>
                <a:cs typeface="Helvetica Neue"/>
              </a:defRPr>
            </a:defPPr>
            <a:lvl1pPr>
              <a:defRPr sz="2325" b="1">
                <a:solidFill>
                  <a:srgbClr val="292D42"/>
                </a:solidFill>
                <a:latin typeface="Helvetica Neue"/>
                <a:ea typeface="Helvetica Neue"/>
                <a:cs typeface="Helvetica Neue"/>
              </a:defRPr>
            </a:lvl1pPr>
            <a:lvl2pPr>
              <a:defRPr sz="2325" b="1">
                <a:solidFill>
                  <a:srgbClr val="292D42"/>
                </a:solidFill>
                <a:latin typeface="Helvetica Neue"/>
                <a:ea typeface="Helvetica Neue"/>
                <a:cs typeface="Helvetica Neue"/>
              </a:defRPr>
            </a:lvl2pPr>
            <a:lvl3pPr>
              <a:defRPr sz="2325" b="1">
                <a:solidFill>
                  <a:srgbClr val="292D42"/>
                </a:solidFill>
                <a:latin typeface="Helvetica Neue"/>
                <a:ea typeface="Helvetica Neue"/>
                <a:cs typeface="Helvetica Neue"/>
              </a:defRPr>
            </a:lvl3pPr>
            <a:lvl4pPr>
              <a:defRPr sz="2325" b="1">
                <a:solidFill>
                  <a:srgbClr val="292D42"/>
                </a:solidFill>
                <a:latin typeface="Helvetica Neue"/>
                <a:ea typeface="Helvetica Neue"/>
                <a:cs typeface="Helvetica Neue"/>
              </a:defRPr>
            </a:lvl4pPr>
            <a:lvl5pPr>
              <a:defRPr sz="2325" b="1">
                <a:solidFill>
                  <a:srgbClr val="292D42"/>
                </a:solidFill>
                <a:latin typeface="Helvetica Neue"/>
                <a:ea typeface="Helvetica Neue"/>
                <a:cs typeface="Helvetica Neue"/>
              </a:defRPr>
            </a:lvl5pPr>
            <a:lvl6pPr>
              <a:defRPr sz="2325" b="1">
                <a:solidFill>
                  <a:srgbClr val="292D42"/>
                </a:solidFill>
                <a:latin typeface="Helvetica Neue"/>
                <a:ea typeface="Helvetica Neue"/>
                <a:cs typeface="Helvetica Neue"/>
              </a:defRPr>
            </a:lvl6pPr>
            <a:lvl7pPr>
              <a:defRPr sz="2325" b="1">
                <a:solidFill>
                  <a:srgbClr val="292D42"/>
                </a:solidFill>
                <a:latin typeface="Helvetica Neue"/>
                <a:ea typeface="Helvetica Neue"/>
                <a:cs typeface="Helvetica Neue"/>
              </a:defRPr>
            </a:lvl7pPr>
            <a:lvl8pPr>
              <a:defRPr sz="2325" b="1">
                <a:solidFill>
                  <a:srgbClr val="292D42"/>
                </a:solidFill>
                <a:latin typeface="Helvetica Neue"/>
                <a:ea typeface="Helvetica Neue"/>
                <a:cs typeface="Helvetica Neue"/>
              </a:defRPr>
            </a:lvl8pPr>
            <a:lvl9pPr>
              <a:defRPr sz="2325" b="1">
                <a:solidFill>
                  <a:srgbClr val="292D42"/>
                </a:solidFill>
                <a:latin typeface="Helvetica Neue"/>
                <a:ea typeface="Helvetica Neue"/>
                <a:cs typeface="Helvetica Neue"/>
              </a:defRPr>
            </a:lvl9pPr>
          </a:lstStyle>
          <a:p xmlns:a="http://schemas.openxmlformats.org/drawingml/2006/main">
            <a:pPr>
              <a:defRPr sz="2325" b="1">
                <a:solidFill>
                  <a:srgbClr val="292D42"/>
                </a:solidFill>
                <a:latin typeface="Helvetica Neue"/>
                <a:ea typeface="Helvetica Neue"/>
                <a:cs typeface="Helvetica Neue"/>
              </a:defRPr>
            </a:pPr>
            <a:r>
              <a:rPr sz="2325" b="1">
                <a:solidFill>
                  <a:srgbClr val="292D42"/>
                </a:solidFill>
                <a:latin typeface="Helvetica Neue"/>
                <a:ea typeface="Helvetica Neue"/>
                <a:cs typeface="Helvetica Neue"/>
              </a:rPr>
              <a:t>Критический ответ в анкете</a:t>
            </a:r>
          </a:p>
        </p:txBody>
      </p:sp>
      <p:sp>
        <p:nvSpPr>
          <p:cNvPr id="11" name="">
            <a:extLst xmlns:a="http://schemas.openxmlformats.org/drawingml/2006/main">
              <a:ext uri="{FF2B5EF4-FFF2-40B4-BE49-F238E27FC236}">
                <a16:creationId xmlns:a16="http://schemas.microsoft.com/office/drawing/2014/main" id="{B6457A21-70A8-49AF-969D-B1F9C5EB2625}"/>
              </a:ext>
            </a:extLst>
          </p:cNvPr>
          <p:cNvSpPr>
            <a:spLocks xmlns:a="http://schemas.openxmlformats.org/drawingml/2006/main" noGrp="1"/>
          </p:cNvSpPr>
          <p:nvPr/>
        </p:nvSpPr>
        <p:spPr>
          <a:xfrm xmlns:a="http://schemas.openxmlformats.org/drawingml/2006/main">
            <a:off x="819150" y="3819525"/>
            <a:ext cx="5048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758099"/>
                </a:solidFill>
                <a:latin typeface="Helvetica Neue"/>
                <a:ea typeface="Helvetica Neue"/>
                <a:cs typeface="Helvetica Neue"/>
              </a:defRPr>
            </a:defPPr>
            <a:lvl1pPr>
              <a:defRPr sz="1875" b="0">
                <a:solidFill>
                  <a:srgbClr val="758099"/>
                </a:solidFill>
                <a:latin typeface="Helvetica Neue"/>
                <a:ea typeface="Helvetica Neue"/>
                <a:cs typeface="Helvetica Neue"/>
              </a:defRPr>
            </a:lvl1pPr>
            <a:lvl2pPr>
              <a:defRPr sz="1875" b="0">
                <a:solidFill>
                  <a:srgbClr val="758099"/>
                </a:solidFill>
                <a:latin typeface="Helvetica Neue"/>
                <a:ea typeface="Helvetica Neue"/>
                <a:cs typeface="Helvetica Neue"/>
              </a:defRPr>
            </a:lvl2pPr>
            <a:lvl3pPr>
              <a:defRPr sz="1875" b="0">
                <a:solidFill>
                  <a:srgbClr val="758099"/>
                </a:solidFill>
                <a:latin typeface="Helvetica Neue"/>
                <a:ea typeface="Helvetica Neue"/>
                <a:cs typeface="Helvetica Neue"/>
              </a:defRPr>
            </a:lvl3pPr>
            <a:lvl4pPr>
              <a:defRPr sz="1875" b="0">
                <a:solidFill>
                  <a:srgbClr val="758099"/>
                </a:solidFill>
                <a:latin typeface="Helvetica Neue"/>
                <a:ea typeface="Helvetica Neue"/>
                <a:cs typeface="Helvetica Neue"/>
              </a:defRPr>
            </a:lvl4pPr>
            <a:lvl5pPr>
              <a:defRPr sz="1875" b="0">
                <a:solidFill>
                  <a:srgbClr val="758099"/>
                </a:solidFill>
                <a:latin typeface="Helvetica Neue"/>
                <a:ea typeface="Helvetica Neue"/>
                <a:cs typeface="Helvetica Neue"/>
              </a:defRPr>
            </a:lvl5pPr>
            <a:lvl6pPr>
              <a:defRPr sz="1875" b="0">
                <a:solidFill>
                  <a:srgbClr val="758099"/>
                </a:solidFill>
                <a:latin typeface="Helvetica Neue"/>
                <a:ea typeface="Helvetica Neue"/>
                <a:cs typeface="Helvetica Neue"/>
              </a:defRPr>
            </a:lvl6pPr>
            <a:lvl7pPr>
              <a:defRPr sz="1875" b="0">
                <a:solidFill>
                  <a:srgbClr val="758099"/>
                </a:solidFill>
                <a:latin typeface="Helvetica Neue"/>
                <a:ea typeface="Helvetica Neue"/>
                <a:cs typeface="Helvetica Neue"/>
              </a:defRPr>
            </a:lvl7pPr>
            <a:lvl8pPr>
              <a:defRPr sz="1875" b="0">
                <a:solidFill>
                  <a:srgbClr val="758099"/>
                </a:solidFill>
                <a:latin typeface="Helvetica Neue"/>
                <a:ea typeface="Helvetica Neue"/>
                <a:cs typeface="Helvetica Neue"/>
              </a:defRPr>
            </a:lvl8pPr>
            <a:lvl9pPr>
              <a:defRPr sz="1875" b="0">
                <a:solidFill>
                  <a:srgbClr val="758099"/>
                </a:solidFill>
                <a:latin typeface="Helvetica Neue"/>
                <a:ea typeface="Helvetica Neue"/>
                <a:cs typeface="Helvetica Neue"/>
              </a:defRPr>
            </a:lvl9pPr>
          </a:lstStyle>
          <a:p xmlns:a="http://schemas.openxmlformats.org/drawingml/2006/main">
            <a:pPr>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Сигнал сохраняется до рассмотрения</a:t>
            </a:r>
          </a:p>
          <a:p xmlns:a="http://schemas.openxmlformats.org/drawingml/2006/main">
            <a:pPr>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врачом, даже если описание не готово.</a:t>
            </a:r>
          </a:p>
        </p:txBody>
      </p:sp>
      <p:sp>
        <p:nvSpPr>
          <p:cNvPr id="12" name="">
            <a:extLst xmlns:a="http://schemas.openxmlformats.org/drawingml/2006/main">
              <a:ext uri="{FF2B5EF4-FFF2-40B4-BE49-F238E27FC236}">
                <a16:creationId xmlns:a16="http://schemas.microsoft.com/office/drawing/2014/main" id="{9B71D255-70AC-4EF9-B5C4-27D024297063}"/>
              </a:ext>
            </a:extLst>
          </p:cNvPr>
          <p:cNvSpPr>
            <a:spLocks xmlns:a="http://schemas.openxmlformats.org/drawingml/2006/main" noGrp="1"/>
          </p:cNvSpPr>
          <p:nvPr/>
        </p:nvSpPr>
        <p:spPr>
          <a:xfrm xmlns:a="http://schemas.openxmlformats.org/drawingml/2006/main">
            <a:off x="6143625" y="2667000"/>
            <a:ext cx="9525" cy="2895600"/>
          </a:xfrm>
          <a:prstGeom xmlns:a="http://schemas.openxmlformats.org/drawingml/2006/main" prst="rect">
            <a:avLst/>
          </a:prstGeom>
          <a:solidFill xmlns:a="http://schemas.openxmlformats.org/drawingml/2006/main">
            <a:srgbClr val="DFE5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BBB050B-D2C8-4ED1-A86D-48D7B875E23C}"/>
              </a:ext>
            </a:extLst>
          </p:cNvPr>
          <p:cNvSpPr>
            <a:spLocks xmlns:a="http://schemas.openxmlformats.org/drawingml/2006/main" noGrp="1"/>
          </p:cNvSpPr>
          <p:nvPr/>
        </p:nvSpPr>
        <p:spPr>
          <a:xfrm xmlns:a="http://schemas.openxmlformats.org/drawingml/2006/main">
            <a:off x="6534150" y="2638425"/>
            <a:ext cx="1590675" cy="323850"/>
          </a:xfrm>
          <a:prstGeom xmlns:a="http://schemas.openxmlformats.org/drawingml/2006/main" prst="roundRect">
            <a:avLst>
              <a:gd name="adj" fmla="val 50000"/>
            </a:avLst>
          </a:prstGeom>
          <a:solidFill xmlns:a="http://schemas.openxmlformats.org/drawingml/2006/main">
            <a:srgbClr val="FCF2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1741FAE-CA83-40A1-9C65-751BD41C0176}"/>
              </a:ext>
            </a:extLst>
          </p:cNvPr>
          <p:cNvSpPr>
            <a:spLocks xmlns:a="http://schemas.openxmlformats.org/drawingml/2006/main" noGrp="1"/>
          </p:cNvSpPr>
          <p:nvPr/>
        </p:nvSpPr>
        <p:spPr>
          <a:xfrm xmlns:a="http://schemas.openxmlformats.org/drawingml/2006/main">
            <a:off x="6667500" y="2686050"/>
            <a:ext cx="13239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95671D"/>
                </a:solidFill>
                <a:latin typeface="Helvetica Neue"/>
                <a:ea typeface="Helvetica Neue"/>
                <a:cs typeface="Helvetica Neue"/>
              </a:defRPr>
            </a:defPPr>
            <a:lvl1pPr>
              <a:defRPr sz="1350" b="0">
                <a:solidFill>
                  <a:srgbClr val="95671D"/>
                </a:solidFill>
                <a:latin typeface="Helvetica Neue"/>
                <a:ea typeface="Helvetica Neue"/>
                <a:cs typeface="Helvetica Neue"/>
              </a:defRPr>
            </a:lvl1pPr>
            <a:lvl2pPr>
              <a:defRPr sz="1350" b="0">
                <a:solidFill>
                  <a:srgbClr val="95671D"/>
                </a:solidFill>
                <a:latin typeface="Helvetica Neue"/>
                <a:ea typeface="Helvetica Neue"/>
                <a:cs typeface="Helvetica Neue"/>
              </a:defRPr>
            </a:lvl2pPr>
            <a:lvl3pPr>
              <a:defRPr sz="1350" b="0">
                <a:solidFill>
                  <a:srgbClr val="95671D"/>
                </a:solidFill>
                <a:latin typeface="Helvetica Neue"/>
                <a:ea typeface="Helvetica Neue"/>
                <a:cs typeface="Helvetica Neue"/>
              </a:defRPr>
            </a:lvl3pPr>
            <a:lvl4pPr>
              <a:defRPr sz="1350" b="0">
                <a:solidFill>
                  <a:srgbClr val="95671D"/>
                </a:solidFill>
                <a:latin typeface="Helvetica Neue"/>
                <a:ea typeface="Helvetica Neue"/>
                <a:cs typeface="Helvetica Neue"/>
              </a:defRPr>
            </a:lvl4pPr>
            <a:lvl5pPr>
              <a:defRPr sz="1350" b="0">
                <a:solidFill>
                  <a:srgbClr val="95671D"/>
                </a:solidFill>
                <a:latin typeface="Helvetica Neue"/>
                <a:ea typeface="Helvetica Neue"/>
                <a:cs typeface="Helvetica Neue"/>
              </a:defRPr>
            </a:lvl5pPr>
            <a:lvl6pPr>
              <a:defRPr sz="1350" b="0">
                <a:solidFill>
                  <a:srgbClr val="95671D"/>
                </a:solidFill>
                <a:latin typeface="Helvetica Neue"/>
                <a:ea typeface="Helvetica Neue"/>
                <a:cs typeface="Helvetica Neue"/>
              </a:defRPr>
            </a:lvl6pPr>
            <a:lvl7pPr>
              <a:defRPr sz="1350" b="0">
                <a:solidFill>
                  <a:srgbClr val="95671D"/>
                </a:solidFill>
                <a:latin typeface="Helvetica Neue"/>
                <a:ea typeface="Helvetica Neue"/>
                <a:cs typeface="Helvetica Neue"/>
              </a:defRPr>
            </a:lvl7pPr>
            <a:lvl8pPr>
              <a:defRPr sz="1350" b="0">
                <a:solidFill>
                  <a:srgbClr val="95671D"/>
                </a:solidFill>
                <a:latin typeface="Helvetica Neue"/>
                <a:ea typeface="Helvetica Neue"/>
                <a:cs typeface="Helvetica Neue"/>
              </a:defRPr>
            </a:lvl8pPr>
            <a:lvl9pPr>
              <a:defRPr sz="1350" b="0">
                <a:solidFill>
                  <a:srgbClr val="95671D"/>
                </a:solidFill>
                <a:latin typeface="Helvetica Neue"/>
                <a:ea typeface="Helvetica Neue"/>
                <a:cs typeface="Helvetica Neue"/>
              </a:defRPr>
            </a:lvl9pPr>
          </a:lstStyle>
          <a:p xmlns:a="http://schemas.openxmlformats.org/drawingml/2006/main">
            <a:pPr>
              <a:defRPr sz="1350" b="0">
                <a:solidFill>
                  <a:srgbClr val="95671D"/>
                </a:solidFill>
                <a:latin typeface="Helvetica Neue"/>
                <a:ea typeface="Helvetica Neue"/>
                <a:cs typeface="Helvetica Neue"/>
              </a:defRPr>
            </a:pPr>
            <a:r>
              <a:rPr sz="1350" b="0">
                <a:solidFill>
                  <a:srgbClr val="95671D"/>
                </a:solidFill>
                <a:latin typeface="Helvetica Neue"/>
                <a:ea typeface="Helvetica Neue"/>
                <a:cs typeface="Helvetica Neue"/>
              </a:rPr>
              <a:t>Внимание</a:t>
            </a:r>
          </a:p>
        </p:txBody>
      </p:sp>
      <p:sp>
        <p:nvSpPr>
          <p:cNvPr id="15" name="">
            <a:extLst xmlns:a="http://schemas.openxmlformats.org/drawingml/2006/main">
              <a:ext uri="{FF2B5EF4-FFF2-40B4-BE49-F238E27FC236}">
                <a16:creationId xmlns:a16="http://schemas.microsoft.com/office/drawing/2014/main" id="{96A60C50-E5D5-45C5-A6AB-D72BEAAF1CFC}"/>
              </a:ext>
            </a:extLst>
          </p:cNvPr>
          <p:cNvSpPr>
            <a:spLocks xmlns:a="http://schemas.openxmlformats.org/drawingml/2006/main" noGrp="1"/>
          </p:cNvSpPr>
          <p:nvPr/>
        </p:nvSpPr>
        <p:spPr>
          <a:xfrm xmlns:a="http://schemas.openxmlformats.org/drawingml/2006/main">
            <a:off x="6534150" y="3181350"/>
            <a:ext cx="4619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292D42"/>
                </a:solidFill>
                <a:latin typeface="Helvetica Neue"/>
                <a:ea typeface="Helvetica Neue"/>
                <a:cs typeface="Helvetica Neue"/>
              </a:defRPr>
            </a:defPPr>
            <a:lvl1pPr>
              <a:defRPr sz="2325" b="1">
                <a:solidFill>
                  <a:srgbClr val="292D42"/>
                </a:solidFill>
                <a:latin typeface="Helvetica Neue"/>
                <a:ea typeface="Helvetica Neue"/>
                <a:cs typeface="Helvetica Neue"/>
              </a:defRPr>
            </a:lvl1pPr>
            <a:lvl2pPr>
              <a:defRPr sz="2325" b="1">
                <a:solidFill>
                  <a:srgbClr val="292D42"/>
                </a:solidFill>
                <a:latin typeface="Helvetica Neue"/>
                <a:ea typeface="Helvetica Neue"/>
                <a:cs typeface="Helvetica Neue"/>
              </a:defRPr>
            </a:lvl2pPr>
            <a:lvl3pPr>
              <a:defRPr sz="2325" b="1">
                <a:solidFill>
                  <a:srgbClr val="292D42"/>
                </a:solidFill>
                <a:latin typeface="Helvetica Neue"/>
                <a:ea typeface="Helvetica Neue"/>
                <a:cs typeface="Helvetica Neue"/>
              </a:defRPr>
            </a:lvl3pPr>
            <a:lvl4pPr>
              <a:defRPr sz="2325" b="1">
                <a:solidFill>
                  <a:srgbClr val="292D42"/>
                </a:solidFill>
                <a:latin typeface="Helvetica Neue"/>
                <a:ea typeface="Helvetica Neue"/>
                <a:cs typeface="Helvetica Neue"/>
              </a:defRPr>
            </a:lvl4pPr>
            <a:lvl5pPr>
              <a:defRPr sz="2325" b="1">
                <a:solidFill>
                  <a:srgbClr val="292D42"/>
                </a:solidFill>
                <a:latin typeface="Helvetica Neue"/>
                <a:ea typeface="Helvetica Neue"/>
                <a:cs typeface="Helvetica Neue"/>
              </a:defRPr>
            </a:lvl5pPr>
            <a:lvl6pPr>
              <a:defRPr sz="2325" b="1">
                <a:solidFill>
                  <a:srgbClr val="292D42"/>
                </a:solidFill>
                <a:latin typeface="Helvetica Neue"/>
                <a:ea typeface="Helvetica Neue"/>
                <a:cs typeface="Helvetica Neue"/>
              </a:defRPr>
            </a:lvl6pPr>
            <a:lvl7pPr>
              <a:defRPr sz="2325" b="1">
                <a:solidFill>
                  <a:srgbClr val="292D42"/>
                </a:solidFill>
                <a:latin typeface="Helvetica Neue"/>
                <a:ea typeface="Helvetica Neue"/>
                <a:cs typeface="Helvetica Neue"/>
              </a:defRPr>
            </a:lvl7pPr>
            <a:lvl8pPr>
              <a:defRPr sz="2325" b="1">
                <a:solidFill>
                  <a:srgbClr val="292D42"/>
                </a:solidFill>
                <a:latin typeface="Helvetica Neue"/>
                <a:ea typeface="Helvetica Neue"/>
                <a:cs typeface="Helvetica Neue"/>
              </a:defRPr>
            </a:lvl8pPr>
            <a:lvl9pPr>
              <a:defRPr sz="2325" b="1">
                <a:solidFill>
                  <a:srgbClr val="292D42"/>
                </a:solidFill>
                <a:latin typeface="Helvetica Neue"/>
                <a:ea typeface="Helvetica Neue"/>
                <a:cs typeface="Helvetica Neue"/>
              </a:defRPr>
            </a:lvl9pPr>
          </a:lstStyle>
          <a:p xmlns:a="http://schemas.openxmlformats.org/drawingml/2006/main">
            <a:pPr>
              <a:defRPr sz="2325" b="1">
                <a:solidFill>
                  <a:srgbClr val="292D42"/>
                </a:solidFill>
                <a:latin typeface="Helvetica Neue"/>
                <a:ea typeface="Helvetica Neue"/>
                <a:cs typeface="Helvetica Neue"/>
              </a:defRPr>
            </a:pPr>
            <a:r>
              <a:rPr sz="2325" b="1">
                <a:solidFill>
                  <a:srgbClr val="292D42"/>
                </a:solidFill>
                <a:latin typeface="Helvetica Neue"/>
                <a:ea typeface="Helvetica Neue"/>
                <a:cs typeface="Helvetica Neue"/>
              </a:rPr>
              <a:t>Основание доступно врачу</a:t>
            </a:r>
          </a:p>
        </p:txBody>
      </p:sp>
      <p:sp>
        <p:nvSpPr>
          <p:cNvPr id="16" name="">
            <a:extLst xmlns:a="http://schemas.openxmlformats.org/drawingml/2006/main">
              <a:ext uri="{FF2B5EF4-FFF2-40B4-BE49-F238E27FC236}">
                <a16:creationId xmlns:a16="http://schemas.microsoft.com/office/drawing/2014/main" id="{24CF762F-746C-45D7-91FA-54FB567ED825}"/>
              </a:ext>
            </a:extLst>
          </p:cNvPr>
          <p:cNvSpPr>
            <a:spLocks xmlns:a="http://schemas.openxmlformats.org/drawingml/2006/main" noGrp="1"/>
          </p:cNvSpPr>
          <p:nvPr/>
        </p:nvSpPr>
        <p:spPr>
          <a:xfrm xmlns:a="http://schemas.openxmlformats.org/drawingml/2006/main">
            <a:off x="6534150" y="3819525"/>
            <a:ext cx="45910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758099"/>
                </a:solidFill>
                <a:latin typeface="Helvetica Neue"/>
                <a:ea typeface="Helvetica Neue"/>
                <a:cs typeface="Helvetica Neue"/>
              </a:defRPr>
            </a:defPPr>
            <a:lvl1pPr>
              <a:defRPr sz="1875" b="0">
                <a:solidFill>
                  <a:srgbClr val="758099"/>
                </a:solidFill>
                <a:latin typeface="Helvetica Neue"/>
                <a:ea typeface="Helvetica Neue"/>
                <a:cs typeface="Helvetica Neue"/>
              </a:defRPr>
            </a:lvl1pPr>
            <a:lvl2pPr>
              <a:defRPr sz="1875" b="0">
                <a:solidFill>
                  <a:srgbClr val="758099"/>
                </a:solidFill>
                <a:latin typeface="Helvetica Neue"/>
                <a:ea typeface="Helvetica Neue"/>
                <a:cs typeface="Helvetica Neue"/>
              </a:defRPr>
            </a:lvl2pPr>
            <a:lvl3pPr>
              <a:defRPr sz="1875" b="0">
                <a:solidFill>
                  <a:srgbClr val="758099"/>
                </a:solidFill>
                <a:latin typeface="Helvetica Neue"/>
                <a:ea typeface="Helvetica Neue"/>
                <a:cs typeface="Helvetica Neue"/>
              </a:defRPr>
            </a:lvl3pPr>
            <a:lvl4pPr>
              <a:defRPr sz="1875" b="0">
                <a:solidFill>
                  <a:srgbClr val="758099"/>
                </a:solidFill>
                <a:latin typeface="Helvetica Neue"/>
                <a:ea typeface="Helvetica Neue"/>
                <a:cs typeface="Helvetica Neue"/>
              </a:defRPr>
            </a:lvl4pPr>
            <a:lvl5pPr>
              <a:defRPr sz="1875" b="0">
                <a:solidFill>
                  <a:srgbClr val="758099"/>
                </a:solidFill>
                <a:latin typeface="Helvetica Neue"/>
                <a:ea typeface="Helvetica Neue"/>
                <a:cs typeface="Helvetica Neue"/>
              </a:defRPr>
            </a:lvl5pPr>
            <a:lvl6pPr>
              <a:defRPr sz="1875" b="0">
                <a:solidFill>
                  <a:srgbClr val="758099"/>
                </a:solidFill>
                <a:latin typeface="Helvetica Neue"/>
                <a:ea typeface="Helvetica Neue"/>
                <a:cs typeface="Helvetica Neue"/>
              </a:defRPr>
            </a:lvl6pPr>
            <a:lvl7pPr>
              <a:defRPr sz="1875" b="0">
                <a:solidFill>
                  <a:srgbClr val="758099"/>
                </a:solidFill>
                <a:latin typeface="Helvetica Neue"/>
                <a:ea typeface="Helvetica Neue"/>
                <a:cs typeface="Helvetica Neue"/>
              </a:defRPr>
            </a:lvl7pPr>
            <a:lvl8pPr>
              <a:defRPr sz="1875" b="0">
                <a:solidFill>
                  <a:srgbClr val="758099"/>
                </a:solidFill>
                <a:latin typeface="Helvetica Neue"/>
                <a:ea typeface="Helvetica Neue"/>
                <a:cs typeface="Helvetica Neue"/>
              </a:defRPr>
            </a:lvl8pPr>
            <a:lvl9pPr>
              <a:defRPr sz="1875" b="0">
                <a:solidFill>
                  <a:srgbClr val="758099"/>
                </a:solidFill>
                <a:latin typeface="Helvetica Neue"/>
                <a:ea typeface="Helvetica Neue"/>
                <a:cs typeface="Helvetica Neue"/>
              </a:defRPr>
            </a:lvl9pPr>
          </a:lstStyle>
          <a:p xmlns:a="http://schemas.openxmlformats.org/drawingml/2006/main">
            <a:pPr>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Повышенные баллы анкеты,</a:t>
            </a:r>
          </a:p>
          <a:p xmlns:a="http://schemas.openxmlformats.org/drawingml/2006/main">
            <a:pPr>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явные пропуски приёма лекарства</a:t>
            </a:r>
          </a:p>
          <a:p xmlns:a="http://schemas.openxmlformats.org/drawingml/2006/main">
            <a:pPr>
              <a:defRPr sz="1875" b="0">
                <a:solidFill>
                  <a:srgbClr val="758099"/>
                </a:solidFill>
                <a:latin typeface="Helvetica Neue"/>
                <a:ea typeface="Helvetica Neue"/>
                <a:cs typeface="Helvetica Neue"/>
              </a:defRPr>
            </a:pPr>
            <a:r>
              <a:rPr sz="1875" b="0">
                <a:solidFill>
                  <a:srgbClr val="758099"/>
                </a:solidFill>
                <a:latin typeface="Helvetica Neue"/>
                <a:ea typeface="Helvetica Neue"/>
                <a:cs typeface="Helvetica Neue"/>
              </a:rPr>
              <a:t>или сообщения о нежелательных явлениях.</a:t>
            </a:r>
          </a:p>
        </p:txBody>
      </p:sp>
      <p:sp>
        <p:nvSpPr>
          <p:cNvPr id="17" name="">
            <a:extLst xmlns:a="http://schemas.openxmlformats.org/drawingml/2006/main">
              <a:ext uri="{FF2B5EF4-FFF2-40B4-BE49-F238E27FC236}">
                <a16:creationId xmlns:a16="http://schemas.microsoft.com/office/drawing/2014/main" id="{7EDE481F-EF73-4BCB-B79A-CEA92F5B3961}"/>
              </a:ext>
            </a:extLst>
          </p:cNvPr>
          <p:cNvSpPr>
            <a:spLocks xmlns:a="http://schemas.openxmlformats.org/drawingml/2006/main" noGrp="1"/>
          </p:cNvSpPr>
          <p:nvPr/>
        </p:nvSpPr>
        <p:spPr>
          <a:xfrm xmlns:a="http://schemas.openxmlformats.org/drawingml/2006/main">
            <a:off x="571500" y="63055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ADC5FF"/>
                </a:solidFill>
                <a:latin typeface="Helvetica Neue"/>
                <a:ea typeface="Helvetica Neue"/>
                <a:cs typeface="Helvetica Neue"/>
              </a:defRPr>
            </a:defPPr>
            <a:lvl1pPr>
              <a:defRPr sz="1800" b="0">
                <a:solidFill>
                  <a:srgbClr val="ADC5FF"/>
                </a:solidFill>
                <a:latin typeface="Helvetica Neue"/>
                <a:ea typeface="Helvetica Neue"/>
                <a:cs typeface="Helvetica Neue"/>
              </a:defRPr>
            </a:lvl1pPr>
            <a:lvl2pPr>
              <a:defRPr sz="1800" b="0">
                <a:solidFill>
                  <a:srgbClr val="ADC5FF"/>
                </a:solidFill>
                <a:latin typeface="Helvetica Neue"/>
                <a:ea typeface="Helvetica Neue"/>
                <a:cs typeface="Helvetica Neue"/>
              </a:defRPr>
            </a:lvl2pPr>
            <a:lvl3pPr>
              <a:defRPr sz="1800" b="0">
                <a:solidFill>
                  <a:srgbClr val="ADC5FF"/>
                </a:solidFill>
                <a:latin typeface="Helvetica Neue"/>
                <a:ea typeface="Helvetica Neue"/>
                <a:cs typeface="Helvetica Neue"/>
              </a:defRPr>
            </a:lvl3pPr>
            <a:lvl4pPr>
              <a:defRPr sz="1800" b="0">
                <a:solidFill>
                  <a:srgbClr val="ADC5FF"/>
                </a:solidFill>
                <a:latin typeface="Helvetica Neue"/>
                <a:ea typeface="Helvetica Neue"/>
                <a:cs typeface="Helvetica Neue"/>
              </a:defRPr>
            </a:lvl4pPr>
            <a:lvl5pPr>
              <a:defRPr sz="1800" b="0">
                <a:solidFill>
                  <a:srgbClr val="ADC5FF"/>
                </a:solidFill>
                <a:latin typeface="Helvetica Neue"/>
                <a:ea typeface="Helvetica Neue"/>
                <a:cs typeface="Helvetica Neue"/>
              </a:defRPr>
            </a:lvl5pPr>
            <a:lvl6pPr>
              <a:defRPr sz="1800" b="0">
                <a:solidFill>
                  <a:srgbClr val="ADC5FF"/>
                </a:solidFill>
                <a:latin typeface="Helvetica Neue"/>
                <a:ea typeface="Helvetica Neue"/>
                <a:cs typeface="Helvetica Neue"/>
              </a:defRPr>
            </a:lvl6pPr>
            <a:lvl7pPr>
              <a:defRPr sz="1800" b="0">
                <a:solidFill>
                  <a:srgbClr val="ADC5FF"/>
                </a:solidFill>
                <a:latin typeface="Helvetica Neue"/>
                <a:ea typeface="Helvetica Neue"/>
                <a:cs typeface="Helvetica Neue"/>
              </a:defRPr>
            </a:lvl7pPr>
            <a:lvl8pPr>
              <a:defRPr sz="1800" b="0">
                <a:solidFill>
                  <a:srgbClr val="ADC5FF"/>
                </a:solidFill>
                <a:latin typeface="Helvetica Neue"/>
                <a:ea typeface="Helvetica Neue"/>
                <a:cs typeface="Helvetica Neue"/>
              </a:defRPr>
            </a:lvl8pPr>
            <a:lvl9pPr>
              <a:defRPr sz="1800" b="0">
                <a:solidFill>
                  <a:srgbClr val="ADC5FF"/>
                </a:solidFill>
                <a:latin typeface="Helvetica Neue"/>
                <a:ea typeface="Helvetica Neue"/>
                <a:cs typeface="Helvetica Neue"/>
              </a:defRPr>
            </a:lvl9pPr>
          </a:lstStyle>
          <a:p xmlns:a="http://schemas.openxmlformats.org/drawingml/2006/main">
            <a:pPr>
              <a:defRPr sz="1800" b="0">
                <a:solidFill>
                  <a:srgbClr val="ADC5FF"/>
                </a:solidFill>
                <a:latin typeface="Helvetica Neue"/>
                <a:ea typeface="Helvetica Neue"/>
                <a:cs typeface="Helvetica Neue"/>
              </a:defRPr>
            </a:pPr>
            <a:r>
              <a:rPr sz="1800" b="0">
                <a:solidFill>
                  <a:srgbClr val="ADC5FF"/>
                </a:solidFill>
                <a:latin typeface="Helvetica Neue"/>
                <a:ea typeface="Helvetica Neue"/>
                <a:cs typeface="Helvetica Neue"/>
              </a:rPr>
              <a:t>Правила определяют сигнал. Модель помогает разобрать контекст.</a:t>
            </a:r>
          </a:p>
        </p:txBody>
      </p:sp>
    </p:spTree>
    <p:extLst>
      <p:ext uri="{BB962C8B-B14F-4D97-AF65-F5344CB8AC3E}">
        <p14:creationId xmlns:p14="http://schemas.microsoft.com/office/powerpoint/2010/main" val="710725938"/>
      </p:ext>
    </p:extLst>
  </p:cSld>
</p:sld>
</file>

<file path=ppt/slides/slide9.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752105-0E1A-498E-A9BB-E92AE86E3D5D}"/>
              </a:ext>
            </a:extLst>
          </p:cNvPr>
          <p:cNvSpPr>
            <a:spLocks xmlns:a="http://schemas.openxmlformats.org/drawingml/2006/main" noGrp="1"/>
          </p:cNvSpPr>
          <p:nvPr/>
        </p:nvSpPr>
        <p:spPr>
          <a:xfrm xmlns:a="http://schemas.openxmlformats.org/drawingml/2006/main">
            <a:off x="381000" y="247650"/>
            <a:ext cx="114300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674228D6-06C6-4755-8B8D-606778C8C7B3}"/>
              </a:ext>
            </a:extLst>
          </p:cNvPr>
          <p:cNvPicPr>
            <a:picLocks xmlns:a="http://schemas.openxmlformats.org/drawingml/2006/main" noChangeAspect="1"/>
          </p:cNvPicPr>
          <p:nvPr/>
        </p:nvPicPr>
        <p:blipFill>
          <a:blip xmlns:r="http://schemas.openxmlformats.org/officeDocument/2006/relationships" xmlns:a="http://schemas.openxmlformats.org/drawingml/2006/main" r:embed="Rec34bd6095954d46">
            <a:extLst>
              <a:ext uri="{96DAC541-7B7A-43D3-8B79-37D633B846F1}">
                <asvg:svgBlip xmlns:asvg="http://schemas.microsoft.com/office/drawing/2016/SVG/main" r:embed="R9085ca5a406c4019"/>
              </a:ext>
            </a:extLst>
          </a:blip>
          <a:stretch xmlns:a="http://schemas.openxmlformats.org/drawingml/2006/main"/>
        </p:blipFill>
        <p:spPr>
          <a:xfrm xmlns:a="http://schemas.openxmlformats.org/drawingml/2006/main">
            <a:off x="523875" y="352425"/>
            <a:ext cx="41910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76AB3BC-4433-488A-90D1-181D26E94E35}"/>
              </a:ext>
            </a:extLst>
          </p:cNvPr>
          <p:cNvSpPr>
            <a:spLocks xmlns:a="http://schemas.openxmlformats.org/drawingml/2006/main" noGrp="1"/>
          </p:cNvSpPr>
          <p:nvPr/>
        </p:nvSpPr>
        <p:spPr>
          <a:xfrm xmlns:a="http://schemas.openxmlformats.org/drawingml/2006/main">
            <a:off x="1066800" y="409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292D42"/>
                </a:solidFill>
                <a:latin typeface="Helvetica Neue"/>
                <a:ea typeface="Helvetica Neue"/>
                <a:cs typeface="Helvetica Neue"/>
              </a:defRPr>
            </a:defPPr>
            <a:lvl1pPr>
              <a:defRPr sz="1950" b="1">
                <a:solidFill>
                  <a:srgbClr val="292D42"/>
                </a:solidFill>
                <a:latin typeface="Helvetica Neue"/>
                <a:ea typeface="Helvetica Neue"/>
                <a:cs typeface="Helvetica Neue"/>
              </a:defRPr>
            </a:lvl1pPr>
            <a:lvl2pPr>
              <a:defRPr sz="1950" b="1">
                <a:solidFill>
                  <a:srgbClr val="292D42"/>
                </a:solidFill>
                <a:latin typeface="Helvetica Neue"/>
                <a:ea typeface="Helvetica Neue"/>
                <a:cs typeface="Helvetica Neue"/>
              </a:defRPr>
            </a:lvl2pPr>
            <a:lvl3pPr>
              <a:defRPr sz="1950" b="1">
                <a:solidFill>
                  <a:srgbClr val="292D42"/>
                </a:solidFill>
                <a:latin typeface="Helvetica Neue"/>
                <a:ea typeface="Helvetica Neue"/>
                <a:cs typeface="Helvetica Neue"/>
              </a:defRPr>
            </a:lvl3pPr>
            <a:lvl4pPr>
              <a:defRPr sz="1950" b="1">
                <a:solidFill>
                  <a:srgbClr val="292D42"/>
                </a:solidFill>
                <a:latin typeface="Helvetica Neue"/>
                <a:ea typeface="Helvetica Neue"/>
                <a:cs typeface="Helvetica Neue"/>
              </a:defRPr>
            </a:lvl4pPr>
            <a:lvl5pPr>
              <a:defRPr sz="1950" b="1">
                <a:solidFill>
                  <a:srgbClr val="292D42"/>
                </a:solidFill>
                <a:latin typeface="Helvetica Neue"/>
                <a:ea typeface="Helvetica Neue"/>
                <a:cs typeface="Helvetica Neue"/>
              </a:defRPr>
            </a:lvl5pPr>
            <a:lvl6pPr>
              <a:defRPr sz="1950" b="1">
                <a:solidFill>
                  <a:srgbClr val="292D42"/>
                </a:solidFill>
                <a:latin typeface="Helvetica Neue"/>
                <a:ea typeface="Helvetica Neue"/>
                <a:cs typeface="Helvetica Neue"/>
              </a:defRPr>
            </a:lvl6pPr>
            <a:lvl7pPr>
              <a:defRPr sz="1950" b="1">
                <a:solidFill>
                  <a:srgbClr val="292D42"/>
                </a:solidFill>
                <a:latin typeface="Helvetica Neue"/>
                <a:ea typeface="Helvetica Neue"/>
                <a:cs typeface="Helvetica Neue"/>
              </a:defRPr>
            </a:lvl7pPr>
            <a:lvl8pPr>
              <a:defRPr sz="1950" b="1">
                <a:solidFill>
                  <a:srgbClr val="292D42"/>
                </a:solidFill>
                <a:latin typeface="Helvetica Neue"/>
                <a:ea typeface="Helvetica Neue"/>
                <a:cs typeface="Helvetica Neue"/>
              </a:defRPr>
            </a:lvl8pPr>
            <a:lvl9pPr>
              <a:defRPr sz="1950" b="1">
                <a:solidFill>
                  <a:srgbClr val="292D42"/>
                </a:solidFill>
                <a:latin typeface="Helvetica Neue"/>
                <a:ea typeface="Helvetica Neue"/>
                <a:cs typeface="Helvetica Neue"/>
              </a:defRPr>
            </a:lvl9pPr>
          </a:lstStyle>
          <a:p xmlns:a="http://schemas.openxmlformats.org/drawingml/2006/main">
            <a:pPr>
              <a:defRPr sz="1950" b="1">
                <a:solidFill>
                  <a:srgbClr val="292D42"/>
                </a:solidFill>
                <a:latin typeface="Helvetica Neue"/>
                <a:ea typeface="Helvetica Neue"/>
                <a:cs typeface="Helvetica Neue"/>
              </a:defRPr>
            </a:pPr>
            <a:r>
              <a:rPr sz="1950" b="1">
                <a:solidFill>
                  <a:srgbClr val="292D42"/>
                </a:solidFill>
                <a:latin typeface="Helvetica Neue"/>
                <a:ea typeface="Helvetica Neue"/>
                <a:cs typeface="Helvetica Neue"/>
              </a:rPr>
              <a:t>Clinical Compass</a:t>
            </a:r>
          </a:p>
        </p:txBody>
      </p:sp>
      <p:sp>
        <p:nvSpPr>
          <p:cNvPr id="4" name="">
            <a:extLst xmlns:a="http://schemas.openxmlformats.org/drawingml/2006/main">
              <a:ext uri="{FF2B5EF4-FFF2-40B4-BE49-F238E27FC236}">
                <a16:creationId xmlns:a16="http://schemas.microsoft.com/office/drawing/2014/main" id="{6AB9ECEB-0078-428E-9A0A-A9A0BA05C2E2}"/>
              </a:ext>
            </a:extLst>
          </p:cNvPr>
          <p:cNvSpPr>
            <a:spLocks xmlns:a="http://schemas.openxmlformats.org/drawingml/2006/main" noGrp="1"/>
          </p:cNvSpPr>
          <p:nvPr/>
        </p:nvSpPr>
        <p:spPr>
          <a:xfrm xmlns:a="http://schemas.openxmlformats.org/drawingml/2006/main">
            <a:off x="7239000" y="428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00" b="0">
                <a:solidFill>
                  <a:srgbClr val="758099"/>
                </a:solidFill>
                <a:latin typeface="Helvetica Neue"/>
                <a:ea typeface="Helvetica Neue"/>
                <a:cs typeface="Helvetica Neue"/>
              </a:defRPr>
            </a:defPPr>
            <a:lvl1pPr algn="r">
              <a:defRPr sz="1500" b="0">
                <a:solidFill>
                  <a:srgbClr val="758099"/>
                </a:solidFill>
                <a:latin typeface="Helvetica Neue"/>
                <a:ea typeface="Helvetica Neue"/>
                <a:cs typeface="Helvetica Neue"/>
              </a:defRPr>
            </a:lvl1pPr>
            <a:lvl2pPr algn="r">
              <a:defRPr sz="1500" b="0">
                <a:solidFill>
                  <a:srgbClr val="758099"/>
                </a:solidFill>
                <a:latin typeface="Helvetica Neue"/>
                <a:ea typeface="Helvetica Neue"/>
                <a:cs typeface="Helvetica Neue"/>
              </a:defRPr>
            </a:lvl2pPr>
            <a:lvl3pPr algn="r">
              <a:defRPr sz="1500" b="0">
                <a:solidFill>
                  <a:srgbClr val="758099"/>
                </a:solidFill>
                <a:latin typeface="Helvetica Neue"/>
                <a:ea typeface="Helvetica Neue"/>
                <a:cs typeface="Helvetica Neue"/>
              </a:defRPr>
            </a:lvl3pPr>
            <a:lvl4pPr algn="r">
              <a:defRPr sz="1500" b="0">
                <a:solidFill>
                  <a:srgbClr val="758099"/>
                </a:solidFill>
                <a:latin typeface="Helvetica Neue"/>
                <a:ea typeface="Helvetica Neue"/>
                <a:cs typeface="Helvetica Neue"/>
              </a:defRPr>
            </a:lvl4pPr>
            <a:lvl5pPr algn="r">
              <a:defRPr sz="1500" b="0">
                <a:solidFill>
                  <a:srgbClr val="758099"/>
                </a:solidFill>
                <a:latin typeface="Helvetica Neue"/>
                <a:ea typeface="Helvetica Neue"/>
                <a:cs typeface="Helvetica Neue"/>
              </a:defRPr>
            </a:lvl5pPr>
            <a:lvl6pPr algn="r">
              <a:defRPr sz="1500" b="0">
                <a:solidFill>
                  <a:srgbClr val="758099"/>
                </a:solidFill>
                <a:latin typeface="Helvetica Neue"/>
                <a:ea typeface="Helvetica Neue"/>
                <a:cs typeface="Helvetica Neue"/>
              </a:defRPr>
            </a:lvl6pPr>
            <a:lvl7pPr algn="r">
              <a:defRPr sz="1500" b="0">
                <a:solidFill>
                  <a:srgbClr val="758099"/>
                </a:solidFill>
                <a:latin typeface="Helvetica Neue"/>
                <a:ea typeface="Helvetica Neue"/>
                <a:cs typeface="Helvetica Neue"/>
              </a:defRPr>
            </a:lvl7pPr>
            <a:lvl8pPr algn="r">
              <a:defRPr sz="1500" b="0">
                <a:solidFill>
                  <a:srgbClr val="758099"/>
                </a:solidFill>
                <a:latin typeface="Helvetica Neue"/>
                <a:ea typeface="Helvetica Neue"/>
                <a:cs typeface="Helvetica Neue"/>
              </a:defRPr>
            </a:lvl8pPr>
            <a:lvl9pPr algn="r">
              <a:defRPr sz="1500" b="0">
                <a:solidFill>
                  <a:srgbClr val="758099"/>
                </a:solidFill>
                <a:latin typeface="Helvetica Neue"/>
                <a:ea typeface="Helvetica Neue"/>
                <a:cs typeface="Helvetica Neue"/>
              </a:defRPr>
            </a:lvl9pPr>
          </a:lstStyle>
          <a:p xmlns:a="http://schemas.openxmlformats.org/drawingml/2006/main">
            <a:pPr algn="r">
              <a:defRPr sz="1500" b="0">
                <a:solidFill>
                  <a:srgbClr val="758099"/>
                </a:solidFill>
                <a:latin typeface="Helvetica Neue"/>
                <a:ea typeface="Helvetica Neue"/>
                <a:cs typeface="Helvetica Neue"/>
              </a:defRPr>
            </a:pPr>
            <a:r>
              <a:rPr sz="1500" b="0">
                <a:solidFill>
                  <a:srgbClr val="758099"/>
                </a:solidFill>
                <a:latin typeface="Helvetica Neue"/>
                <a:ea typeface="Helvetica Neue"/>
                <a:cs typeface="Helvetica Neue"/>
              </a:rPr>
              <a:t>Связь с пациентом</a:t>
            </a:r>
          </a:p>
        </p:txBody>
      </p:sp>
      <p:sp>
        <p:nvSpPr>
          <p:cNvPr id="5" name="">
            <a:extLst xmlns:a="http://schemas.openxmlformats.org/drawingml/2006/main">
              <a:ext uri="{FF2B5EF4-FFF2-40B4-BE49-F238E27FC236}">
                <a16:creationId xmlns:a16="http://schemas.microsoft.com/office/drawing/2014/main" id="{B200FAB5-739D-48BF-BC14-E27D12AE74FF}"/>
              </a:ext>
            </a:extLst>
          </p:cNvPr>
          <p:cNvSpPr>
            <a:spLocks xmlns:a="http://schemas.openxmlformats.org/drawingml/2006/main" noGrp="1"/>
          </p:cNvSpPr>
          <p:nvPr/>
        </p:nvSpPr>
        <p:spPr>
          <a:xfrm xmlns:a="http://schemas.openxmlformats.org/drawingml/2006/main">
            <a:off x="11315700" y="4286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350" b="0">
                <a:solidFill>
                  <a:srgbClr val="758099"/>
                </a:solidFill>
                <a:latin typeface="Helvetica Neue"/>
                <a:ea typeface="Helvetica Neue"/>
                <a:cs typeface="Helvetica Neue"/>
              </a:defRPr>
            </a:defPPr>
            <a:lvl1pPr algn="r">
              <a:defRPr sz="1350" b="0">
                <a:solidFill>
                  <a:srgbClr val="758099"/>
                </a:solidFill>
                <a:latin typeface="Helvetica Neue"/>
                <a:ea typeface="Helvetica Neue"/>
                <a:cs typeface="Helvetica Neue"/>
              </a:defRPr>
            </a:lvl1pPr>
            <a:lvl2pPr algn="r">
              <a:defRPr sz="1350" b="0">
                <a:solidFill>
                  <a:srgbClr val="758099"/>
                </a:solidFill>
                <a:latin typeface="Helvetica Neue"/>
                <a:ea typeface="Helvetica Neue"/>
                <a:cs typeface="Helvetica Neue"/>
              </a:defRPr>
            </a:lvl2pPr>
            <a:lvl3pPr algn="r">
              <a:defRPr sz="1350" b="0">
                <a:solidFill>
                  <a:srgbClr val="758099"/>
                </a:solidFill>
                <a:latin typeface="Helvetica Neue"/>
                <a:ea typeface="Helvetica Neue"/>
                <a:cs typeface="Helvetica Neue"/>
              </a:defRPr>
            </a:lvl3pPr>
            <a:lvl4pPr algn="r">
              <a:defRPr sz="1350" b="0">
                <a:solidFill>
                  <a:srgbClr val="758099"/>
                </a:solidFill>
                <a:latin typeface="Helvetica Neue"/>
                <a:ea typeface="Helvetica Neue"/>
                <a:cs typeface="Helvetica Neue"/>
              </a:defRPr>
            </a:lvl4pPr>
            <a:lvl5pPr algn="r">
              <a:defRPr sz="1350" b="0">
                <a:solidFill>
                  <a:srgbClr val="758099"/>
                </a:solidFill>
                <a:latin typeface="Helvetica Neue"/>
                <a:ea typeface="Helvetica Neue"/>
                <a:cs typeface="Helvetica Neue"/>
              </a:defRPr>
            </a:lvl5pPr>
            <a:lvl6pPr algn="r">
              <a:defRPr sz="1350" b="0">
                <a:solidFill>
                  <a:srgbClr val="758099"/>
                </a:solidFill>
                <a:latin typeface="Helvetica Neue"/>
                <a:ea typeface="Helvetica Neue"/>
                <a:cs typeface="Helvetica Neue"/>
              </a:defRPr>
            </a:lvl6pPr>
            <a:lvl7pPr algn="r">
              <a:defRPr sz="1350" b="0">
                <a:solidFill>
                  <a:srgbClr val="758099"/>
                </a:solidFill>
                <a:latin typeface="Helvetica Neue"/>
                <a:ea typeface="Helvetica Neue"/>
                <a:cs typeface="Helvetica Neue"/>
              </a:defRPr>
            </a:lvl7pPr>
            <a:lvl8pPr algn="r">
              <a:defRPr sz="1350" b="0">
                <a:solidFill>
                  <a:srgbClr val="758099"/>
                </a:solidFill>
                <a:latin typeface="Helvetica Neue"/>
                <a:ea typeface="Helvetica Neue"/>
                <a:cs typeface="Helvetica Neue"/>
              </a:defRPr>
            </a:lvl8pPr>
            <a:lvl9pPr algn="r">
              <a:defRPr sz="1350" b="0">
                <a:solidFill>
                  <a:srgbClr val="758099"/>
                </a:solidFill>
                <a:latin typeface="Helvetica Neue"/>
                <a:ea typeface="Helvetica Neue"/>
                <a:cs typeface="Helvetica Neue"/>
              </a:defRPr>
            </a:lvl9pPr>
          </a:lstStyle>
          <a:p xmlns:a="http://schemas.openxmlformats.org/drawingml/2006/main">
            <a:pPr algn="r">
              <a:defRPr sz="1350" b="0">
                <a:solidFill>
                  <a:srgbClr val="758099"/>
                </a:solidFill>
                <a:latin typeface="Helvetica Neue"/>
                <a:ea typeface="Helvetica Neue"/>
                <a:cs typeface="Helvetica Neue"/>
              </a:defRPr>
            </a:pPr>
            <a:r>
              <a:rPr sz="1350" b="0">
                <a:solidFill>
                  <a:srgbClr val="758099"/>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A52D5324-D884-47B0-B9ED-E5BEB72069E2}"/>
              </a:ext>
            </a:extLst>
          </p:cNvPr>
          <p:cNvSpPr>
            <a:spLocks xmlns:a="http://schemas.openxmlformats.org/drawingml/2006/main" noGrp="1"/>
          </p:cNvSpPr>
          <p:nvPr/>
        </p:nvSpPr>
        <p:spPr>
          <a:xfrm xmlns:a="http://schemas.openxmlformats.org/drawingml/2006/main">
            <a:off x="533400" y="1190625"/>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75" b="0">
                <a:solidFill>
                  <a:srgbClr val="FFFFFF"/>
                </a:solidFill>
                <a:latin typeface="Helvetica Neue"/>
                <a:ea typeface="Helvetica Neue"/>
                <a:cs typeface="Helvetica Neue"/>
              </a:defRPr>
            </a:defPPr>
            <a:lvl1pPr>
              <a:defRPr sz="3675" b="0">
                <a:solidFill>
                  <a:srgbClr val="FFFFFF"/>
                </a:solidFill>
                <a:latin typeface="Helvetica Neue"/>
                <a:ea typeface="Helvetica Neue"/>
                <a:cs typeface="Helvetica Neue"/>
              </a:defRPr>
            </a:lvl1pPr>
            <a:lvl2pPr>
              <a:defRPr sz="3675" b="0">
                <a:solidFill>
                  <a:srgbClr val="FFFFFF"/>
                </a:solidFill>
                <a:latin typeface="Helvetica Neue"/>
                <a:ea typeface="Helvetica Neue"/>
                <a:cs typeface="Helvetica Neue"/>
              </a:defRPr>
            </a:lvl2pPr>
            <a:lvl3pPr>
              <a:defRPr sz="3675" b="0">
                <a:solidFill>
                  <a:srgbClr val="FFFFFF"/>
                </a:solidFill>
                <a:latin typeface="Helvetica Neue"/>
                <a:ea typeface="Helvetica Neue"/>
                <a:cs typeface="Helvetica Neue"/>
              </a:defRPr>
            </a:lvl3pPr>
            <a:lvl4pPr>
              <a:defRPr sz="3675" b="0">
                <a:solidFill>
                  <a:srgbClr val="FFFFFF"/>
                </a:solidFill>
                <a:latin typeface="Helvetica Neue"/>
                <a:ea typeface="Helvetica Neue"/>
                <a:cs typeface="Helvetica Neue"/>
              </a:defRPr>
            </a:lvl4pPr>
            <a:lvl5pPr>
              <a:defRPr sz="3675" b="0">
                <a:solidFill>
                  <a:srgbClr val="FFFFFF"/>
                </a:solidFill>
                <a:latin typeface="Helvetica Neue"/>
                <a:ea typeface="Helvetica Neue"/>
                <a:cs typeface="Helvetica Neue"/>
              </a:defRPr>
            </a:lvl5pPr>
            <a:lvl6pPr>
              <a:defRPr sz="3675" b="0">
                <a:solidFill>
                  <a:srgbClr val="FFFFFF"/>
                </a:solidFill>
                <a:latin typeface="Helvetica Neue"/>
                <a:ea typeface="Helvetica Neue"/>
                <a:cs typeface="Helvetica Neue"/>
              </a:defRPr>
            </a:lvl6pPr>
            <a:lvl7pPr>
              <a:defRPr sz="3675" b="0">
                <a:solidFill>
                  <a:srgbClr val="FFFFFF"/>
                </a:solidFill>
                <a:latin typeface="Helvetica Neue"/>
                <a:ea typeface="Helvetica Neue"/>
                <a:cs typeface="Helvetica Neue"/>
              </a:defRPr>
            </a:lvl7pPr>
            <a:lvl8pPr>
              <a:defRPr sz="3675" b="0">
                <a:solidFill>
                  <a:srgbClr val="FFFFFF"/>
                </a:solidFill>
                <a:latin typeface="Helvetica Neue"/>
                <a:ea typeface="Helvetica Neue"/>
                <a:cs typeface="Helvetica Neue"/>
              </a:defRPr>
            </a:lvl8pPr>
            <a:lvl9pPr>
              <a:defRPr sz="3675" b="0">
                <a:solidFill>
                  <a:srgbClr val="FFFFFF"/>
                </a:solidFill>
                <a:latin typeface="Helvetica Neue"/>
                <a:ea typeface="Helvetica Neue"/>
                <a:cs typeface="Helvetica Neue"/>
              </a:defRPr>
            </a:lvl9pPr>
          </a:lstStyle>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Переписка рядом с историей лечения</a:t>
            </a:r>
          </a:p>
        </p:txBody>
      </p:sp>
      <p:pic>
        <p:nvPicPr>
          <p:cNvPr id="7" name="">
            <a:extLst xmlns:a="http://schemas.openxmlformats.org/drawingml/2006/main">
              <a:ext uri="{FF2B5EF4-FFF2-40B4-BE49-F238E27FC236}">
                <a16:creationId xmlns:a16="http://schemas.microsoft.com/office/drawing/2014/main" id="{E084B097-AAD5-41FF-8309-0FE21AF38C59}"/>
              </a:ext>
            </a:extLst>
          </p:cNvPr>
          <p:cNvPicPr>
            <a:picLocks xmlns:a="http://schemas.openxmlformats.org/drawingml/2006/main" noChangeAspect="1"/>
          </p:cNvPicPr>
          <p:nvPr/>
        </p:nvPicPr>
        <p:blipFill>
          <a:blip xmlns:r="http://schemas.openxmlformats.org/officeDocument/2006/relationships" xmlns:a="http://schemas.openxmlformats.org/drawingml/2006/main" r:embed="R5799afcaf15241f0"/>
          <a:srcRect xmlns:a="http://schemas.openxmlformats.org/drawingml/2006/main" l="0" t="0" r="0" b="40000"/>
          <a:stretch xmlns:a="http://schemas.openxmlformats.org/drawingml/2006/main"/>
        </p:blipFill>
        <p:spPr>
          <a:xfrm xmlns:a="http://schemas.openxmlformats.org/drawingml/2006/main">
            <a:off x="533400" y="2228850"/>
            <a:ext cx="11125200" cy="3695700"/>
          </a:xfrm>
          <a:prstGeom xmlns:a="http://schemas.openxmlformats.org/drawingml/2006/main" prst="roundRect">
            <a:avLst>
              <a:gd name="adj" fmla="val 5155"/>
            </a:avLst>
          </a:prstGeom>
        </p:spPr>
      </p:pic>
      <p:sp>
        <p:nvSpPr>
          <p:cNvPr id="8" name="">
            <a:extLst xmlns:a="http://schemas.openxmlformats.org/drawingml/2006/main">
              <a:ext uri="{FF2B5EF4-FFF2-40B4-BE49-F238E27FC236}">
                <a16:creationId xmlns:a16="http://schemas.microsoft.com/office/drawing/2014/main" id="{FB939D96-4539-45DE-88AA-9143C167A334}"/>
              </a:ext>
            </a:extLst>
          </p:cNvPr>
          <p:cNvSpPr>
            <a:spLocks xmlns:a="http://schemas.openxmlformats.org/drawingml/2006/main" noGrp="1"/>
          </p:cNvSpPr>
          <p:nvPr/>
        </p:nvSpPr>
        <p:spPr>
          <a:xfrm xmlns:a="http://schemas.openxmlformats.org/drawingml/2006/main">
            <a:off x="571500" y="6105525"/>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FFFFFF"/>
                </a:solidFill>
                <a:latin typeface="Helvetica Neue"/>
                <a:ea typeface="Helvetica Neue"/>
                <a:cs typeface="Helvetica Neue"/>
              </a:defRPr>
            </a:defPPr>
            <a:lvl1pPr>
              <a:defRPr sz="2025" b="0">
                <a:solidFill>
                  <a:srgbClr val="FFFFFF"/>
                </a:solidFill>
                <a:latin typeface="Helvetica Neue"/>
                <a:ea typeface="Helvetica Neue"/>
                <a:cs typeface="Helvetica Neue"/>
              </a:defRPr>
            </a:lvl1pPr>
            <a:lvl2pPr>
              <a:defRPr sz="2025" b="0">
                <a:solidFill>
                  <a:srgbClr val="FFFFFF"/>
                </a:solidFill>
                <a:latin typeface="Helvetica Neue"/>
                <a:ea typeface="Helvetica Neue"/>
                <a:cs typeface="Helvetica Neue"/>
              </a:defRPr>
            </a:lvl2pPr>
            <a:lvl3pPr>
              <a:defRPr sz="2025" b="0">
                <a:solidFill>
                  <a:srgbClr val="FFFFFF"/>
                </a:solidFill>
                <a:latin typeface="Helvetica Neue"/>
                <a:ea typeface="Helvetica Neue"/>
                <a:cs typeface="Helvetica Neue"/>
              </a:defRPr>
            </a:lvl3pPr>
            <a:lvl4pPr>
              <a:defRPr sz="2025" b="0">
                <a:solidFill>
                  <a:srgbClr val="FFFFFF"/>
                </a:solidFill>
                <a:latin typeface="Helvetica Neue"/>
                <a:ea typeface="Helvetica Neue"/>
                <a:cs typeface="Helvetica Neue"/>
              </a:defRPr>
            </a:lvl4pPr>
            <a:lvl5pPr>
              <a:defRPr sz="2025" b="0">
                <a:solidFill>
                  <a:srgbClr val="FFFFFF"/>
                </a:solidFill>
                <a:latin typeface="Helvetica Neue"/>
                <a:ea typeface="Helvetica Neue"/>
                <a:cs typeface="Helvetica Neue"/>
              </a:defRPr>
            </a:lvl5pPr>
            <a:lvl6pPr>
              <a:defRPr sz="2025" b="0">
                <a:solidFill>
                  <a:srgbClr val="FFFFFF"/>
                </a:solidFill>
                <a:latin typeface="Helvetica Neue"/>
                <a:ea typeface="Helvetica Neue"/>
                <a:cs typeface="Helvetica Neue"/>
              </a:defRPr>
            </a:lvl6pPr>
            <a:lvl7pPr>
              <a:defRPr sz="2025" b="0">
                <a:solidFill>
                  <a:srgbClr val="FFFFFF"/>
                </a:solidFill>
                <a:latin typeface="Helvetica Neue"/>
                <a:ea typeface="Helvetica Neue"/>
                <a:cs typeface="Helvetica Neue"/>
              </a:defRPr>
            </a:lvl7pPr>
            <a:lvl8pPr>
              <a:defRPr sz="2025" b="0">
                <a:solidFill>
                  <a:srgbClr val="FFFFFF"/>
                </a:solidFill>
                <a:latin typeface="Helvetica Neue"/>
                <a:ea typeface="Helvetica Neue"/>
                <a:cs typeface="Helvetica Neue"/>
              </a:defRPr>
            </a:lvl8pPr>
            <a:lvl9pPr>
              <a:defRPr sz="2025" b="0">
                <a:solidFill>
                  <a:srgbClr val="FFFFFF"/>
                </a:solidFill>
                <a:latin typeface="Helvetica Neue"/>
                <a:ea typeface="Helvetica Neue"/>
                <a:cs typeface="Helvetica Neue"/>
              </a:defRPr>
            </a:lvl9pPr>
          </a:lstStyle>
          <a:p xmlns:a="http://schemas.openxmlformats.org/drawingml/2006/main">
            <a:pPr>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Чаты с пациентами</a:t>
            </a:r>
          </a:p>
        </p:txBody>
      </p:sp>
      <p:sp>
        <p:nvSpPr>
          <p:cNvPr id="9" name="">
            <a:extLst xmlns:a="http://schemas.openxmlformats.org/drawingml/2006/main">
              <a:ext uri="{FF2B5EF4-FFF2-40B4-BE49-F238E27FC236}">
                <a16:creationId xmlns:a16="http://schemas.microsoft.com/office/drawing/2014/main" id="{7325AB0A-DB13-4E83-8067-13F988457F8F}"/>
              </a:ext>
            </a:extLst>
          </p:cNvPr>
          <p:cNvSpPr>
            <a:spLocks xmlns:a="http://schemas.openxmlformats.org/drawingml/2006/main" noGrp="1"/>
          </p:cNvSpPr>
          <p:nvPr/>
        </p:nvSpPr>
        <p:spPr>
          <a:xfrm xmlns:a="http://schemas.openxmlformats.org/drawingml/2006/main">
            <a:off x="571500" y="6467475"/>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ADC5FF"/>
                </a:solidFill>
                <a:latin typeface="Helvetica Neue"/>
                <a:ea typeface="Helvetica Neue"/>
                <a:cs typeface="Helvetica Neue"/>
              </a:defRPr>
            </a:defPPr>
            <a:lvl1pPr>
              <a:defRPr sz="1650" b="0">
                <a:solidFill>
                  <a:srgbClr val="ADC5FF"/>
                </a:solidFill>
                <a:latin typeface="Helvetica Neue"/>
                <a:ea typeface="Helvetica Neue"/>
                <a:cs typeface="Helvetica Neue"/>
              </a:defRPr>
            </a:lvl1pPr>
            <a:lvl2pPr>
              <a:defRPr sz="1650" b="0">
                <a:solidFill>
                  <a:srgbClr val="ADC5FF"/>
                </a:solidFill>
                <a:latin typeface="Helvetica Neue"/>
                <a:ea typeface="Helvetica Neue"/>
                <a:cs typeface="Helvetica Neue"/>
              </a:defRPr>
            </a:lvl2pPr>
            <a:lvl3pPr>
              <a:defRPr sz="1650" b="0">
                <a:solidFill>
                  <a:srgbClr val="ADC5FF"/>
                </a:solidFill>
                <a:latin typeface="Helvetica Neue"/>
                <a:ea typeface="Helvetica Neue"/>
                <a:cs typeface="Helvetica Neue"/>
              </a:defRPr>
            </a:lvl3pPr>
            <a:lvl4pPr>
              <a:defRPr sz="1650" b="0">
                <a:solidFill>
                  <a:srgbClr val="ADC5FF"/>
                </a:solidFill>
                <a:latin typeface="Helvetica Neue"/>
                <a:ea typeface="Helvetica Neue"/>
                <a:cs typeface="Helvetica Neue"/>
              </a:defRPr>
            </a:lvl4pPr>
            <a:lvl5pPr>
              <a:defRPr sz="1650" b="0">
                <a:solidFill>
                  <a:srgbClr val="ADC5FF"/>
                </a:solidFill>
                <a:latin typeface="Helvetica Neue"/>
                <a:ea typeface="Helvetica Neue"/>
                <a:cs typeface="Helvetica Neue"/>
              </a:defRPr>
            </a:lvl5pPr>
            <a:lvl6pPr>
              <a:defRPr sz="1650" b="0">
                <a:solidFill>
                  <a:srgbClr val="ADC5FF"/>
                </a:solidFill>
                <a:latin typeface="Helvetica Neue"/>
                <a:ea typeface="Helvetica Neue"/>
                <a:cs typeface="Helvetica Neue"/>
              </a:defRPr>
            </a:lvl6pPr>
            <a:lvl7pPr>
              <a:defRPr sz="1650" b="0">
                <a:solidFill>
                  <a:srgbClr val="ADC5FF"/>
                </a:solidFill>
                <a:latin typeface="Helvetica Neue"/>
                <a:ea typeface="Helvetica Neue"/>
                <a:cs typeface="Helvetica Neue"/>
              </a:defRPr>
            </a:lvl7pPr>
            <a:lvl8pPr>
              <a:defRPr sz="1650" b="0">
                <a:solidFill>
                  <a:srgbClr val="ADC5FF"/>
                </a:solidFill>
                <a:latin typeface="Helvetica Neue"/>
                <a:ea typeface="Helvetica Neue"/>
                <a:cs typeface="Helvetica Neue"/>
              </a:defRPr>
            </a:lvl8pPr>
            <a:lvl9pPr>
              <a:defRPr sz="1650" b="0">
                <a:solidFill>
                  <a:srgbClr val="ADC5FF"/>
                </a:solidFill>
                <a:latin typeface="Helvetica Neue"/>
                <a:ea typeface="Helvetica Neue"/>
                <a:cs typeface="Helvetica Neue"/>
              </a:defRPr>
            </a:lvl9pPr>
          </a:lstStyle>
          <a:p xmlns:a="http://schemas.openxmlformats.org/drawingml/2006/main">
            <a:pPr>
              <a:defRPr sz="1650" b="0">
                <a:solidFill>
                  <a:srgbClr val="ADC5FF"/>
                </a:solidFill>
                <a:latin typeface="Helvetica Neue"/>
                <a:ea typeface="Helvetica Neue"/>
                <a:cs typeface="Helvetica Neue"/>
              </a:defRPr>
            </a:pPr>
            <a:r>
              <a:rPr sz="1650" b="0">
                <a:solidFill>
                  <a:srgbClr val="ADC5FF"/>
                </a:solidFill>
                <a:latin typeface="Helvetica Neue"/>
                <a:ea typeface="Helvetica Neue"/>
                <a:cs typeface="Helvetica Neue"/>
              </a:rPr>
              <a:t>Сообщения и вложения сохраняются</a:t>
            </a:r>
          </a:p>
        </p:txBody>
      </p:sp>
      <p:sp>
        <p:nvSpPr>
          <p:cNvPr id="10" name="">
            <a:extLst xmlns:a="http://schemas.openxmlformats.org/drawingml/2006/main">
              <a:ext uri="{FF2B5EF4-FFF2-40B4-BE49-F238E27FC236}">
                <a16:creationId xmlns:a16="http://schemas.microsoft.com/office/drawing/2014/main" id="{3F3BDE11-73FE-49CE-825E-2D3DFE1F8EF0}"/>
              </a:ext>
            </a:extLst>
          </p:cNvPr>
          <p:cNvSpPr>
            <a:spLocks xmlns:a="http://schemas.openxmlformats.org/drawingml/2006/main" noGrp="1"/>
          </p:cNvSpPr>
          <p:nvPr/>
        </p:nvSpPr>
        <p:spPr>
          <a:xfrm xmlns:a="http://schemas.openxmlformats.org/drawingml/2006/main">
            <a:off x="6667500" y="610552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FFFFFF"/>
                </a:solidFill>
                <a:latin typeface="Helvetica Neue"/>
                <a:ea typeface="Helvetica Neue"/>
                <a:cs typeface="Helvetica Neue"/>
              </a:defRPr>
            </a:defPPr>
            <a:lvl1pPr>
              <a:defRPr sz="2025" b="0">
                <a:solidFill>
                  <a:srgbClr val="FFFFFF"/>
                </a:solidFill>
                <a:latin typeface="Helvetica Neue"/>
                <a:ea typeface="Helvetica Neue"/>
                <a:cs typeface="Helvetica Neue"/>
              </a:defRPr>
            </a:lvl1pPr>
            <a:lvl2pPr>
              <a:defRPr sz="2025" b="0">
                <a:solidFill>
                  <a:srgbClr val="FFFFFF"/>
                </a:solidFill>
                <a:latin typeface="Helvetica Neue"/>
                <a:ea typeface="Helvetica Neue"/>
                <a:cs typeface="Helvetica Neue"/>
              </a:defRPr>
            </a:lvl2pPr>
            <a:lvl3pPr>
              <a:defRPr sz="2025" b="0">
                <a:solidFill>
                  <a:srgbClr val="FFFFFF"/>
                </a:solidFill>
                <a:latin typeface="Helvetica Neue"/>
                <a:ea typeface="Helvetica Neue"/>
                <a:cs typeface="Helvetica Neue"/>
              </a:defRPr>
            </a:lvl3pPr>
            <a:lvl4pPr>
              <a:defRPr sz="2025" b="0">
                <a:solidFill>
                  <a:srgbClr val="FFFFFF"/>
                </a:solidFill>
                <a:latin typeface="Helvetica Neue"/>
                <a:ea typeface="Helvetica Neue"/>
                <a:cs typeface="Helvetica Neue"/>
              </a:defRPr>
            </a:lvl4pPr>
            <a:lvl5pPr>
              <a:defRPr sz="2025" b="0">
                <a:solidFill>
                  <a:srgbClr val="FFFFFF"/>
                </a:solidFill>
                <a:latin typeface="Helvetica Neue"/>
                <a:ea typeface="Helvetica Neue"/>
                <a:cs typeface="Helvetica Neue"/>
              </a:defRPr>
            </a:lvl5pPr>
            <a:lvl6pPr>
              <a:defRPr sz="2025" b="0">
                <a:solidFill>
                  <a:srgbClr val="FFFFFF"/>
                </a:solidFill>
                <a:latin typeface="Helvetica Neue"/>
                <a:ea typeface="Helvetica Neue"/>
                <a:cs typeface="Helvetica Neue"/>
              </a:defRPr>
            </a:lvl6pPr>
            <a:lvl7pPr>
              <a:defRPr sz="2025" b="0">
                <a:solidFill>
                  <a:srgbClr val="FFFFFF"/>
                </a:solidFill>
                <a:latin typeface="Helvetica Neue"/>
                <a:ea typeface="Helvetica Neue"/>
                <a:cs typeface="Helvetica Neue"/>
              </a:defRPr>
            </a:lvl7pPr>
            <a:lvl8pPr>
              <a:defRPr sz="2025" b="0">
                <a:solidFill>
                  <a:srgbClr val="FFFFFF"/>
                </a:solidFill>
                <a:latin typeface="Helvetica Neue"/>
                <a:ea typeface="Helvetica Neue"/>
                <a:cs typeface="Helvetica Neue"/>
              </a:defRPr>
            </a:lvl8pPr>
            <a:lvl9pPr>
              <a:defRPr sz="2025" b="0">
                <a:solidFill>
                  <a:srgbClr val="FFFFFF"/>
                </a:solidFill>
                <a:latin typeface="Helvetica Neue"/>
                <a:ea typeface="Helvetica Neue"/>
                <a:cs typeface="Helvetica Neue"/>
              </a:defRPr>
            </a:lvl9pPr>
          </a:lstStyle>
          <a:p xmlns:a="http://schemas.openxmlformats.org/drawingml/2006/main">
            <a:pPr>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Медицинские источники</a:t>
            </a:r>
          </a:p>
        </p:txBody>
      </p:sp>
      <p:sp>
        <p:nvSpPr>
          <p:cNvPr id="11" name="">
            <a:extLst xmlns:a="http://schemas.openxmlformats.org/drawingml/2006/main">
              <a:ext uri="{FF2B5EF4-FFF2-40B4-BE49-F238E27FC236}">
                <a16:creationId xmlns:a16="http://schemas.microsoft.com/office/drawing/2014/main" id="{E0EB7B4E-A954-4FE4-8159-027303EDF0B4}"/>
              </a:ext>
            </a:extLst>
          </p:cNvPr>
          <p:cNvSpPr>
            <a:spLocks xmlns:a="http://schemas.openxmlformats.org/drawingml/2006/main" noGrp="1"/>
          </p:cNvSpPr>
          <p:nvPr/>
        </p:nvSpPr>
        <p:spPr>
          <a:xfrm xmlns:a="http://schemas.openxmlformats.org/drawingml/2006/main">
            <a:off x="6667500" y="646747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ADC5FF"/>
                </a:solidFill>
                <a:latin typeface="Helvetica Neue"/>
                <a:ea typeface="Helvetica Neue"/>
                <a:cs typeface="Helvetica Neue"/>
              </a:defRPr>
            </a:defPPr>
            <a:lvl1pPr>
              <a:defRPr sz="1650" b="0">
                <a:solidFill>
                  <a:srgbClr val="ADC5FF"/>
                </a:solidFill>
                <a:latin typeface="Helvetica Neue"/>
                <a:ea typeface="Helvetica Neue"/>
                <a:cs typeface="Helvetica Neue"/>
              </a:defRPr>
            </a:lvl1pPr>
            <a:lvl2pPr>
              <a:defRPr sz="1650" b="0">
                <a:solidFill>
                  <a:srgbClr val="ADC5FF"/>
                </a:solidFill>
                <a:latin typeface="Helvetica Neue"/>
                <a:ea typeface="Helvetica Neue"/>
                <a:cs typeface="Helvetica Neue"/>
              </a:defRPr>
            </a:lvl2pPr>
            <a:lvl3pPr>
              <a:defRPr sz="1650" b="0">
                <a:solidFill>
                  <a:srgbClr val="ADC5FF"/>
                </a:solidFill>
                <a:latin typeface="Helvetica Neue"/>
                <a:ea typeface="Helvetica Neue"/>
                <a:cs typeface="Helvetica Neue"/>
              </a:defRPr>
            </a:lvl3pPr>
            <a:lvl4pPr>
              <a:defRPr sz="1650" b="0">
                <a:solidFill>
                  <a:srgbClr val="ADC5FF"/>
                </a:solidFill>
                <a:latin typeface="Helvetica Neue"/>
                <a:ea typeface="Helvetica Neue"/>
                <a:cs typeface="Helvetica Neue"/>
              </a:defRPr>
            </a:lvl4pPr>
            <a:lvl5pPr>
              <a:defRPr sz="1650" b="0">
                <a:solidFill>
                  <a:srgbClr val="ADC5FF"/>
                </a:solidFill>
                <a:latin typeface="Helvetica Neue"/>
                <a:ea typeface="Helvetica Neue"/>
                <a:cs typeface="Helvetica Neue"/>
              </a:defRPr>
            </a:lvl5pPr>
            <a:lvl6pPr>
              <a:defRPr sz="1650" b="0">
                <a:solidFill>
                  <a:srgbClr val="ADC5FF"/>
                </a:solidFill>
                <a:latin typeface="Helvetica Neue"/>
                <a:ea typeface="Helvetica Neue"/>
                <a:cs typeface="Helvetica Neue"/>
              </a:defRPr>
            </a:lvl6pPr>
            <a:lvl7pPr>
              <a:defRPr sz="1650" b="0">
                <a:solidFill>
                  <a:srgbClr val="ADC5FF"/>
                </a:solidFill>
                <a:latin typeface="Helvetica Neue"/>
                <a:ea typeface="Helvetica Neue"/>
                <a:cs typeface="Helvetica Neue"/>
              </a:defRPr>
            </a:lvl7pPr>
            <a:lvl8pPr>
              <a:defRPr sz="1650" b="0">
                <a:solidFill>
                  <a:srgbClr val="ADC5FF"/>
                </a:solidFill>
                <a:latin typeface="Helvetica Neue"/>
                <a:ea typeface="Helvetica Neue"/>
                <a:cs typeface="Helvetica Neue"/>
              </a:defRPr>
            </a:lvl8pPr>
            <a:lvl9pPr>
              <a:defRPr sz="1650" b="0">
                <a:solidFill>
                  <a:srgbClr val="ADC5FF"/>
                </a:solidFill>
                <a:latin typeface="Helvetica Neue"/>
                <a:ea typeface="Helvetica Neue"/>
                <a:cs typeface="Helvetica Neue"/>
              </a:defRPr>
            </a:lvl9pPr>
          </a:lstStyle>
          <a:p xmlns:a="http://schemas.openxmlformats.org/drawingml/2006/main">
            <a:pPr>
              <a:defRPr sz="1650" b="0">
                <a:solidFill>
                  <a:srgbClr val="ADC5FF"/>
                </a:solidFill>
                <a:latin typeface="Helvetica Neue"/>
                <a:ea typeface="Helvetica Neue"/>
                <a:cs typeface="Helvetica Neue"/>
              </a:defRPr>
            </a:pPr>
            <a:r>
              <a:rPr sz="1650" b="0">
                <a:solidFill>
                  <a:srgbClr val="ADC5FF"/>
                </a:solidFill>
                <a:latin typeface="Helvetica Neue"/>
                <a:ea typeface="Helvetica Neue"/>
                <a:cs typeface="Helvetica Neue"/>
              </a:rPr>
              <a:t>Поиск, ссылки и проверка документов</a:t>
            </a:r>
          </a:p>
        </p:txBody>
      </p:sp>
    </p:spTree>
    <p:extLst>
      <p:ext uri="{BB962C8B-B14F-4D97-AF65-F5344CB8AC3E}">
        <p14:creationId xmlns:p14="http://schemas.microsoft.com/office/powerpoint/2010/main" val="104634588"/>
      </p:ext>
    </p:extLst>
  </p:cSld>
</p:sld>
</file>

<file path=ppt/slides/slide10.xml><?xml version="1.0" encoding="utf-8"?>
<p:sld xmlns:p="http://schemas.openxmlformats.org/presentationml/2006/main">
  <p:cSld>
    <p:bg>
      <p:bgPr>
        <a:solidFill xmlns:a="http://schemas.openxmlformats.org/drawingml/2006/main">
          <a:srgbClr val="191D2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8832A23-F819-42B2-BE73-64B059AD69BA}"/>
              </a:ext>
            </a:extLst>
          </p:cNvPr>
          <p:cNvSpPr>
            <a:spLocks xmlns:a="http://schemas.openxmlformats.org/drawingml/2006/main" noGrp="1"/>
          </p:cNvSpPr>
          <p:nvPr/>
        </p:nvSpPr>
        <p:spPr>
          <a:xfrm xmlns:a="http://schemas.openxmlformats.org/drawingml/2006/main">
            <a:off x="381000" y="247650"/>
            <a:ext cx="114300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69510CCB-CA5D-406F-9B81-A41FDEFDCAA3}"/>
              </a:ext>
            </a:extLst>
          </p:cNvPr>
          <p:cNvPicPr>
            <a:picLocks xmlns:a="http://schemas.openxmlformats.org/drawingml/2006/main" noChangeAspect="1"/>
          </p:cNvPicPr>
          <p:nvPr/>
        </p:nvPicPr>
        <p:blipFill>
          <a:blip xmlns:r="http://schemas.openxmlformats.org/officeDocument/2006/relationships" xmlns:a="http://schemas.openxmlformats.org/drawingml/2006/main" r:embed="Rf9ddd8b5577f4c44">
            <a:extLst>
              <a:ext uri="{96DAC541-7B7A-43D3-8B79-37D633B846F1}">
                <asvg:svgBlip xmlns:asvg="http://schemas.microsoft.com/office/drawing/2016/SVG/main" r:embed="Rda0b5211fc284097"/>
              </a:ext>
            </a:extLst>
          </a:blip>
          <a:stretch xmlns:a="http://schemas.openxmlformats.org/drawingml/2006/main"/>
        </p:blipFill>
        <p:spPr>
          <a:xfrm xmlns:a="http://schemas.openxmlformats.org/drawingml/2006/main">
            <a:off x="523875" y="352425"/>
            <a:ext cx="41910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0A04FE2-7CC2-4AC8-85E0-F5053D344949}"/>
              </a:ext>
            </a:extLst>
          </p:cNvPr>
          <p:cNvSpPr>
            <a:spLocks xmlns:a="http://schemas.openxmlformats.org/drawingml/2006/main" noGrp="1"/>
          </p:cNvSpPr>
          <p:nvPr/>
        </p:nvSpPr>
        <p:spPr>
          <a:xfrm xmlns:a="http://schemas.openxmlformats.org/drawingml/2006/main">
            <a:off x="1066800" y="409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292D42"/>
                </a:solidFill>
                <a:latin typeface="Helvetica Neue"/>
                <a:ea typeface="Helvetica Neue"/>
                <a:cs typeface="Helvetica Neue"/>
              </a:defRPr>
            </a:defPPr>
            <a:lvl1pPr>
              <a:defRPr sz="1950" b="1">
                <a:solidFill>
                  <a:srgbClr val="292D42"/>
                </a:solidFill>
                <a:latin typeface="Helvetica Neue"/>
                <a:ea typeface="Helvetica Neue"/>
                <a:cs typeface="Helvetica Neue"/>
              </a:defRPr>
            </a:lvl1pPr>
            <a:lvl2pPr>
              <a:defRPr sz="1950" b="1">
                <a:solidFill>
                  <a:srgbClr val="292D42"/>
                </a:solidFill>
                <a:latin typeface="Helvetica Neue"/>
                <a:ea typeface="Helvetica Neue"/>
                <a:cs typeface="Helvetica Neue"/>
              </a:defRPr>
            </a:lvl2pPr>
            <a:lvl3pPr>
              <a:defRPr sz="1950" b="1">
                <a:solidFill>
                  <a:srgbClr val="292D42"/>
                </a:solidFill>
                <a:latin typeface="Helvetica Neue"/>
                <a:ea typeface="Helvetica Neue"/>
                <a:cs typeface="Helvetica Neue"/>
              </a:defRPr>
            </a:lvl3pPr>
            <a:lvl4pPr>
              <a:defRPr sz="1950" b="1">
                <a:solidFill>
                  <a:srgbClr val="292D42"/>
                </a:solidFill>
                <a:latin typeface="Helvetica Neue"/>
                <a:ea typeface="Helvetica Neue"/>
                <a:cs typeface="Helvetica Neue"/>
              </a:defRPr>
            </a:lvl4pPr>
            <a:lvl5pPr>
              <a:defRPr sz="1950" b="1">
                <a:solidFill>
                  <a:srgbClr val="292D42"/>
                </a:solidFill>
                <a:latin typeface="Helvetica Neue"/>
                <a:ea typeface="Helvetica Neue"/>
                <a:cs typeface="Helvetica Neue"/>
              </a:defRPr>
            </a:lvl5pPr>
            <a:lvl6pPr>
              <a:defRPr sz="1950" b="1">
                <a:solidFill>
                  <a:srgbClr val="292D42"/>
                </a:solidFill>
                <a:latin typeface="Helvetica Neue"/>
                <a:ea typeface="Helvetica Neue"/>
                <a:cs typeface="Helvetica Neue"/>
              </a:defRPr>
            </a:lvl6pPr>
            <a:lvl7pPr>
              <a:defRPr sz="1950" b="1">
                <a:solidFill>
                  <a:srgbClr val="292D42"/>
                </a:solidFill>
                <a:latin typeface="Helvetica Neue"/>
                <a:ea typeface="Helvetica Neue"/>
                <a:cs typeface="Helvetica Neue"/>
              </a:defRPr>
            </a:lvl7pPr>
            <a:lvl8pPr>
              <a:defRPr sz="1950" b="1">
                <a:solidFill>
                  <a:srgbClr val="292D42"/>
                </a:solidFill>
                <a:latin typeface="Helvetica Neue"/>
                <a:ea typeface="Helvetica Neue"/>
                <a:cs typeface="Helvetica Neue"/>
              </a:defRPr>
            </a:lvl8pPr>
            <a:lvl9pPr>
              <a:defRPr sz="1950" b="1">
                <a:solidFill>
                  <a:srgbClr val="292D42"/>
                </a:solidFill>
                <a:latin typeface="Helvetica Neue"/>
                <a:ea typeface="Helvetica Neue"/>
                <a:cs typeface="Helvetica Neue"/>
              </a:defRPr>
            </a:lvl9pPr>
          </a:lstStyle>
          <a:p xmlns:a="http://schemas.openxmlformats.org/drawingml/2006/main">
            <a:pPr>
              <a:defRPr sz="1950" b="1">
                <a:solidFill>
                  <a:srgbClr val="292D42"/>
                </a:solidFill>
                <a:latin typeface="Helvetica Neue"/>
                <a:ea typeface="Helvetica Neue"/>
                <a:cs typeface="Helvetica Neue"/>
              </a:defRPr>
            </a:pPr>
            <a:r>
              <a:rPr sz="1950" b="1">
                <a:solidFill>
                  <a:srgbClr val="292D42"/>
                </a:solidFill>
                <a:latin typeface="Helvetica Neue"/>
                <a:ea typeface="Helvetica Neue"/>
                <a:cs typeface="Helvetica Neue"/>
              </a:rPr>
              <a:t>Clinical Compass</a:t>
            </a:r>
          </a:p>
        </p:txBody>
      </p:sp>
      <p:sp>
        <p:nvSpPr>
          <p:cNvPr id="4" name="">
            <a:extLst xmlns:a="http://schemas.openxmlformats.org/drawingml/2006/main">
              <a:ext uri="{FF2B5EF4-FFF2-40B4-BE49-F238E27FC236}">
                <a16:creationId xmlns:a16="http://schemas.microsoft.com/office/drawing/2014/main" id="{2B92DB50-57D9-44FA-B2B4-C80E4818F25A}"/>
              </a:ext>
            </a:extLst>
          </p:cNvPr>
          <p:cNvSpPr>
            <a:spLocks xmlns:a="http://schemas.openxmlformats.org/drawingml/2006/main" noGrp="1"/>
          </p:cNvSpPr>
          <p:nvPr/>
        </p:nvSpPr>
        <p:spPr>
          <a:xfrm xmlns:a="http://schemas.openxmlformats.org/drawingml/2006/main">
            <a:off x="7239000" y="4286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500" b="0">
                <a:solidFill>
                  <a:srgbClr val="758099"/>
                </a:solidFill>
                <a:latin typeface="Helvetica Neue"/>
                <a:ea typeface="Helvetica Neue"/>
                <a:cs typeface="Helvetica Neue"/>
              </a:defRPr>
            </a:defPPr>
            <a:lvl1pPr algn="r">
              <a:defRPr sz="1500" b="0">
                <a:solidFill>
                  <a:srgbClr val="758099"/>
                </a:solidFill>
                <a:latin typeface="Helvetica Neue"/>
                <a:ea typeface="Helvetica Neue"/>
                <a:cs typeface="Helvetica Neue"/>
              </a:defRPr>
            </a:lvl1pPr>
            <a:lvl2pPr algn="r">
              <a:defRPr sz="1500" b="0">
                <a:solidFill>
                  <a:srgbClr val="758099"/>
                </a:solidFill>
                <a:latin typeface="Helvetica Neue"/>
                <a:ea typeface="Helvetica Neue"/>
                <a:cs typeface="Helvetica Neue"/>
              </a:defRPr>
            </a:lvl2pPr>
            <a:lvl3pPr algn="r">
              <a:defRPr sz="1500" b="0">
                <a:solidFill>
                  <a:srgbClr val="758099"/>
                </a:solidFill>
                <a:latin typeface="Helvetica Neue"/>
                <a:ea typeface="Helvetica Neue"/>
                <a:cs typeface="Helvetica Neue"/>
              </a:defRPr>
            </a:lvl3pPr>
            <a:lvl4pPr algn="r">
              <a:defRPr sz="1500" b="0">
                <a:solidFill>
                  <a:srgbClr val="758099"/>
                </a:solidFill>
                <a:latin typeface="Helvetica Neue"/>
                <a:ea typeface="Helvetica Neue"/>
                <a:cs typeface="Helvetica Neue"/>
              </a:defRPr>
            </a:lvl4pPr>
            <a:lvl5pPr algn="r">
              <a:defRPr sz="1500" b="0">
                <a:solidFill>
                  <a:srgbClr val="758099"/>
                </a:solidFill>
                <a:latin typeface="Helvetica Neue"/>
                <a:ea typeface="Helvetica Neue"/>
                <a:cs typeface="Helvetica Neue"/>
              </a:defRPr>
            </a:lvl5pPr>
            <a:lvl6pPr algn="r">
              <a:defRPr sz="1500" b="0">
                <a:solidFill>
                  <a:srgbClr val="758099"/>
                </a:solidFill>
                <a:latin typeface="Helvetica Neue"/>
                <a:ea typeface="Helvetica Neue"/>
                <a:cs typeface="Helvetica Neue"/>
              </a:defRPr>
            </a:lvl6pPr>
            <a:lvl7pPr algn="r">
              <a:defRPr sz="1500" b="0">
                <a:solidFill>
                  <a:srgbClr val="758099"/>
                </a:solidFill>
                <a:latin typeface="Helvetica Neue"/>
                <a:ea typeface="Helvetica Neue"/>
                <a:cs typeface="Helvetica Neue"/>
              </a:defRPr>
            </a:lvl7pPr>
            <a:lvl8pPr algn="r">
              <a:defRPr sz="1500" b="0">
                <a:solidFill>
                  <a:srgbClr val="758099"/>
                </a:solidFill>
                <a:latin typeface="Helvetica Neue"/>
                <a:ea typeface="Helvetica Neue"/>
                <a:cs typeface="Helvetica Neue"/>
              </a:defRPr>
            </a:lvl8pPr>
            <a:lvl9pPr algn="r">
              <a:defRPr sz="1500" b="0">
                <a:solidFill>
                  <a:srgbClr val="758099"/>
                </a:solidFill>
                <a:latin typeface="Helvetica Neue"/>
                <a:ea typeface="Helvetica Neue"/>
                <a:cs typeface="Helvetica Neue"/>
              </a:defRPr>
            </a:lvl9pPr>
          </a:lstStyle>
          <a:p xmlns:a="http://schemas.openxmlformats.org/drawingml/2006/main">
            <a:pPr algn="r">
              <a:defRPr sz="1500" b="0">
                <a:solidFill>
                  <a:srgbClr val="758099"/>
                </a:solidFill>
                <a:latin typeface="Helvetica Neue"/>
                <a:ea typeface="Helvetica Neue"/>
                <a:cs typeface="Helvetica Neue"/>
              </a:defRPr>
            </a:pPr>
            <a:r>
              <a:rPr sz="1500" b="0">
                <a:solidFill>
                  <a:srgbClr val="758099"/>
                </a:solidFill>
                <a:latin typeface="Helvetica Neue"/>
                <a:ea typeface="Helvetica Neue"/>
                <a:cs typeface="Helvetica Neue"/>
              </a:rPr>
              <a:t>Готовность решения</a:t>
            </a:r>
          </a:p>
        </p:txBody>
      </p:sp>
      <p:sp>
        <p:nvSpPr>
          <p:cNvPr id="5" name="">
            <a:extLst xmlns:a="http://schemas.openxmlformats.org/drawingml/2006/main">
              <a:ext uri="{FF2B5EF4-FFF2-40B4-BE49-F238E27FC236}">
                <a16:creationId xmlns:a16="http://schemas.microsoft.com/office/drawing/2014/main" id="{A7FA0E85-0DE9-4B67-88B7-9D6D4B51CB6A}"/>
              </a:ext>
            </a:extLst>
          </p:cNvPr>
          <p:cNvSpPr>
            <a:spLocks xmlns:a="http://schemas.openxmlformats.org/drawingml/2006/main" noGrp="1"/>
          </p:cNvSpPr>
          <p:nvPr/>
        </p:nvSpPr>
        <p:spPr>
          <a:xfrm xmlns:a="http://schemas.openxmlformats.org/drawingml/2006/main">
            <a:off x="11315700" y="428625"/>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350" b="0">
                <a:solidFill>
                  <a:srgbClr val="758099"/>
                </a:solidFill>
                <a:latin typeface="Helvetica Neue"/>
                <a:ea typeface="Helvetica Neue"/>
                <a:cs typeface="Helvetica Neue"/>
              </a:defRPr>
            </a:defPPr>
            <a:lvl1pPr algn="r">
              <a:defRPr sz="1350" b="0">
                <a:solidFill>
                  <a:srgbClr val="758099"/>
                </a:solidFill>
                <a:latin typeface="Helvetica Neue"/>
                <a:ea typeface="Helvetica Neue"/>
                <a:cs typeface="Helvetica Neue"/>
              </a:defRPr>
            </a:lvl1pPr>
            <a:lvl2pPr algn="r">
              <a:defRPr sz="1350" b="0">
                <a:solidFill>
                  <a:srgbClr val="758099"/>
                </a:solidFill>
                <a:latin typeface="Helvetica Neue"/>
                <a:ea typeface="Helvetica Neue"/>
                <a:cs typeface="Helvetica Neue"/>
              </a:defRPr>
            </a:lvl2pPr>
            <a:lvl3pPr algn="r">
              <a:defRPr sz="1350" b="0">
                <a:solidFill>
                  <a:srgbClr val="758099"/>
                </a:solidFill>
                <a:latin typeface="Helvetica Neue"/>
                <a:ea typeface="Helvetica Neue"/>
                <a:cs typeface="Helvetica Neue"/>
              </a:defRPr>
            </a:lvl3pPr>
            <a:lvl4pPr algn="r">
              <a:defRPr sz="1350" b="0">
                <a:solidFill>
                  <a:srgbClr val="758099"/>
                </a:solidFill>
                <a:latin typeface="Helvetica Neue"/>
                <a:ea typeface="Helvetica Neue"/>
                <a:cs typeface="Helvetica Neue"/>
              </a:defRPr>
            </a:lvl4pPr>
            <a:lvl5pPr algn="r">
              <a:defRPr sz="1350" b="0">
                <a:solidFill>
                  <a:srgbClr val="758099"/>
                </a:solidFill>
                <a:latin typeface="Helvetica Neue"/>
                <a:ea typeface="Helvetica Neue"/>
                <a:cs typeface="Helvetica Neue"/>
              </a:defRPr>
            </a:lvl5pPr>
            <a:lvl6pPr algn="r">
              <a:defRPr sz="1350" b="0">
                <a:solidFill>
                  <a:srgbClr val="758099"/>
                </a:solidFill>
                <a:latin typeface="Helvetica Neue"/>
                <a:ea typeface="Helvetica Neue"/>
                <a:cs typeface="Helvetica Neue"/>
              </a:defRPr>
            </a:lvl6pPr>
            <a:lvl7pPr algn="r">
              <a:defRPr sz="1350" b="0">
                <a:solidFill>
                  <a:srgbClr val="758099"/>
                </a:solidFill>
                <a:latin typeface="Helvetica Neue"/>
                <a:ea typeface="Helvetica Neue"/>
                <a:cs typeface="Helvetica Neue"/>
              </a:defRPr>
            </a:lvl7pPr>
            <a:lvl8pPr algn="r">
              <a:defRPr sz="1350" b="0">
                <a:solidFill>
                  <a:srgbClr val="758099"/>
                </a:solidFill>
                <a:latin typeface="Helvetica Neue"/>
                <a:ea typeface="Helvetica Neue"/>
                <a:cs typeface="Helvetica Neue"/>
              </a:defRPr>
            </a:lvl8pPr>
            <a:lvl9pPr algn="r">
              <a:defRPr sz="1350" b="0">
                <a:solidFill>
                  <a:srgbClr val="758099"/>
                </a:solidFill>
                <a:latin typeface="Helvetica Neue"/>
                <a:ea typeface="Helvetica Neue"/>
                <a:cs typeface="Helvetica Neue"/>
              </a:defRPr>
            </a:lvl9pPr>
          </a:lstStyle>
          <a:p xmlns:a="http://schemas.openxmlformats.org/drawingml/2006/main">
            <a:pPr algn="r">
              <a:defRPr sz="1350" b="0">
                <a:solidFill>
                  <a:srgbClr val="758099"/>
                </a:solidFill>
                <a:latin typeface="Helvetica Neue"/>
                <a:ea typeface="Helvetica Neue"/>
                <a:cs typeface="Helvetica Neue"/>
              </a:defRPr>
            </a:pPr>
            <a:r>
              <a:rPr sz="1350" b="0">
                <a:solidFill>
                  <a:srgbClr val="758099"/>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8C186803-021B-4C34-BF8D-BEB5B7DB45DF}"/>
              </a:ext>
            </a:extLst>
          </p:cNvPr>
          <p:cNvSpPr>
            <a:spLocks xmlns:a="http://schemas.openxmlformats.org/drawingml/2006/main" noGrp="1"/>
          </p:cNvSpPr>
          <p:nvPr/>
        </p:nvSpPr>
        <p:spPr>
          <a:xfrm xmlns:a="http://schemas.openxmlformats.org/drawingml/2006/main">
            <a:off x="533400" y="1190625"/>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75" b="0">
                <a:solidFill>
                  <a:srgbClr val="FFFFFF"/>
                </a:solidFill>
                <a:latin typeface="Helvetica Neue"/>
                <a:ea typeface="Helvetica Neue"/>
                <a:cs typeface="Helvetica Neue"/>
              </a:defRPr>
            </a:defPPr>
            <a:lvl1pPr>
              <a:defRPr sz="3675" b="0">
                <a:solidFill>
                  <a:srgbClr val="FFFFFF"/>
                </a:solidFill>
                <a:latin typeface="Helvetica Neue"/>
                <a:ea typeface="Helvetica Neue"/>
                <a:cs typeface="Helvetica Neue"/>
              </a:defRPr>
            </a:lvl1pPr>
            <a:lvl2pPr>
              <a:defRPr sz="3675" b="0">
                <a:solidFill>
                  <a:srgbClr val="FFFFFF"/>
                </a:solidFill>
                <a:latin typeface="Helvetica Neue"/>
                <a:ea typeface="Helvetica Neue"/>
                <a:cs typeface="Helvetica Neue"/>
              </a:defRPr>
            </a:lvl2pPr>
            <a:lvl3pPr>
              <a:defRPr sz="3675" b="0">
                <a:solidFill>
                  <a:srgbClr val="FFFFFF"/>
                </a:solidFill>
                <a:latin typeface="Helvetica Neue"/>
                <a:ea typeface="Helvetica Neue"/>
                <a:cs typeface="Helvetica Neue"/>
              </a:defRPr>
            </a:lvl3pPr>
            <a:lvl4pPr>
              <a:defRPr sz="3675" b="0">
                <a:solidFill>
                  <a:srgbClr val="FFFFFF"/>
                </a:solidFill>
                <a:latin typeface="Helvetica Neue"/>
                <a:ea typeface="Helvetica Neue"/>
                <a:cs typeface="Helvetica Neue"/>
              </a:defRPr>
            </a:lvl4pPr>
            <a:lvl5pPr>
              <a:defRPr sz="3675" b="0">
                <a:solidFill>
                  <a:srgbClr val="FFFFFF"/>
                </a:solidFill>
                <a:latin typeface="Helvetica Neue"/>
                <a:ea typeface="Helvetica Neue"/>
                <a:cs typeface="Helvetica Neue"/>
              </a:defRPr>
            </a:lvl5pPr>
            <a:lvl6pPr>
              <a:defRPr sz="3675" b="0">
                <a:solidFill>
                  <a:srgbClr val="FFFFFF"/>
                </a:solidFill>
                <a:latin typeface="Helvetica Neue"/>
                <a:ea typeface="Helvetica Neue"/>
                <a:cs typeface="Helvetica Neue"/>
              </a:defRPr>
            </a:lvl6pPr>
            <a:lvl7pPr>
              <a:defRPr sz="3675" b="0">
                <a:solidFill>
                  <a:srgbClr val="FFFFFF"/>
                </a:solidFill>
                <a:latin typeface="Helvetica Neue"/>
                <a:ea typeface="Helvetica Neue"/>
                <a:cs typeface="Helvetica Neue"/>
              </a:defRPr>
            </a:lvl7pPr>
            <a:lvl8pPr>
              <a:defRPr sz="3675" b="0">
                <a:solidFill>
                  <a:srgbClr val="FFFFFF"/>
                </a:solidFill>
                <a:latin typeface="Helvetica Neue"/>
                <a:ea typeface="Helvetica Neue"/>
                <a:cs typeface="Helvetica Neue"/>
              </a:defRPr>
            </a:lvl8pPr>
            <a:lvl9pPr>
              <a:defRPr sz="3675" b="0">
                <a:solidFill>
                  <a:srgbClr val="FFFFFF"/>
                </a:solidFill>
                <a:latin typeface="Helvetica Neue"/>
                <a:ea typeface="Helvetica Neue"/>
                <a:cs typeface="Helvetica Neue"/>
              </a:defRPr>
            </a:lvl9pPr>
          </a:lstStyle>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Работающий прототип для демонстрации</a:t>
            </a:r>
          </a:p>
        </p:txBody>
      </p:sp>
      <p:sp>
        <p:nvSpPr>
          <p:cNvPr id="7" name="">
            <a:extLst xmlns:a="http://schemas.openxmlformats.org/drawingml/2006/main">
              <a:ext uri="{FF2B5EF4-FFF2-40B4-BE49-F238E27FC236}">
                <a16:creationId xmlns:a16="http://schemas.microsoft.com/office/drawing/2014/main" id="{79CC8306-8E83-4328-AF70-F5A4ED88E1BF}"/>
              </a:ext>
            </a:extLst>
          </p:cNvPr>
          <p:cNvSpPr>
            <a:spLocks xmlns:a="http://schemas.openxmlformats.org/drawingml/2006/main" noGrp="1"/>
          </p:cNvSpPr>
          <p:nvPr/>
        </p:nvSpPr>
        <p:spPr>
          <a:xfrm xmlns:a="http://schemas.openxmlformats.org/drawingml/2006/main">
            <a:off x="533400" y="2324100"/>
            <a:ext cx="11125200" cy="1981200"/>
          </a:xfrm>
          <a:prstGeom xmlns:a="http://schemas.openxmlformats.org/drawingml/2006/main" prst="roundRect">
            <a:avLst>
              <a:gd name="adj" fmla="val 14423"/>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22A59D1-D201-4F37-B2B2-2D6354B15F80}"/>
              </a:ext>
            </a:extLst>
          </p:cNvPr>
          <p:cNvSpPr>
            <a:spLocks xmlns:a="http://schemas.openxmlformats.org/drawingml/2006/main" noGrp="1"/>
          </p:cNvSpPr>
          <p:nvPr/>
        </p:nvSpPr>
        <p:spPr>
          <a:xfrm xmlns:a="http://schemas.openxmlformats.org/drawingml/2006/main">
            <a:off x="819150" y="2505075"/>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5850" b="0">
                <a:solidFill>
                  <a:srgbClr val="315FD1"/>
                </a:solidFill>
                <a:latin typeface="Helvetica Neue"/>
                <a:ea typeface="Helvetica Neue"/>
                <a:cs typeface="Helvetica Neue"/>
              </a:defRPr>
            </a:defPPr>
            <a:lvl1pPr>
              <a:defRPr sz="5850" b="0">
                <a:solidFill>
                  <a:srgbClr val="315FD1"/>
                </a:solidFill>
                <a:latin typeface="Helvetica Neue"/>
                <a:ea typeface="Helvetica Neue"/>
                <a:cs typeface="Helvetica Neue"/>
              </a:defRPr>
            </a:lvl1pPr>
            <a:lvl2pPr>
              <a:defRPr sz="5850" b="0">
                <a:solidFill>
                  <a:srgbClr val="315FD1"/>
                </a:solidFill>
                <a:latin typeface="Helvetica Neue"/>
                <a:ea typeface="Helvetica Neue"/>
                <a:cs typeface="Helvetica Neue"/>
              </a:defRPr>
            </a:lvl2pPr>
            <a:lvl3pPr>
              <a:defRPr sz="5850" b="0">
                <a:solidFill>
                  <a:srgbClr val="315FD1"/>
                </a:solidFill>
                <a:latin typeface="Helvetica Neue"/>
                <a:ea typeface="Helvetica Neue"/>
                <a:cs typeface="Helvetica Neue"/>
              </a:defRPr>
            </a:lvl3pPr>
            <a:lvl4pPr>
              <a:defRPr sz="5850" b="0">
                <a:solidFill>
                  <a:srgbClr val="315FD1"/>
                </a:solidFill>
                <a:latin typeface="Helvetica Neue"/>
                <a:ea typeface="Helvetica Neue"/>
                <a:cs typeface="Helvetica Neue"/>
              </a:defRPr>
            </a:lvl4pPr>
            <a:lvl5pPr>
              <a:defRPr sz="5850" b="0">
                <a:solidFill>
                  <a:srgbClr val="315FD1"/>
                </a:solidFill>
                <a:latin typeface="Helvetica Neue"/>
                <a:ea typeface="Helvetica Neue"/>
                <a:cs typeface="Helvetica Neue"/>
              </a:defRPr>
            </a:lvl5pPr>
            <a:lvl6pPr>
              <a:defRPr sz="5850" b="0">
                <a:solidFill>
                  <a:srgbClr val="315FD1"/>
                </a:solidFill>
                <a:latin typeface="Helvetica Neue"/>
                <a:ea typeface="Helvetica Neue"/>
                <a:cs typeface="Helvetica Neue"/>
              </a:defRPr>
            </a:lvl6pPr>
            <a:lvl7pPr>
              <a:defRPr sz="5850" b="0">
                <a:solidFill>
                  <a:srgbClr val="315FD1"/>
                </a:solidFill>
                <a:latin typeface="Helvetica Neue"/>
                <a:ea typeface="Helvetica Neue"/>
                <a:cs typeface="Helvetica Neue"/>
              </a:defRPr>
            </a:lvl7pPr>
            <a:lvl8pPr>
              <a:defRPr sz="5850" b="0">
                <a:solidFill>
                  <a:srgbClr val="315FD1"/>
                </a:solidFill>
                <a:latin typeface="Helvetica Neue"/>
                <a:ea typeface="Helvetica Neue"/>
                <a:cs typeface="Helvetica Neue"/>
              </a:defRPr>
            </a:lvl8pPr>
            <a:lvl9pPr>
              <a:defRPr sz="5850" b="0">
                <a:solidFill>
                  <a:srgbClr val="315FD1"/>
                </a:solidFill>
                <a:latin typeface="Helvetica Neue"/>
                <a:ea typeface="Helvetica Neue"/>
                <a:cs typeface="Helvetica Neue"/>
              </a:defRPr>
            </a:lvl9pPr>
          </a:lstStyle>
          <a:p xmlns:a="http://schemas.openxmlformats.org/drawingml/2006/main">
            <a:pPr>
              <a:defRPr sz="5850" b="0">
                <a:solidFill>
                  <a:srgbClr val="315FD1"/>
                </a:solidFill>
                <a:latin typeface="Helvetica Neue"/>
                <a:ea typeface="Helvetica Neue"/>
                <a:cs typeface="Helvetica Neue"/>
              </a:defRPr>
            </a:pPr>
            <a:r>
              <a:rPr sz="5850" b="0">
                <a:solidFill>
                  <a:srgbClr val="315FD1"/>
                </a:solidFill>
                <a:latin typeface="Helvetica Neue"/>
                <a:ea typeface="Helvetica Neue"/>
                <a:cs typeface="Helvetica Neue"/>
              </a:rPr>
              <a:t>201</a:t>
            </a:r>
          </a:p>
        </p:txBody>
      </p:sp>
      <p:sp>
        <p:nvSpPr>
          <p:cNvPr id="9" name="">
            <a:extLst xmlns:a="http://schemas.openxmlformats.org/drawingml/2006/main">
              <a:ext uri="{FF2B5EF4-FFF2-40B4-BE49-F238E27FC236}">
                <a16:creationId xmlns:a16="http://schemas.microsoft.com/office/drawing/2014/main" id="{98F3C1B9-7DBA-4D86-9909-8D22B3540827}"/>
              </a:ext>
            </a:extLst>
          </p:cNvPr>
          <p:cNvSpPr>
            <a:spLocks xmlns:a="http://schemas.openxmlformats.org/drawingml/2006/main" noGrp="1"/>
          </p:cNvSpPr>
          <p:nvPr/>
        </p:nvSpPr>
        <p:spPr>
          <a:xfrm xmlns:a="http://schemas.openxmlformats.org/drawingml/2006/main">
            <a:off x="819150" y="35623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292D42"/>
                </a:solidFill>
                <a:latin typeface="Helvetica Neue"/>
                <a:ea typeface="Helvetica Neue"/>
                <a:cs typeface="Helvetica Neue"/>
              </a:defRPr>
            </a:defPPr>
            <a:lvl1pPr>
              <a:defRPr sz="1950" b="0">
                <a:solidFill>
                  <a:srgbClr val="292D42"/>
                </a:solidFill>
                <a:latin typeface="Helvetica Neue"/>
                <a:ea typeface="Helvetica Neue"/>
                <a:cs typeface="Helvetica Neue"/>
              </a:defRPr>
            </a:lvl1pPr>
            <a:lvl2pPr>
              <a:defRPr sz="1950" b="0">
                <a:solidFill>
                  <a:srgbClr val="292D42"/>
                </a:solidFill>
                <a:latin typeface="Helvetica Neue"/>
                <a:ea typeface="Helvetica Neue"/>
                <a:cs typeface="Helvetica Neue"/>
              </a:defRPr>
            </a:lvl2pPr>
            <a:lvl3pPr>
              <a:defRPr sz="1950" b="0">
                <a:solidFill>
                  <a:srgbClr val="292D42"/>
                </a:solidFill>
                <a:latin typeface="Helvetica Neue"/>
                <a:ea typeface="Helvetica Neue"/>
                <a:cs typeface="Helvetica Neue"/>
              </a:defRPr>
            </a:lvl3pPr>
            <a:lvl4pPr>
              <a:defRPr sz="1950" b="0">
                <a:solidFill>
                  <a:srgbClr val="292D42"/>
                </a:solidFill>
                <a:latin typeface="Helvetica Neue"/>
                <a:ea typeface="Helvetica Neue"/>
                <a:cs typeface="Helvetica Neue"/>
              </a:defRPr>
            </a:lvl4pPr>
            <a:lvl5pPr>
              <a:defRPr sz="1950" b="0">
                <a:solidFill>
                  <a:srgbClr val="292D42"/>
                </a:solidFill>
                <a:latin typeface="Helvetica Neue"/>
                <a:ea typeface="Helvetica Neue"/>
                <a:cs typeface="Helvetica Neue"/>
              </a:defRPr>
            </a:lvl5pPr>
            <a:lvl6pPr>
              <a:defRPr sz="1950" b="0">
                <a:solidFill>
                  <a:srgbClr val="292D42"/>
                </a:solidFill>
                <a:latin typeface="Helvetica Neue"/>
                <a:ea typeface="Helvetica Neue"/>
                <a:cs typeface="Helvetica Neue"/>
              </a:defRPr>
            </a:lvl6pPr>
            <a:lvl7pPr>
              <a:defRPr sz="1950" b="0">
                <a:solidFill>
                  <a:srgbClr val="292D42"/>
                </a:solidFill>
                <a:latin typeface="Helvetica Neue"/>
                <a:ea typeface="Helvetica Neue"/>
                <a:cs typeface="Helvetica Neue"/>
              </a:defRPr>
            </a:lvl7pPr>
            <a:lvl8pPr>
              <a:defRPr sz="1950" b="0">
                <a:solidFill>
                  <a:srgbClr val="292D42"/>
                </a:solidFill>
                <a:latin typeface="Helvetica Neue"/>
                <a:ea typeface="Helvetica Neue"/>
                <a:cs typeface="Helvetica Neue"/>
              </a:defRPr>
            </a:lvl8pPr>
            <a:lvl9pPr>
              <a:defRPr sz="1950" b="0">
                <a:solidFill>
                  <a:srgbClr val="292D42"/>
                </a:solidFill>
                <a:latin typeface="Helvetica Neue"/>
                <a:ea typeface="Helvetica Neue"/>
                <a:cs typeface="Helvetica Neue"/>
              </a:defRPr>
            </a:lvl9pPr>
          </a:lstStyle>
          <a:p xmlns:a="http://schemas.openxmlformats.org/drawingml/2006/main">
            <a:pPr>
              <a:defRPr sz="1950" b="0">
                <a:solidFill>
                  <a:srgbClr val="292D42"/>
                </a:solidFill>
                <a:latin typeface="Helvetica Neue"/>
                <a:ea typeface="Helvetica Neue"/>
                <a:cs typeface="Helvetica Neue"/>
              </a:defRPr>
            </a:pPr>
            <a:r>
              <a:rPr sz="1950" b="0">
                <a:solidFill>
                  <a:srgbClr val="292D42"/>
                </a:solidFill>
                <a:latin typeface="Helvetica Neue"/>
                <a:ea typeface="Helvetica Neue"/>
                <a:cs typeface="Helvetica Neue"/>
              </a:rPr>
              <a:t>автоматическая проверка</a:t>
            </a:r>
          </a:p>
        </p:txBody>
      </p:sp>
      <p:sp>
        <p:nvSpPr>
          <p:cNvPr id="10" name="">
            <a:extLst xmlns:a="http://schemas.openxmlformats.org/drawingml/2006/main">
              <a:ext uri="{FF2B5EF4-FFF2-40B4-BE49-F238E27FC236}">
                <a16:creationId xmlns:a16="http://schemas.microsoft.com/office/drawing/2014/main" id="{A58CD229-990A-4BA0-A3DB-DD4839278D26}"/>
              </a:ext>
            </a:extLst>
          </p:cNvPr>
          <p:cNvSpPr>
            <a:spLocks xmlns:a="http://schemas.openxmlformats.org/drawingml/2006/main" noGrp="1"/>
          </p:cNvSpPr>
          <p:nvPr/>
        </p:nvSpPr>
        <p:spPr>
          <a:xfrm xmlns:a="http://schemas.openxmlformats.org/drawingml/2006/main">
            <a:off x="5895975" y="2619375"/>
            <a:ext cx="9525" cy="1352550"/>
          </a:xfrm>
          <a:prstGeom xmlns:a="http://schemas.openxmlformats.org/drawingml/2006/main" prst="rect">
            <a:avLst/>
          </a:prstGeom>
          <a:solidFill xmlns:a="http://schemas.openxmlformats.org/drawingml/2006/main">
            <a:srgbClr val="DFE5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EBA146A-9526-4AA7-8F99-15922CDA612A}"/>
              </a:ext>
            </a:extLst>
          </p:cNvPr>
          <p:cNvSpPr>
            <a:spLocks xmlns:a="http://schemas.openxmlformats.org/drawingml/2006/main" noGrp="1"/>
          </p:cNvSpPr>
          <p:nvPr/>
        </p:nvSpPr>
        <p:spPr>
          <a:xfrm xmlns:a="http://schemas.openxmlformats.org/drawingml/2006/main">
            <a:off x="6324600" y="2505075"/>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5850" b="0">
                <a:solidFill>
                  <a:srgbClr val="315FD1"/>
                </a:solidFill>
                <a:latin typeface="Helvetica Neue"/>
                <a:ea typeface="Helvetica Neue"/>
                <a:cs typeface="Helvetica Neue"/>
              </a:defRPr>
            </a:defPPr>
            <a:lvl1pPr>
              <a:defRPr sz="5850" b="0">
                <a:solidFill>
                  <a:srgbClr val="315FD1"/>
                </a:solidFill>
                <a:latin typeface="Helvetica Neue"/>
                <a:ea typeface="Helvetica Neue"/>
                <a:cs typeface="Helvetica Neue"/>
              </a:defRPr>
            </a:lvl1pPr>
            <a:lvl2pPr>
              <a:defRPr sz="5850" b="0">
                <a:solidFill>
                  <a:srgbClr val="315FD1"/>
                </a:solidFill>
                <a:latin typeface="Helvetica Neue"/>
                <a:ea typeface="Helvetica Neue"/>
                <a:cs typeface="Helvetica Neue"/>
              </a:defRPr>
            </a:lvl2pPr>
            <a:lvl3pPr>
              <a:defRPr sz="5850" b="0">
                <a:solidFill>
                  <a:srgbClr val="315FD1"/>
                </a:solidFill>
                <a:latin typeface="Helvetica Neue"/>
                <a:ea typeface="Helvetica Neue"/>
                <a:cs typeface="Helvetica Neue"/>
              </a:defRPr>
            </a:lvl3pPr>
            <a:lvl4pPr>
              <a:defRPr sz="5850" b="0">
                <a:solidFill>
                  <a:srgbClr val="315FD1"/>
                </a:solidFill>
                <a:latin typeface="Helvetica Neue"/>
                <a:ea typeface="Helvetica Neue"/>
                <a:cs typeface="Helvetica Neue"/>
              </a:defRPr>
            </a:lvl4pPr>
            <a:lvl5pPr>
              <a:defRPr sz="5850" b="0">
                <a:solidFill>
                  <a:srgbClr val="315FD1"/>
                </a:solidFill>
                <a:latin typeface="Helvetica Neue"/>
                <a:ea typeface="Helvetica Neue"/>
                <a:cs typeface="Helvetica Neue"/>
              </a:defRPr>
            </a:lvl5pPr>
            <a:lvl6pPr>
              <a:defRPr sz="5850" b="0">
                <a:solidFill>
                  <a:srgbClr val="315FD1"/>
                </a:solidFill>
                <a:latin typeface="Helvetica Neue"/>
                <a:ea typeface="Helvetica Neue"/>
                <a:cs typeface="Helvetica Neue"/>
              </a:defRPr>
            </a:lvl6pPr>
            <a:lvl7pPr>
              <a:defRPr sz="5850" b="0">
                <a:solidFill>
                  <a:srgbClr val="315FD1"/>
                </a:solidFill>
                <a:latin typeface="Helvetica Neue"/>
                <a:ea typeface="Helvetica Neue"/>
                <a:cs typeface="Helvetica Neue"/>
              </a:defRPr>
            </a:lvl7pPr>
            <a:lvl8pPr>
              <a:defRPr sz="5850" b="0">
                <a:solidFill>
                  <a:srgbClr val="315FD1"/>
                </a:solidFill>
                <a:latin typeface="Helvetica Neue"/>
                <a:ea typeface="Helvetica Neue"/>
                <a:cs typeface="Helvetica Neue"/>
              </a:defRPr>
            </a:lvl8pPr>
            <a:lvl9pPr>
              <a:defRPr sz="5850" b="0">
                <a:solidFill>
                  <a:srgbClr val="315FD1"/>
                </a:solidFill>
                <a:latin typeface="Helvetica Neue"/>
                <a:ea typeface="Helvetica Neue"/>
                <a:cs typeface="Helvetica Neue"/>
              </a:defRPr>
            </a:lvl9pPr>
          </a:lstStyle>
          <a:p xmlns:a="http://schemas.openxmlformats.org/drawingml/2006/main">
            <a:pPr>
              <a:defRPr sz="5850" b="0">
                <a:solidFill>
                  <a:srgbClr val="315FD1"/>
                </a:solidFill>
                <a:latin typeface="Helvetica Neue"/>
                <a:ea typeface="Helvetica Neue"/>
                <a:cs typeface="Helvetica Neue"/>
              </a:defRPr>
            </a:pPr>
            <a:r>
              <a:rPr sz="5850" b="0">
                <a:solidFill>
                  <a:srgbClr val="315FD1"/>
                </a:solidFill>
                <a:latin typeface="Helvetica Neue"/>
                <a:ea typeface="Helvetica Neue"/>
                <a:cs typeface="Helvetica Neue"/>
              </a:rPr>
              <a:t>4</a:t>
            </a:r>
          </a:p>
        </p:txBody>
      </p:sp>
      <p:sp>
        <p:nvSpPr>
          <p:cNvPr id="12" name="">
            <a:extLst xmlns:a="http://schemas.openxmlformats.org/drawingml/2006/main">
              <a:ext uri="{FF2B5EF4-FFF2-40B4-BE49-F238E27FC236}">
                <a16:creationId xmlns:a16="http://schemas.microsoft.com/office/drawing/2014/main" id="{D1F44B7F-8338-4E11-ADCA-F821C167A1D4}"/>
              </a:ext>
            </a:extLst>
          </p:cNvPr>
          <p:cNvSpPr>
            <a:spLocks xmlns:a="http://schemas.openxmlformats.org/drawingml/2006/main" noGrp="1"/>
          </p:cNvSpPr>
          <p:nvPr/>
        </p:nvSpPr>
        <p:spPr>
          <a:xfrm xmlns:a="http://schemas.openxmlformats.org/drawingml/2006/main">
            <a:off x="6324600" y="3562350"/>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292D42"/>
                </a:solidFill>
                <a:latin typeface="Helvetica Neue"/>
                <a:ea typeface="Helvetica Neue"/>
                <a:cs typeface="Helvetica Neue"/>
              </a:defRPr>
            </a:defPPr>
            <a:lvl1pPr>
              <a:defRPr sz="1950" b="0">
                <a:solidFill>
                  <a:srgbClr val="292D42"/>
                </a:solidFill>
                <a:latin typeface="Helvetica Neue"/>
                <a:ea typeface="Helvetica Neue"/>
                <a:cs typeface="Helvetica Neue"/>
              </a:defRPr>
            </a:lvl1pPr>
            <a:lvl2pPr>
              <a:defRPr sz="1950" b="0">
                <a:solidFill>
                  <a:srgbClr val="292D42"/>
                </a:solidFill>
                <a:latin typeface="Helvetica Neue"/>
                <a:ea typeface="Helvetica Neue"/>
                <a:cs typeface="Helvetica Neue"/>
              </a:defRPr>
            </a:lvl2pPr>
            <a:lvl3pPr>
              <a:defRPr sz="1950" b="0">
                <a:solidFill>
                  <a:srgbClr val="292D42"/>
                </a:solidFill>
                <a:latin typeface="Helvetica Neue"/>
                <a:ea typeface="Helvetica Neue"/>
                <a:cs typeface="Helvetica Neue"/>
              </a:defRPr>
            </a:lvl3pPr>
            <a:lvl4pPr>
              <a:defRPr sz="1950" b="0">
                <a:solidFill>
                  <a:srgbClr val="292D42"/>
                </a:solidFill>
                <a:latin typeface="Helvetica Neue"/>
                <a:ea typeface="Helvetica Neue"/>
                <a:cs typeface="Helvetica Neue"/>
              </a:defRPr>
            </a:lvl4pPr>
            <a:lvl5pPr>
              <a:defRPr sz="1950" b="0">
                <a:solidFill>
                  <a:srgbClr val="292D42"/>
                </a:solidFill>
                <a:latin typeface="Helvetica Neue"/>
                <a:ea typeface="Helvetica Neue"/>
                <a:cs typeface="Helvetica Neue"/>
              </a:defRPr>
            </a:lvl5pPr>
            <a:lvl6pPr>
              <a:defRPr sz="1950" b="0">
                <a:solidFill>
                  <a:srgbClr val="292D42"/>
                </a:solidFill>
                <a:latin typeface="Helvetica Neue"/>
                <a:ea typeface="Helvetica Neue"/>
                <a:cs typeface="Helvetica Neue"/>
              </a:defRPr>
            </a:lvl6pPr>
            <a:lvl7pPr>
              <a:defRPr sz="1950" b="0">
                <a:solidFill>
                  <a:srgbClr val="292D42"/>
                </a:solidFill>
                <a:latin typeface="Helvetica Neue"/>
                <a:ea typeface="Helvetica Neue"/>
                <a:cs typeface="Helvetica Neue"/>
              </a:defRPr>
            </a:lvl7pPr>
            <a:lvl8pPr>
              <a:defRPr sz="1950" b="0">
                <a:solidFill>
                  <a:srgbClr val="292D42"/>
                </a:solidFill>
                <a:latin typeface="Helvetica Neue"/>
                <a:ea typeface="Helvetica Neue"/>
                <a:cs typeface="Helvetica Neue"/>
              </a:defRPr>
            </a:lvl8pPr>
            <a:lvl9pPr>
              <a:defRPr sz="1950" b="0">
                <a:solidFill>
                  <a:srgbClr val="292D42"/>
                </a:solidFill>
                <a:latin typeface="Helvetica Neue"/>
                <a:ea typeface="Helvetica Neue"/>
                <a:cs typeface="Helvetica Neue"/>
              </a:defRPr>
            </a:lvl9pPr>
          </a:lstStyle>
          <a:p xmlns:a="http://schemas.openxmlformats.org/drawingml/2006/main">
            <a:pPr>
              <a:defRPr sz="1950" b="0">
                <a:solidFill>
                  <a:srgbClr val="292D42"/>
                </a:solidFill>
                <a:latin typeface="Helvetica Neue"/>
                <a:ea typeface="Helvetica Neue"/>
                <a:cs typeface="Helvetica Neue"/>
              </a:defRPr>
            </a:pPr>
            <a:r>
              <a:rPr sz="1950" b="0">
                <a:solidFill>
                  <a:srgbClr val="292D42"/>
                </a:solidFill>
                <a:latin typeface="Helvetica Neue"/>
                <a:ea typeface="Helvetica Neue"/>
                <a:cs typeface="Helvetica Neue"/>
              </a:rPr>
              <a:t>истории по 21 записи</a:t>
            </a:r>
          </a:p>
        </p:txBody>
      </p:sp>
      <p:sp>
        <p:nvSpPr>
          <p:cNvPr id="13" name="">
            <a:extLst xmlns:a="http://schemas.openxmlformats.org/drawingml/2006/main">
              <a:ext uri="{FF2B5EF4-FFF2-40B4-BE49-F238E27FC236}">
                <a16:creationId xmlns:a16="http://schemas.microsoft.com/office/drawing/2014/main" id="{F8DDB726-480E-4FAD-9054-E73D2CAD81FE}"/>
              </a:ext>
            </a:extLst>
          </p:cNvPr>
          <p:cNvSpPr>
            <a:spLocks xmlns:a="http://schemas.openxmlformats.org/drawingml/2006/main" noGrp="1"/>
          </p:cNvSpPr>
          <p:nvPr/>
        </p:nvSpPr>
        <p:spPr>
          <a:xfrm xmlns:a="http://schemas.openxmlformats.org/drawingml/2006/main">
            <a:off x="571500" y="4695825"/>
            <a:ext cx="1095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Следующий шаг</a:t>
            </a:r>
          </a:p>
        </p:txBody>
      </p:sp>
      <p:sp>
        <p:nvSpPr>
          <p:cNvPr id="14" name="">
            <a:extLst xmlns:a="http://schemas.openxmlformats.org/drawingml/2006/main">
              <a:ext uri="{FF2B5EF4-FFF2-40B4-BE49-F238E27FC236}">
                <a16:creationId xmlns:a16="http://schemas.microsoft.com/office/drawing/2014/main" id="{2DD10682-69EB-42C0-A715-704140417CF1}"/>
              </a:ext>
            </a:extLst>
          </p:cNvPr>
          <p:cNvSpPr>
            <a:spLocks xmlns:a="http://schemas.openxmlformats.org/drawingml/2006/main" noGrp="1"/>
          </p:cNvSpPr>
          <p:nvPr/>
        </p:nvSpPr>
        <p:spPr>
          <a:xfrm xmlns:a="http://schemas.openxmlformats.org/drawingml/2006/main">
            <a:off x="571500" y="5267325"/>
            <a:ext cx="1076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400" b="0">
                <a:solidFill>
                  <a:srgbClr val="ADC5FF"/>
                </a:solidFill>
                <a:latin typeface="Helvetica Neue"/>
                <a:ea typeface="Helvetica Neue"/>
                <a:cs typeface="Helvetica Neue"/>
              </a:defRPr>
            </a:defPPr>
            <a:lvl1pPr>
              <a:defRPr sz="2400" b="0">
                <a:solidFill>
                  <a:srgbClr val="ADC5FF"/>
                </a:solidFill>
                <a:latin typeface="Helvetica Neue"/>
                <a:ea typeface="Helvetica Neue"/>
                <a:cs typeface="Helvetica Neue"/>
              </a:defRPr>
            </a:lvl1pPr>
            <a:lvl2pPr>
              <a:defRPr sz="2400" b="0">
                <a:solidFill>
                  <a:srgbClr val="ADC5FF"/>
                </a:solidFill>
                <a:latin typeface="Helvetica Neue"/>
                <a:ea typeface="Helvetica Neue"/>
                <a:cs typeface="Helvetica Neue"/>
              </a:defRPr>
            </a:lvl2pPr>
            <a:lvl3pPr>
              <a:defRPr sz="2400" b="0">
                <a:solidFill>
                  <a:srgbClr val="ADC5FF"/>
                </a:solidFill>
                <a:latin typeface="Helvetica Neue"/>
                <a:ea typeface="Helvetica Neue"/>
                <a:cs typeface="Helvetica Neue"/>
              </a:defRPr>
            </a:lvl3pPr>
            <a:lvl4pPr>
              <a:defRPr sz="2400" b="0">
                <a:solidFill>
                  <a:srgbClr val="ADC5FF"/>
                </a:solidFill>
                <a:latin typeface="Helvetica Neue"/>
                <a:ea typeface="Helvetica Neue"/>
                <a:cs typeface="Helvetica Neue"/>
              </a:defRPr>
            </a:lvl4pPr>
            <a:lvl5pPr>
              <a:defRPr sz="2400" b="0">
                <a:solidFill>
                  <a:srgbClr val="ADC5FF"/>
                </a:solidFill>
                <a:latin typeface="Helvetica Neue"/>
                <a:ea typeface="Helvetica Neue"/>
                <a:cs typeface="Helvetica Neue"/>
              </a:defRPr>
            </a:lvl5pPr>
            <a:lvl6pPr>
              <a:defRPr sz="2400" b="0">
                <a:solidFill>
                  <a:srgbClr val="ADC5FF"/>
                </a:solidFill>
                <a:latin typeface="Helvetica Neue"/>
                <a:ea typeface="Helvetica Neue"/>
                <a:cs typeface="Helvetica Neue"/>
              </a:defRPr>
            </a:lvl6pPr>
            <a:lvl7pPr>
              <a:defRPr sz="2400" b="0">
                <a:solidFill>
                  <a:srgbClr val="ADC5FF"/>
                </a:solidFill>
                <a:latin typeface="Helvetica Neue"/>
                <a:ea typeface="Helvetica Neue"/>
                <a:cs typeface="Helvetica Neue"/>
              </a:defRPr>
            </a:lvl7pPr>
            <a:lvl8pPr>
              <a:defRPr sz="2400" b="0">
                <a:solidFill>
                  <a:srgbClr val="ADC5FF"/>
                </a:solidFill>
                <a:latin typeface="Helvetica Neue"/>
                <a:ea typeface="Helvetica Neue"/>
                <a:cs typeface="Helvetica Neue"/>
              </a:defRPr>
            </a:lvl8pPr>
            <a:lvl9pPr>
              <a:defRPr sz="2400" b="0">
                <a:solidFill>
                  <a:srgbClr val="ADC5FF"/>
                </a:solidFill>
                <a:latin typeface="Helvetica Neue"/>
                <a:ea typeface="Helvetica Neue"/>
                <a:cs typeface="Helvetica Neue"/>
              </a:defRPr>
            </a:lvl9pPr>
          </a:lstStyle>
          <a:p xmlns:a="http://schemas.openxmlformats.org/drawingml/2006/main">
            <a:pPr>
              <a:defRPr sz="2400" b="0">
                <a:solidFill>
                  <a:srgbClr val="ADC5FF"/>
                </a:solidFill>
                <a:latin typeface="Helvetica Neue"/>
                <a:ea typeface="Helvetica Neue"/>
                <a:cs typeface="Helvetica Neue"/>
              </a:defRPr>
            </a:pPr>
            <a:r>
              <a:rPr sz="2400" b="0">
                <a:solidFill>
                  <a:srgbClr val="ADC5FF"/>
                </a:solidFill>
                <a:latin typeface="Helvetica Neue"/>
                <a:ea typeface="Helvetica Neue"/>
                <a:cs typeface="Helvetica Neue"/>
              </a:rPr>
              <a:t>Экспертная оценка описаний и сигналов.</a:t>
            </a:r>
          </a:p>
          <a:p xmlns:a="http://schemas.openxmlformats.org/drawingml/2006/main">
            <a:pPr>
              <a:defRPr sz="2400" b="0">
                <a:solidFill>
                  <a:srgbClr val="ADC5FF"/>
                </a:solidFill>
                <a:latin typeface="Helvetica Neue"/>
                <a:ea typeface="Helvetica Neue"/>
                <a:cs typeface="Helvetica Neue"/>
              </a:defRPr>
            </a:pPr>
            <a:r>
              <a:rPr sz="2400" b="0">
                <a:solidFill>
                  <a:srgbClr val="ADC5FF"/>
                </a:solidFill>
                <a:latin typeface="Helvetica Neue"/>
                <a:ea typeface="Helvetica Neue"/>
                <a:cs typeface="Helvetica Neue"/>
              </a:rPr>
              <a:t>Замер времени подготовки врача к приёму.</a:t>
            </a:r>
          </a:p>
        </p:txBody>
      </p:sp>
      <p:sp>
        <p:nvSpPr>
          <p:cNvPr id="15" name="">
            <a:extLst xmlns:a="http://schemas.openxmlformats.org/drawingml/2006/main">
              <a:ext uri="{FF2B5EF4-FFF2-40B4-BE49-F238E27FC236}">
                <a16:creationId xmlns:a16="http://schemas.microsoft.com/office/drawing/2014/main" id="{05EE4B2A-0562-4EAE-9065-98A7C9270E88}"/>
              </a:ext>
            </a:extLst>
          </p:cNvPr>
          <p:cNvSpPr>
            <a:spLocks xmlns:a="http://schemas.openxmlformats.org/drawingml/2006/main" noGrp="1"/>
          </p:cNvSpPr>
          <p:nvPr/>
        </p:nvSpPr>
        <p:spPr>
          <a:xfrm xmlns:a="http://schemas.openxmlformats.org/drawingml/2006/main">
            <a:off x="571500" y="6410325"/>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ADC5FF"/>
                </a:solidFill>
                <a:latin typeface="Helvetica Neue"/>
                <a:ea typeface="Helvetica Neue"/>
                <a:cs typeface="Helvetica Neue"/>
              </a:defRPr>
            </a:defPPr>
            <a:lvl1pPr>
              <a:defRPr sz="1425" b="0">
                <a:solidFill>
                  <a:srgbClr val="ADC5FF"/>
                </a:solidFill>
                <a:latin typeface="Helvetica Neue"/>
                <a:ea typeface="Helvetica Neue"/>
                <a:cs typeface="Helvetica Neue"/>
              </a:defRPr>
            </a:lvl1pPr>
            <a:lvl2pPr>
              <a:defRPr sz="1425" b="0">
                <a:solidFill>
                  <a:srgbClr val="ADC5FF"/>
                </a:solidFill>
                <a:latin typeface="Helvetica Neue"/>
                <a:ea typeface="Helvetica Neue"/>
                <a:cs typeface="Helvetica Neue"/>
              </a:defRPr>
            </a:lvl2pPr>
            <a:lvl3pPr>
              <a:defRPr sz="1425" b="0">
                <a:solidFill>
                  <a:srgbClr val="ADC5FF"/>
                </a:solidFill>
                <a:latin typeface="Helvetica Neue"/>
                <a:ea typeface="Helvetica Neue"/>
                <a:cs typeface="Helvetica Neue"/>
              </a:defRPr>
            </a:lvl3pPr>
            <a:lvl4pPr>
              <a:defRPr sz="1425" b="0">
                <a:solidFill>
                  <a:srgbClr val="ADC5FF"/>
                </a:solidFill>
                <a:latin typeface="Helvetica Neue"/>
                <a:ea typeface="Helvetica Neue"/>
                <a:cs typeface="Helvetica Neue"/>
              </a:defRPr>
            </a:lvl4pPr>
            <a:lvl5pPr>
              <a:defRPr sz="1425" b="0">
                <a:solidFill>
                  <a:srgbClr val="ADC5FF"/>
                </a:solidFill>
                <a:latin typeface="Helvetica Neue"/>
                <a:ea typeface="Helvetica Neue"/>
                <a:cs typeface="Helvetica Neue"/>
              </a:defRPr>
            </a:lvl5pPr>
            <a:lvl6pPr>
              <a:defRPr sz="1425" b="0">
                <a:solidFill>
                  <a:srgbClr val="ADC5FF"/>
                </a:solidFill>
                <a:latin typeface="Helvetica Neue"/>
                <a:ea typeface="Helvetica Neue"/>
                <a:cs typeface="Helvetica Neue"/>
              </a:defRPr>
            </a:lvl6pPr>
            <a:lvl7pPr>
              <a:defRPr sz="1425" b="0">
                <a:solidFill>
                  <a:srgbClr val="ADC5FF"/>
                </a:solidFill>
                <a:latin typeface="Helvetica Neue"/>
                <a:ea typeface="Helvetica Neue"/>
                <a:cs typeface="Helvetica Neue"/>
              </a:defRPr>
            </a:lvl7pPr>
            <a:lvl8pPr>
              <a:defRPr sz="1425" b="0">
                <a:solidFill>
                  <a:srgbClr val="ADC5FF"/>
                </a:solidFill>
                <a:latin typeface="Helvetica Neue"/>
                <a:ea typeface="Helvetica Neue"/>
                <a:cs typeface="Helvetica Neue"/>
              </a:defRPr>
            </a:lvl8pPr>
            <a:lvl9pPr>
              <a:defRPr sz="1425" b="0">
                <a:solidFill>
                  <a:srgbClr val="ADC5FF"/>
                </a:solidFill>
                <a:latin typeface="Helvetica Neue"/>
                <a:ea typeface="Helvetica Neue"/>
                <a:cs typeface="Helvetica Neue"/>
              </a:defRPr>
            </a:lvl9pPr>
          </a:lstStyle>
          <a:p xmlns:a="http://schemas.openxmlformats.org/drawingml/2006/main">
            <a:pPr>
              <a:defRPr sz="1425" b="0">
                <a:solidFill>
                  <a:srgbClr val="ADC5FF"/>
                </a:solidFill>
                <a:latin typeface="Helvetica Neue"/>
                <a:ea typeface="Helvetica Neue"/>
                <a:cs typeface="Helvetica Neue"/>
              </a:defRPr>
            </a:pPr>
            <a:r>
              <a:rPr sz="1425" b="0">
                <a:solidFill>
                  <a:srgbClr val="ADC5FF"/>
                </a:solidFill>
                <a:latin typeface="Helvetica Neue"/>
                <a:ea typeface="Helvetica Neue"/>
                <a:cs typeface="Helvetica Neue"/>
              </a:rPr>
              <a:t>Синтетические данные. Клиническая проверка пока не проводилась.</a:t>
            </a:r>
          </a:p>
        </p:txBody>
      </p:sp>
    </p:spTree>
    <p:extLst>
      <p:ext uri="{BB962C8B-B14F-4D97-AF65-F5344CB8AC3E}">
        <p14:creationId xmlns:p14="http://schemas.microsoft.com/office/powerpoint/2010/main" val="15686256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2026-10-26T22:19:32.2820000Z</dcterms:created>
  <dcterms:modified xsi:type="dcterms:W3CDTF">2026-10-26T22:19:32.2820000Z</dcterms:modified>
</coreProperties>
</file>