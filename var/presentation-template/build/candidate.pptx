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5ef1f48fd54f0b" /><Relationship Type="http://schemas.openxmlformats.org/officeDocument/2006/relationships/extended-properties" Target="/docProps/app.xml" Id="R4be48a0688ce4ede" /><Relationship Type="http://schemas.openxmlformats.org/officeDocument/2006/relationships/officeDocument" Target="/ppt/presentation.xml" Id="R31e24280b198415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18772ec1f3ed4b2b"/>
  </p:sldMasterIdLst>
  <p:notesMasterIdLst>
    <p:notesMasterId xmlns:r="http://schemas.openxmlformats.org/officeDocument/2006/relationships" r:id="R0f08a2da7ff54b12"/>
  </p:notesMasterIdLst>
  <p:sldIdLst>
    <p:sldId xmlns:r="http://schemas.openxmlformats.org/officeDocument/2006/relationships" id="256" r:id="R97bcb85f38434e18"/>
    <p:sldId xmlns:r="http://schemas.openxmlformats.org/officeDocument/2006/relationships" id="257" r:id="Rcb061f3a0c8242d2"/>
    <p:sldId xmlns:r="http://schemas.openxmlformats.org/officeDocument/2006/relationships" id="258" r:id="R5535f679dec04219"/>
    <p:sldId xmlns:r="http://schemas.openxmlformats.org/officeDocument/2006/relationships" id="259" r:id="Rab207d77b0f94fdd"/>
    <p:sldId xmlns:r="http://schemas.openxmlformats.org/officeDocument/2006/relationships" id="260" r:id="R79d91a7c0e6c4266"/>
    <p:sldId xmlns:r="http://schemas.openxmlformats.org/officeDocument/2006/relationships" id="261" r:id="R3887e609297840e2"/>
    <p:sldId xmlns:r="http://schemas.openxmlformats.org/officeDocument/2006/relationships" id="262" r:id="R684e683259144f57"/>
    <p:sldId xmlns:r="http://schemas.openxmlformats.org/officeDocument/2006/relationships" id="263" r:id="R5fe32521cb594be9"/>
    <p:sldId xmlns:r="http://schemas.openxmlformats.org/officeDocument/2006/relationships" id="264" r:id="Rf03f7598f2954d24"/>
    <p:sldId xmlns:r="http://schemas.openxmlformats.org/officeDocument/2006/relationships" id="265" r:id="Rc490a93610bf435b"/>
    <p:sldId xmlns:r="http://schemas.openxmlformats.org/officeDocument/2006/relationships" id="266" r:id="R9253c0e6dafd4367"/>
    <p:sldId xmlns:r="http://schemas.openxmlformats.org/officeDocument/2006/relationships" id="267" r:id="Rc01a133d33b440ef"/>
    <p:sldId xmlns:r="http://schemas.openxmlformats.org/officeDocument/2006/relationships" id="268" r:id="R6d14c3a481f248be"/>
  </p:sldIdLst>
  <p:sldSz cx="12192000" cy="6858000"/>
  <p:notesSz cx="6858000" cy="9144000"/>
  <p:embeddedFontLst>
    <p:embeddedFont>
      <p:font typeface="Helvetica Neue"/>
      <p:regular xmlns:r="http://schemas.openxmlformats.org/officeDocument/2006/relationships" r:id="Rf0644c9957c24017"/>
      <p:bold xmlns:r="http://schemas.openxmlformats.org/officeDocument/2006/relationships" r:id="R312aec7388394ad1"/>
      <p:italic xmlns:r="http://schemas.openxmlformats.org/officeDocument/2006/relationships" r:id="R15672830f52e4e1a"/>
      <p:boldItalic xmlns:r="http://schemas.openxmlformats.org/officeDocument/2006/relationships" r:id="R7c072bddffa64fd3"/>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5d7a396b3b4c6e" /><Relationship Type="http://schemas.openxmlformats.org/officeDocument/2006/relationships/slideMaster" Target="/ppt/slideMasters/slideMaster1.xml" Id="R18772ec1f3ed4b2b" /><Relationship Type="http://schemas.openxmlformats.org/officeDocument/2006/relationships/notesMaster" Target="/ppt/notesMasters/notesMaster1.xml" Id="R0f08a2da7ff54b12" /><Relationship Type="http://schemas.openxmlformats.org/officeDocument/2006/relationships/presProps" Target="/ppt/presProps.xml" Id="R0222207e970046d5" /><Relationship Type="http://schemas.openxmlformats.org/officeDocument/2006/relationships/tableStyles" Target="/ppt/tableStyles.xml" Id="Ree0b746871ad47cd" /><Relationship Type="http://schemas.openxmlformats.org/officeDocument/2006/relationships/font" Target="/ppt/fonts/font.dat" Id="Rf0644c9957c24017" /><Relationship Type="http://schemas.openxmlformats.org/officeDocument/2006/relationships/font" Target="/ppt/fonts/font2.dat" Id="R312aec7388394ad1" /><Relationship Type="http://schemas.openxmlformats.org/officeDocument/2006/relationships/font" Target="/ppt/fonts/font3.dat" Id="R15672830f52e4e1a" /><Relationship Type="http://schemas.openxmlformats.org/officeDocument/2006/relationships/font" Target="/ppt/fonts/font4.dat" Id="R7c072bddffa64fd3" /><Relationship Type="http://schemas.openxmlformats.org/officeDocument/2006/relationships/slide" Target="/ppt/slides/slide1.xml" Id="R97bcb85f38434e18" /><Relationship Type="http://schemas.openxmlformats.org/officeDocument/2006/relationships/slide" Target="/ppt/slides/slide2.xml" Id="Rcb061f3a0c8242d2" /><Relationship Type="http://schemas.openxmlformats.org/officeDocument/2006/relationships/slide" Target="/ppt/slides/slide3.xml" Id="R5535f679dec04219" /><Relationship Type="http://schemas.openxmlformats.org/officeDocument/2006/relationships/slide" Target="/ppt/slides/slide4.xml" Id="Rab207d77b0f94fdd" /><Relationship Type="http://schemas.openxmlformats.org/officeDocument/2006/relationships/slide" Target="/ppt/slides/slide5.xml" Id="R79d91a7c0e6c4266" /><Relationship Type="http://schemas.openxmlformats.org/officeDocument/2006/relationships/slide" Target="/ppt/slides/slide6.xml" Id="R3887e609297840e2" /><Relationship Type="http://schemas.openxmlformats.org/officeDocument/2006/relationships/slide" Target="/ppt/slides/slide7.xml" Id="R684e683259144f57" /><Relationship Type="http://schemas.openxmlformats.org/officeDocument/2006/relationships/slide" Target="/ppt/slides/slide8.xml" Id="R5fe32521cb594be9" /><Relationship Type="http://schemas.openxmlformats.org/officeDocument/2006/relationships/slide" Target="/ppt/slides/slide9.xml" Id="Rf03f7598f2954d24" /><Relationship Type="http://schemas.openxmlformats.org/officeDocument/2006/relationships/slide" Target="/ppt/slides/slide10.xml" Id="Rc490a93610bf435b" /><Relationship Type="http://schemas.openxmlformats.org/officeDocument/2006/relationships/slide" Target="/ppt/slides/slide11.xml" Id="R9253c0e6dafd4367" /><Relationship Type="http://schemas.openxmlformats.org/officeDocument/2006/relationships/slide" Target="/ppt/slides/slide12.xml" Id="Rc01a133d33b440ef" /><Relationship Type="http://schemas.openxmlformats.org/officeDocument/2006/relationships/slide" Target="/ppt/slides/slide13.xml" Id="R6d14c3a481f248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48018c7b974f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10e4e5299c4b2d" /><Relationship Type="http://schemas.openxmlformats.org/officeDocument/2006/relationships/notesMaster" Target="/ppt/notesMasters/notesMaster1.xml" Id="R52be699d945248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8c167d7b5d4182" /><Relationship Type="http://schemas.openxmlformats.org/officeDocument/2006/relationships/notesMaster" Target="/ppt/notesMasters/notesMaster1.xml" Id="R5787f523e55c49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7dc688cb8b4598" /><Relationship Type="http://schemas.openxmlformats.org/officeDocument/2006/relationships/notesMaster" Target="/ppt/notesMasters/notesMaster1.xml" Id="R393001902c974e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6601e2999c45ea" /><Relationship Type="http://schemas.openxmlformats.org/officeDocument/2006/relationships/notesMaster" Target="/ppt/notesMasters/notesMaster1.xml" Id="R0236d7051e5b44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2edafe42e44d58" /><Relationship Type="http://schemas.openxmlformats.org/officeDocument/2006/relationships/notesMaster" Target="/ppt/notesMasters/notesMaster1.xml" Id="R10db8822555744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d1eb3911b744a7" /><Relationship Type="http://schemas.openxmlformats.org/officeDocument/2006/relationships/notesMaster" Target="/ppt/notesMasters/notesMaster1.xml" Id="R332da3bea9bc45f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f6185eb90a403b" /><Relationship Type="http://schemas.openxmlformats.org/officeDocument/2006/relationships/notesMaster" Target="/ppt/notesMasters/notesMaster1.xml" Id="Ra2455d4adc8345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feb339d18124ced" /><Relationship Type="http://schemas.openxmlformats.org/officeDocument/2006/relationships/notesMaster" Target="/ppt/notesMasters/notesMaster1.xml" Id="R3054d55decaf4bc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454acee958342b4" /><Relationship Type="http://schemas.openxmlformats.org/officeDocument/2006/relationships/notesMaster" Target="/ppt/notesMasters/notesMaster1.xml" Id="Rc66c74e8ddb040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ce34ecdf28e4c81" /><Relationship Type="http://schemas.openxmlformats.org/officeDocument/2006/relationships/notesMaster" Target="/ppt/notesMasters/notesMaster1.xml" Id="Rbfd72fb8774f45b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b0aeeb9a52487f" /><Relationship Type="http://schemas.openxmlformats.org/officeDocument/2006/relationships/notesMaster" Target="/ppt/notesMasters/notesMaster1.xml" Id="R0f5dee61374a42f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401e1ce19674448" /><Relationship Type="http://schemas.openxmlformats.org/officeDocument/2006/relationships/notesMaster" Target="/ppt/notesMasters/notesMaster1.xml" Id="R1b35d60a805a473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cfc2d65bd624412" /><Relationship Type="http://schemas.openxmlformats.org/officeDocument/2006/relationships/notesMaster" Target="/ppt/notesMasters/notesMaster1.xml" Id="R260ee50bb2414e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Clinical Compass — рабочий прототип для наблюдения между приёмами. В презентации используются синтетические истории. Модель готовит материал для проверки врачом. Клиническая эффективность и экономия рабочего времени врача ещё не измерены.</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Источники: README.md; docs/demo-scenarios.md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Проблема сформулирована как рабочая гипотеза проекта. Исследований трудозатрат врачей, подтверждённых сэкономленных часов или клинических результатов в проекте нет. Приложение связывает дневник, анкеты, медицинскую карту, назначения и переписку.</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Источники: README.md; app/backend/patients.py; docs/demo-scenarios.md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Идея решения — общая история наблюдения и отдельные основания для врачебной оценки. Подтверждённая медицинская карта отделена от сведений со слов пациента. Назначения ведёт врач, их изменения сохраняются в версиях. Модель не выбирает лечение и не меняет назначения.</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Источники: README.md; app/backend/patients.py; app/backend/medications.py; app/backend/ai/service.py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Врач создаёт приглашение и самостоятельно передаёт пациенту ссылку. После регистрации пациент прикрепляется к врачу. Пациент заполняет неподтверждённые сведения о себе и может загрузить документы. Врач проверяет сведения, подтверждает медицинскую карту и задаёт план наблюдения. Документ не перезаписывает подтверждённую карту автоматически.</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Источники: README.md; app/backend/auth.py; app/backend/patients.py; app/backend/documents.py; app/backend/questionnaire_routes.py; app/backend/diary.py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На слайде фактический интерфейс формы дневника. Показаны начальные значения формы, запись для снимка не сохранялась. Дневник содержит настроение, тревогу, качество сна, энергию и самочувствие по шкалам от 0 до 10 и свободный комментарий. Оценка сна означает качество, не часы. Фактический приём и явный пропуск относятся к разделу назначений. Отсутствие дневниковой записи не доказывает пропуск лекарства.</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Источники: var/presentation-template/assets/patient-capture-manifest.json; app/backend/diary.py; app/backend/medications.py; app/backend/questionnaires.py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Скриншот — ранее сохранённая сводка синтетической пациентки Анны. Число 26,4 с — медиана трёх реальных попыток создания описания на Apple M3 Pro с 18 GiB RAM. Это не среднее и не время получения гарантированно правильного описания. Замер включает подготовку контекста, загрузку моделей, генерацию, фиксацию/отмену в изолированной SQLite и автоматическую оценочную рубрику, исключает ожидание очереди и поиск по наполненной базе источников. Основная модель qwen3:4b-q4_K_M, векторная qwen3-embedding:0.6b. Проверки содержания прошли два из трёх ответов. Врачебная оценка качества не проводилась.</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Источники: var/presentation/benchmark.json; scripts/benchmark_presentation.py; app/backend/ai/service.py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Список упорядочен по приоритету наблюдения, возле статуса показано его активное основание. Врач открывает подробную карту пациента. Изображение из пользовательского шаблона сохранено без замены и кадрирования. Все четыре истории синтетические.</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Источники: app/backend/patients.py; app/backend/monitoring.py; docs/demo-scenarios.md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График из исходного шаблона показывает 21 ежедневную запись синтетического Андрея Авиандрова. Пять шкал от 0 до 10. У тревоги большее значение означает более выраженную тревогу, у остальных показателей — лучшее самочувствие. Сон означает качество сна. График не доказывает эффект лечения или клиническую эффективность приложения.</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Источники: docs/demo-scenarios.md; app/backend/diary.py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Красный детерминированный сигнал формируется при положительном ответе на пункт 9 анкеты депрессии. Он возникает при сохранении ответа и не зависит от генерации сводки. Приложение не имеет мгновенного клинического правила распознавания всех критических высказываний свободного текста дневника. Критический сигнал не снимается новой низкой оценкой или готовностью описания. Некритические сигналы могут разрешаться автоматически при исчезновении условия. Повторные явные пропуски лекарства и сообщения о нежелательных явлениях — отдельные основания внимания. Причинность нежелательного явления не доказана фактом сообщения.</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Источники: docs/clinical-rules.md; app/backend/monitoring.py; tests/test_monitoring_scenarios.py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В кабинете врача есть общий список всех его диалогов. Сообщения и вложения сохраняются на сервере. Доставка использует постоянное соединение, повторное подключение и резервное обновление истории. История остаётся доступна после восстановления соединения. Изображение исходного шаблона сохранено. Переписка не обеспечивает экстренную помощь или гарантированный немедленный ответ врача.</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Источники: app/backend/chat.py; app/frontend/src/pages/Messages.jsx; docs/chat-verification.md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Реальные локальные измерения 27.10.2026. Apple M3 Pro, 12 ядер, 18 GiB RAM, Ollama 0.40.11. Десять последовательных HTTP GET на каждую операцию с постоянным соединением, без авторизации и отрисовки. Обработка новой дневниковой записи: фактические insert/flush, производственные правила и очередь в PostgreSQL 16.15, без commit/HTTP. Временные изменения отменены. Три сценария модели: 25,807–27,005 с, медиана 26,400 с, включая модельную загрузку, контекст, создание, фиксацию/отмену в изолированной SQLite и автоматическую оценочную рубрику. Без очереди и наполненной базы источников. Все три ответа соответствовали схеме, два прошли автоматические проверки содержания. Один ответ добавил отсутствующую шкалу тревоги. Это не клиническая оценка точности, не нагрузочное испытание и не измерение экономии времени врача.</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Источники: var/presentation/benchmark.json; scripts/benchmark_presentation.py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Предложенные действия — следующий этап, не уже полученные результаты. Следует согласовать с врачами выборку и критерии проверки фактов, оснований риска и полезности описаний. Сравнение времени подготовки к приёму и количества лишних сигналов пока не проводилось. 201 — сумма 187 серверных и 14 интерфейсных тестов из документированного прогона 26.10.2026, не клиническая точность. Четыре синтетические истории имеют по 21 ежедневной записи.</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Источники: docs/chat-verification.md; docs/demo-scenarios.md; var/presentation/benchmark.json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Команда Ф(Э)ФМ. Clinical Compass — рабочий прототип на синтетических данных. Врач проверяет описания и принимает клинические решения.</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Источники: README.md; docs/demo-scenarios.md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009f6e40984b8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73d16513c68462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4f204eaf6e0470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e685efeee634bd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e992a9dd1484c5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d2220fd47a44818"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2" name="Google Shape;12;p3">
            <a:extLst xmlns:a="http://schemas.openxmlformats.org/drawingml/2006/main">
              <a:ext uri="{FF2B5EF4-FFF2-40B4-BE49-F238E27FC236}">
                <a16:creationId xmlns:a16="http://schemas.microsoft.com/office/drawing/2014/main" id="{CBC20C95-B9E4-4311-9620-8A9BBFA505F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lvl1pPr marR="0" algn="ctr">
              <a:lnSpc>
                <a:spcPct val="110000"/>
              </a:lnSpc>
              <a:spcBef>
                <a:spcPts val="0"/>
              </a:spcBef>
              <a:spcAft>
                <a:spcPts val="0"/>
              </a:spcAft>
              <a:buClr>
                <a:schemeClr val="dk1"/>
              </a:buClr>
              <a:buSzPts val="4800"/>
              <a:buFont typeface="Helvetica Neue"/>
              <a:buNone/>
              <a:defRPr sz="4800" b="1" i="0" u="none" strike="noStrike" cap="none">
                <a:solidFill>
                  <a:schemeClr val="dk1"/>
                </a:solidFill>
                <a:latin typeface="Helvetica Neue"/>
                <a:ea typeface="Helvetica Neue"/>
                <a:cs typeface="Helvetica Neue"/>
              </a:defRPr>
            </a:lvl1pPr>
            <a:lvl2pPr algn="ctr">
              <a:lnSpc>
                <a:spcPct val="110000"/>
              </a:lnSpc>
              <a:spcBef>
                <a:spcPts val="0"/>
              </a:spcBef>
              <a:spcAft>
                <a:spcPts val="0"/>
              </a:spcAft>
              <a:buClr>
                <a:schemeClr val="dk1"/>
              </a:buClr>
              <a:buSzPts val="4800"/>
              <a:buFont typeface="Helvetica Neue"/>
              <a:buNone/>
              <a:defRPr sz="4800" b="1">
                <a:solidFill>
                  <a:schemeClr val="dk1"/>
                </a:solidFill>
                <a:latin typeface="Helvetica Neue"/>
                <a:ea typeface="Helvetica Neue"/>
                <a:cs typeface="Helvetica Neue"/>
              </a:defRPr>
            </a:lvl2pPr>
            <a:lvl3pPr algn="ctr">
              <a:lnSpc>
                <a:spcPct val="110000"/>
              </a:lnSpc>
              <a:spcBef>
                <a:spcPts val="0"/>
              </a:spcBef>
              <a:spcAft>
                <a:spcPts val="0"/>
              </a:spcAft>
              <a:buClr>
                <a:schemeClr val="dk1"/>
              </a:buClr>
              <a:buSzPts val="4800"/>
              <a:buFont typeface="Helvetica Neue"/>
              <a:buNone/>
              <a:defRPr sz="4800" b="1">
                <a:solidFill>
                  <a:schemeClr val="dk1"/>
                </a:solidFill>
                <a:latin typeface="Helvetica Neue"/>
                <a:ea typeface="Helvetica Neue"/>
                <a:cs typeface="Helvetica Neue"/>
              </a:defRPr>
            </a:lvl3pPr>
            <a:lvl4pPr algn="ctr">
              <a:lnSpc>
                <a:spcPct val="110000"/>
              </a:lnSpc>
              <a:spcBef>
                <a:spcPts val="0"/>
              </a:spcBef>
              <a:spcAft>
                <a:spcPts val="0"/>
              </a:spcAft>
              <a:buClr>
                <a:schemeClr val="dk1"/>
              </a:buClr>
              <a:buSzPts val="4800"/>
              <a:buFont typeface="Helvetica Neue"/>
              <a:buNone/>
              <a:defRPr sz="4800" b="1">
                <a:solidFill>
                  <a:schemeClr val="dk1"/>
                </a:solidFill>
                <a:latin typeface="Helvetica Neue"/>
                <a:ea typeface="Helvetica Neue"/>
                <a:cs typeface="Helvetica Neue"/>
              </a:defRPr>
            </a:lvl4pPr>
            <a:lvl5pPr algn="ctr">
              <a:lnSpc>
                <a:spcPct val="110000"/>
              </a:lnSpc>
              <a:spcBef>
                <a:spcPts val="0"/>
              </a:spcBef>
              <a:spcAft>
                <a:spcPts val="0"/>
              </a:spcAft>
              <a:buClr>
                <a:schemeClr val="dk1"/>
              </a:buClr>
              <a:buSzPts val="4800"/>
              <a:buFont typeface="Helvetica Neue"/>
              <a:buNone/>
              <a:defRPr sz="4800" b="1">
                <a:solidFill>
                  <a:schemeClr val="dk1"/>
                </a:solidFill>
                <a:latin typeface="Helvetica Neue"/>
                <a:ea typeface="Helvetica Neue"/>
                <a:cs typeface="Helvetica Neue"/>
              </a:defRPr>
            </a:lvl5pPr>
            <a:lvl6pPr algn="ctr">
              <a:lnSpc>
                <a:spcPct val="110000"/>
              </a:lnSpc>
              <a:spcBef>
                <a:spcPts val="0"/>
              </a:spcBef>
              <a:spcAft>
                <a:spcPts val="0"/>
              </a:spcAft>
              <a:buClr>
                <a:schemeClr val="dk1"/>
              </a:buClr>
              <a:buSzPts val="4800"/>
              <a:buFont typeface="Helvetica Neue"/>
              <a:buNone/>
              <a:defRPr sz="4800" b="1">
                <a:solidFill>
                  <a:schemeClr val="dk1"/>
                </a:solidFill>
                <a:latin typeface="Helvetica Neue"/>
                <a:ea typeface="Helvetica Neue"/>
                <a:cs typeface="Helvetica Neue"/>
              </a:defRPr>
            </a:lvl6pPr>
            <a:lvl7pPr algn="ctr">
              <a:lnSpc>
                <a:spcPct val="110000"/>
              </a:lnSpc>
              <a:spcBef>
                <a:spcPts val="0"/>
              </a:spcBef>
              <a:spcAft>
                <a:spcPts val="0"/>
              </a:spcAft>
              <a:buClr>
                <a:schemeClr val="dk1"/>
              </a:buClr>
              <a:buSzPts val="4800"/>
              <a:buFont typeface="Helvetica Neue"/>
              <a:buNone/>
              <a:defRPr sz="4800" b="1">
                <a:solidFill>
                  <a:schemeClr val="dk1"/>
                </a:solidFill>
                <a:latin typeface="Helvetica Neue"/>
                <a:ea typeface="Helvetica Neue"/>
                <a:cs typeface="Helvetica Neue"/>
              </a:defRPr>
            </a:lvl7pPr>
            <a:lvl8pPr algn="ctr">
              <a:lnSpc>
                <a:spcPct val="110000"/>
              </a:lnSpc>
              <a:spcBef>
                <a:spcPts val="0"/>
              </a:spcBef>
              <a:spcAft>
                <a:spcPts val="0"/>
              </a:spcAft>
              <a:buClr>
                <a:schemeClr val="dk1"/>
              </a:buClr>
              <a:buSzPts val="4800"/>
              <a:buFont typeface="Helvetica Neue"/>
              <a:buNone/>
              <a:defRPr sz="4800" b="1">
                <a:solidFill>
                  <a:schemeClr val="dk1"/>
                </a:solidFill>
                <a:latin typeface="Helvetica Neue"/>
                <a:ea typeface="Helvetica Neue"/>
                <a:cs typeface="Helvetica Neue"/>
              </a:defRPr>
            </a:lvl8pPr>
            <a:lvl9pPr algn="ctr">
              <a:lnSpc>
                <a:spcPct val="110000"/>
              </a:lnSpc>
              <a:spcBef>
                <a:spcPts val="0"/>
              </a:spcBef>
              <a:spcAft>
                <a:spcPts val="0"/>
              </a:spcAft>
              <a:buClr>
                <a:schemeClr val="dk1"/>
              </a:buClr>
              <a:buSzPts val="4800"/>
              <a:buFont typeface="Helvetica Neue"/>
              <a:buNone/>
              <a:defRPr sz="4800" b="1">
                <a:solidFill>
                  <a:schemeClr val="dk1"/>
                </a:solidFill>
                <a:latin typeface="Helvetica Neue"/>
                <a:ea typeface="Helvetica Neue"/>
                <a:cs typeface="Helvetica Neue"/>
              </a:defRPr>
            </a:lvl9pPr>
          </a:lstStyle>
          <a:p xmlns:a="http://schemas.openxmlformats.org/drawingml/2006/main"/>
        </p:txBody>
      </p:sp>
      <p:sp>
        <p:nvSpPr>
          <p:cNvPr id="13" name="Google Shape;13;p3">
            <a:extLst xmlns:a="http://schemas.openxmlformats.org/drawingml/2006/main">
              <a:ext uri="{FF2B5EF4-FFF2-40B4-BE49-F238E27FC236}">
                <a16:creationId xmlns:a16="http://schemas.microsoft.com/office/drawing/2014/main" id="{0F6E6826-2D73-45A1-BB74-809040E579E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lvl1pPr marR="0" algn="ctr">
              <a:lnSpc>
                <a:spcPct val="110000"/>
              </a:lnSpc>
              <a:spcBef>
                <a:spcPts val="0"/>
              </a:spcBef>
              <a:spcAft>
                <a:spcPts val="0"/>
              </a:spcAft>
              <a:buClr>
                <a:schemeClr val="dk1"/>
              </a:buClr>
              <a:buSzPts val="2100"/>
              <a:buFont typeface="Helvetica Neue"/>
              <a:buNone/>
              <a:defRPr sz="2100" b="0" i="0" u="none" strike="noStrike" cap="none">
                <a:solidFill>
                  <a:schemeClr val="dk1"/>
                </a:solidFill>
                <a:latin typeface="Helvetica Neue"/>
                <a:ea typeface="Helvetica Neue"/>
                <a:cs typeface="Helvetica Neue"/>
              </a:defRPr>
            </a:lvl1pPr>
            <a:lvl2pPr marR="0" algn="ctr">
              <a:lnSpc>
                <a:spcPct val="110000"/>
              </a:lnSpc>
              <a:spcBef>
                <a:spcPts val="0"/>
              </a:spcBef>
              <a:spcAft>
                <a:spcPts val="0"/>
              </a:spcAft>
              <a:buClr>
                <a:schemeClr val="dk1"/>
              </a:buClr>
              <a:buSzPts val="2100"/>
              <a:buFont typeface="Helvetica Neue"/>
              <a:buNone/>
              <a:defRPr sz="2100" b="0" i="0" u="none" strike="noStrike" cap="none">
                <a:solidFill>
                  <a:schemeClr val="dk1"/>
                </a:solidFill>
                <a:latin typeface="Helvetica Neue"/>
                <a:ea typeface="Helvetica Neue"/>
                <a:cs typeface="Helvetica Neue"/>
              </a:defRPr>
            </a:lvl2pPr>
            <a:lvl3pPr marR="0" algn="ctr">
              <a:lnSpc>
                <a:spcPct val="110000"/>
              </a:lnSpc>
              <a:spcBef>
                <a:spcPts val="0"/>
              </a:spcBef>
              <a:spcAft>
                <a:spcPts val="0"/>
              </a:spcAft>
              <a:buClr>
                <a:schemeClr val="dk1"/>
              </a:buClr>
              <a:buSzPts val="2100"/>
              <a:buFont typeface="Helvetica Neue"/>
              <a:buNone/>
              <a:defRPr sz="2100" b="0" i="0" u="none" strike="noStrike" cap="none">
                <a:solidFill>
                  <a:schemeClr val="dk1"/>
                </a:solidFill>
                <a:latin typeface="Helvetica Neue"/>
                <a:ea typeface="Helvetica Neue"/>
                <a:cs typeface="Helvetica Neue"/>
              </a:defRPr>
            </a:lvl3pPr>
            <a:lvl4pPr marR="0" algn="ctr">
              <a:lnSpc>
                <a:spcPct val="110000"/>
              </a:lnSpc>
              <a:spcBef>
                <a:spcPts val="0"/>
              </a:spcBef>
              <a:spcAft>
                <a:spcPts val="0"/>
              </a:spcAft>
              <a:buClr>
                <a:schemeClr val="dk1"/>
              </a:buClr>
              <a:buSzPts val="2100"/>
              <a:buFont typeface="Helvetica Neue"/>
              <a:buNone/>
              <a:defRPr sz="2100" b="0" i="0" u="none" strike="noStrike" cap="none">
                <a:solidFill>
                  <a:schemeClr val="dk1"/>
                </a:solidFill>
                <a:latin typeface="Helvetica Neue"/>
                <a:ea typeface="Helvetica Neue"/>
                <a:cs typeface="Helvetica Neue"/>
              </a:defRPr>
            </a:lvl4pPr>
            <a:lvl5pPr marR="0" algn="ctr">
              <a:lnSpc>
                <a:spcPct val="110000"/>
              </a:lnSpc>
              <a:spcBef>
                <a:spcPts val="0"/>
              </a:spcBef>
              <a:spcAft>
                <a:spcPts val="0"/>
              </a:spcAft>
              <a:buClr>
                <a:schemeClr val="dk1"/>
              </a:buClr>
              <a:buSzPts val="2100"/>
              <a:buFont typeface="Helvetica Neue"/>
              <a:buNone/>
              <a:defRPr sz="2100" b="0" i="0" u="none" strike="noStrike" cap="none">
                <a:solidFill>
                  <a:schemeClr val="dk1"/>
                </a:solidFill>
                <a:latin typeface="Helvetica Neue"/>
                <a:ea typeface="Helvetica Neue"/>
                <a:cs typeface="Helvetica Neue"/>
              </a:defRPr>
            </a:lvl5pPr>
            <a:lvl6pPr marR="0" algn="ctr">
              <a:lnSpc>
                <a:spcPct val="110000"/>
              </a:lnSpc>
              <a:spcBef>
                <a:spcPts val="0"/>
              </a:spcBef>
              <a:spcAft>
                <a:spcPts val="0"/>
              </a:spcAft>
              <a:buClr>
                <a:schemeClr val="dk1"/>
              </a:buClr>
              <a:buSzPts val="2100"/>
              <a:buFont typeface="Helvetica Neue"/>
              <a:buNone/>
              <a:defRPr sz="2100" b="0" i="0" u="none" strike="noStrike" cap="none">
                <a:solidFill>
                  <a:schemeClr val="dk1"/>
                </a:solidFill>
                <a:latin typeface="Helvetica Neue"/>
                <a:ea typeface="Helvetica Neue"/>
                <a:cs typeface="Helvetica Neue"/>
              </a:defRPr>
            </a:lvl6pPr>
            <a:lvl7pPr marR="0" algn="ctr">
              <a:lnSpc>
                <a:spcPct val="110000"/>
              </a:lnSpc>
              <a:spcBef>
                <a:spcPts val="0"/>
              </a:spcBef>
              <a:spcAft>
                <a:spcPts val="0"/>
              </a:spcAft>
              <a:buClr>
                <a:schemeClr val="dk1"/>
              </a:buClr>
              <a:buSzPts val="2100"/>
              <a:buFont typeface="Helvetica Neue"/>
              <a:buNone/>
              <a:defRPr sz="2100" b="0" i="0" u="none" strike="noStrike" cap="none">
                <a:solidFill>
                  <a:schemeClr val="dk1"/>
                </a:solidFill>
                <a:latin typeface="Helvetica Neue"/>
                <a:ea typeface="Helvetica Neue"/>
                <a:cs typeface="Helvetica Neue"/>
              </a:defRPr>
            </a:lvl7pPr>
            <a:lvl8pPr marR="0" algn="ctr">
              <a:lnSpc>
                <a:spcPct val="110000"/>
              </a:lnSpc>
              <a:spcBef>
                <a:spcPts val="0"/>
              </a:spcBef>
              <a:spcAft>
                <a:spcPts val="0"/>
              </a:spcAft>
              <a:buClr>
                <a:schemeClr val="dk1"/>
              </a:buClr>
              <a:buSzPts val="2100"/>
              <a:buFont typeface="Helvetica Neue"/>
              <a:buNone/>
              <a:defRPr sz="2100" b="0" i="0" u="none" strike="noStrike" cap="none">
                <a:solidFill>
                  <a:schemeClr val="dk1"/>
                </a:solidFill>
                <a:latin typeface="Helvetica Neue"/>
                <a:ea typeface="Helvetica Neue"/>
                <a:cs typeface="Helvetica Neue"/>
              </a:defRPr>
            </a:lvl8pPr>
            <a:lvl9pPr marR="0" algn="ctr">
              <a:lnSpc>
                <a:spcPct val="110000"/>
              </a:lnSpc>
              <a:spcBef>
                <a:spcPts val="0"/>
              </a:spcBef>
              <a:spcAft>
                <a:spcPts val="0"/>
              </a:spcAft>
              <a:buClr>
                <a:schemeClr val="dk1"/>
              </a:buClr>
              <a:buSzPts val="2100"/>
              <a:buFont typeface="Helvetica Neue"/>
              <a:buNone/>
              <a:defRPr sz="2100" b="0" i="0" u="none" strike="noStrike" cap="none">
                <a:solidFill>
                  <a:schemeClr val="dk1"/>
                </a:solidFill>
                <a:latin typeface="Helvetica Neue"/>
                <a:ea typeface="Helvetica Neue"/>
                <a:cs typeface="Helvetica Neue"/>
              </a:defRPr>
            </a:lvl9pPr>
          </a:lstStyle>
          <a:p xmlns:a="http://schemas.openxmlformats.org/drawingml/2006/main"/>
        </p:txBody>
      </p:sp>
    </p:spTree>
  </p:cSld>
</p:sldLayout>
</file>

<file path=ppt/slideLayouts/slideLayout3.xml><?xml version="1.0" encoding="utf-8"?>
<p:sldLayout xmlns:p="http://schemas.openxmlformats.org/presentationml/2006/main" matchingName="Section Header">
  <p:cSld name="Section Header">
    <p:spTree>
      <p:nvGrpSpPr>
        <p:cNvPr id="1" name=""/>
        <p:cNvGrpSpPr/>
        <p:nvPr/>
      </p:nvGrpSpPr>
      <p:grpSpPr>
        <a:xfrm xmlns:a="http://schemas.openxmlformats.org/drawingml/2006/main"/>
      </p:grpSpPr>
      <p:sp>
        <p:nvSpPr>
          <p:cNvPr id="15" name="Google Shape;15;p4">
            <a:extLst xmlns:a="http://schemas.openxmlformats.org/drawingml/2006/main">
              <a:ext uri="{FF2B5EF4-FFF2-40B4-BE49-F238E27FC236}">
                <a16:creationId xmlns:a16="http://schemas.microsoft.com/office/drawing/2014/main" id="{1F086E46-8DED-4F07-9890-48E9548B144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lvl1pPr marR="0" algn="ctr">
              <a:lnSpc>
                <a:spcPct val="110000"/>
              </a:lnSpc>
              <a:spcBef>
                <a:spcPts val="0"/>
              </a:spcBef>
              <a:spcAft>
                <a:spcPts val="0"/>
              </a:spcAft>
              <a:buClr>
                <a:schemeClr val="dk1"/>
              </a:buClr>
              <a:buSzPts val="4200"/>
              <a:buFont typeface="Helvetica Neue"/>
              <a:buNone/>
              <a:defRPr sz="4200" b="1" i="0" u="none" strike="noStrike" cap="none">
                <a:solidFill>
                  <a:schemeClr val="dk1"/>
                </a:solidFill>
                <a:latin typeface="Helvetica Neue"/>
                <a:ea typeface="Helvetica Neue"/>
                <a:cs typeface="Helvetica Neue"/>
              </a:defRPr>
            </a:lvl1pPr>
            <a:lvl2pPr algn="ctr">
              <a:lnSpc>
                <a:spcPct val="110000"/>
              </a:lnSpc>
              <a:spcBef>
                <a:spcPts val="0"/>
              </a:spcBef>
              <a:spcAft>
                <a:spcPts val="0"/>
              </a:spcAft>
              <a:buClr>
                <a:schemeClr val="dk1"/>
              </a:buClr>
              <a:buSzPts val="4200"/>
              <a:buFont typeface="Helvetica Neue"/>
              <a:buNone/>
              <a:defRPr sz="4200" b="1">
                <a:solidFill>
                  <a:schemeClr val="dk1"/>
                </a:solidFill>
                <a:latin typeface="Helvetica Neue"/>
                <a:ea typeface="Helvetica Neue"/>
                <a:cs typeface="Helvetica Neue"/>
              </a:defRPr>
            </a:lvl2pPr>
            <a:lvl3pPr algn="ctr">
              <a:lnSpc>
                <a:spcPct val="110000"/>
              </a:lnSpc>
              <a:spcBef>
                <a:spcPts val="0"/>
              </a:spcBef>
              <a:spcAft>
                <a:spcPts val="0"/>
              </a:spcAft>
              <a:buClr>
                <a:schemeClr val="dk1"/>
              </a:buClr>
              <a:buSzPts val="4200"/>
              <a:buFont typeface="Helvetica Neue"/>
              <a:buNone/>
              <a:defRPr sz="4200" b="1">
                <a:solidFill>
                  <a:schemeClr val="dk1"/>
                </a:solidFill>
                <a:latin typeface="Helvetica Neue"/>
                <a:ea typeface="Helvetica Neue"/>
                <a:cs typeface="Helvetica Neue"/>
              </a:defRPr>
            </a:lvl3pPr>
            <a:lvl4pPr algn="ctr">
              <a:lnSpc>
                <a:spcPct val="110000"/>
              </a:lnSpc>
              <a:spcBef>
                <a:spcPts val="0"/>
              </a:spcBef>
              <a:spcAft>
                <a:spcPts val="0"/>
              </a:spcAft>
              <a:buClr>
                <a:schemeClr val="dk1"/>
              </a:buClr>
              <a:buSzPts val="4200"/>
              <a:buFont typeface="Helvetica Neue"/>
              <a:buNone/>
              <a:defRPr sz="4200" b="1">
                <a:solidFill>
                  <a:schemeClr val="dk1"/>
                </a:solidFill>
                <a:latin typeface="Helvetica Neue"/>
                <a:ea typeface="Helvetica Neue"/>
                <a:cs typeface="Helvetica Neue"/>
              </a:defRPr>
            </a:lvl4pPr>
            <a:lvl5pPr algn="ctr">
              <a:lnSpc>
                <a:spcPct val="110000"/>
              </a:lnSpc>
              <a:spcBef>
                <a:spcPts val="0"/>
              </a:spcBef>
              <a:spcAft>
                <a:spcPts val="0"/>
              </a:spcAft>
              <a:buClr>
                <a:schemeClr val="dk1"/>
              </a:buClr>
              <a:buSzPts val="4200"/>
              <a:buFont typeface="Helvetica Neue"/>
              <a:buNone/>
              <a:defRPr sz="4200" b="1">
                <a:solidFill>
                  <a:schemeClr val="dk1"/>
                </a:solidFill>
                <a:latin typeface="Helvetica Neue"/>
                <a:ea typeface="Helvetica Neue"/>
                <a:cs typeface="Helvetica Neue"/>
              </a:defRPr>
            </a:lvl5pPr>
            <a:lvl6pPr algn="ctr">
              <a:lnSpc>
                <a:spcPct val="110000"/>
              </a:lnSpc>
              <a:spcBef>
                <a:spcPts val="0"/>
              </a:spcBef>
              <a:spcAft>
                <a:spcPts val="0"/>
              </a:spcAft>
              <a:buClr>
                <a:schemeClr val="dk1"/>
              </a:buClr>
              <a:buSzPts val="4200"/>
              <a:buFont typeface="Helvetica Neue"/>
              <a:buNone/>
              <a:defRPr sz="4200" b="1">
                <a:solidFill>
                  <a:schemeClr val="dk1"/>
                </a:solidFill>
                <a:latin typeface="Helvetica Neue"/>
                <a:ea typeface="Helvetica Neue"/>
                <a:cs typeface="Helvetica Neue"/>
              </a:defRPr>
            </a:lvl6pPr>
            <a:lvl7pPr algn="ctr">
              <a:lnSpc>
                <a:spcPct val="110000"/>
              </a:lnSpc>
              <a:spcBef>
                <a:spcPts val="0"/>
              </a:spcBef>
              <a:spcAft>
                <a:spcPts val="0"/>
              </a:spcAft>
              <a:buClr>
                <a:schemeClr val="dk1"/>
              </a:buClr>
              <a:buSzPts val="4200"/>
              <a:buFont typeface="Helvetica Neue"/>
              <a:buNone/>
              <a:defRPr sz="4200" b="1">
                <a:solidFill>
                  <a:schemeClr val="dk1"/>
                </a:solidFill>
                <a:latin typeface="Helvetica Neue"/>
                <a:ea typeface="Helvetica Neue"/>
                <a:cs typeface="Helvetica Neue"/>
              </a:defRPr>
            </a:lvl7pPr>
            <a:lvl8pPr algn="ctr">
              <a:lnSpc>
                <a:spcPct val="110000"/>
              </a:lnSpc>
              <a:spcBef>
                <a:spcPts val="0"/>
              </a:spcBef>
              <a:spcAft>
                <a:spcPts val="0"/>
              </a:spcAft>
              <a:buClr>
                <a:schemeClr val="dk1"/>
              </a:buClr>
              <a:buSzPts val="4200"/>
              <a:buFont typeface="Helvetica Neue"/>
              <a:buNone/>
              <a:defRPr sz="4200" b="1">
                <a:solidFill>
                  <a:schemeClr val="dk1"/>
                </a:solidFill>
                <a:latin typeface="Helvetica Neue"/>
                <a:ea typeface="Helvetica Neue"/>
                <a:cs typeface="Helvetica Neue"/>
              </a:defRPr>
            </a:lvl8pPr>
            <a:lvl9pPr algn="ctr">
              <a:lnSpc>
                <a:spcPct val="110000"/>
              </a:lnSpc>
              <a:spcBef>
                <a:spcPts val="0"/>
              </a:spcBef>
              <a:spcAft>
                <a:spcPts val="0"/>
              </a:spcAft>
              <a:buClr>
                <a:schemeClr val="dk1"/>
              </a:buClr>
              <a:buSzPts val="4200"/>
              <a:buFont typeface="Helvetica Neue"/>
              <a:buNone/>
              <a:defRPr sz="4200" b="1">
                <a:solidFill>
                  <a:schemeClr val="dk1"/>
                </a:solidFill>
                <a:latin typeface="Helvetica Neue"/>
                <a:ea typeface="Helvetica Neue"/>
                <a:cs typeface="Helvetica Neue"/>
              </a:defRPr>
            </a:lvl9pPr>
          </a:lstStyle>
          <a:p xmlns:a="http://schemas.openxmlformats.org/drawingml/2006/main"/>
        </p:txBody>
      </p:sp>
    </p:spTree>
  </p:cSld>
</p:sldLayout>
</file>

<file path=ppt/slideLayouts/slideLayout4.xml><?xml version="1.0" encoding="utf-8"?>
<p:sldLayout xmlns:p="http://schemas.openxmlformats.org/presentationml/2006/main" matchingName="Title and Body">
  <p:cSld name="Title and Body">
    <p:spTree>
      <p:nvGrpSpPr>
        <p:cNvPr id="1" name=""/>
        <p:cNvGrpSpPr/>
        <p:nvPr/>
      </p:nvGrpSpPr>
      <p:grpSpPr>
        <a:xfrm xmlns:a="http://schemas.openxmlformats.org/drawingml/2006/main"/>
      </p:grpSpPr>
      <p:sp>
        <p:nvSpPr>
          <p:cNvPr id="17" name="Google Shape;17;p5">
            <a:extLst xmlns:a="http://schemas.openxmlformats.org/drawingml/2006/main">
              <a:ext uri="{FF2B5EF4-FFF2-40B4-BE49-F238E27FC236}">
                <a16:creationId xmlns:a16="http://schemas.microsoft.com/office/drawing/2014/main" id="{51773E97-E883-4F0A-8DCC-7A5AF3F366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3300"/>
              <a:buFont typeface="Helvetica Neue"/>
              <a:buNone/>
              <a:defRPr sz="3300" b="1" i="0" u="none" strike="noStrike" cap="none">
                <a:solidFill>
                  <a:schemeClr val="dk1"/>
                </a:solidFill>
                <a:latin typeface="Helvetica Neue"/>
                <a:ea typeface="Helvetica Neue"/>
                <a:cs typeface="Helvetica Neue"/>
              </a:defRPr>
            </a:lvl1pPr>
            <a:lvl2pPr algn="l">
              <a:lnSpc>
                <a:spcPct val="110000"/>
              </a:lnSpc>
              <a:spcBef>
                <a:spcPts val="0"/>
              </a:spcBef>
              <a:spcAft>
                <a:spcPts val="0"/>
              </a:spcAft>
              <a:buClr>
                <a:schemeClr val="dk1"/>
              </a:buClr>
              <a:buSzPts val="3300"/>
              <a:buFont typeface="Helvetica Neue"/>
              <a:buNone/>
              <a:defRPr sz="3300" b="1">
                <a:solidFill>
                  <a:schemeClr val="dk1"/>
                </a:solidFill>
                <a:latin typeface="Helvetica Neue"/>
                <a:ea typeface="Helvetica Neue"/>
                <a:cs typeface="Helvetica Neue"/>
              </a:defRPr>
            </a:lvl2pPr>
            <a:lvl3pPr algn="l">
              <a:lnSpc>
                <a:spcPct val="110000"/>
              </a:lnSpc>
              <a:spcBef>
                <a:spcPts val="0"/>
              </a:spcBef>
              <a:spcAft>
                <a:spcPts val="0"/>
              </a:spcAft>
              <a:buClr>
                <a:schemeClr val="dk1"/>
              </a:buClr>
              <a:buSzPts val="3300"/>
              <a:buFont typeface="Helvetica Neue"/>
              <a:buNone/>
              <a:defRPr sz="3300" b="1">
                <a:solidFill>
                  <a:schemeClr val="dk1"/>
                </a:solidFill>
                <a:latin typeface="Helvetica Neue"/>
                <a:ea typeface="Helvetica Neue"/>
                <a:cs typeface="Helvetica Neue"/>
              </a:defRPr>
            </a:lvl3pPr>
            <a:lvl4pPr algn="l">
              <a:lnSpc>
                <a:spcPct val="110000"/>
              </a:lnSpc>
              <a:spcBef>
                <a:spcPts val="0"/>
              </a:spcBef>
              <a:spcAft>
                <a:spcPts val="0"/>
              </a:spcAft>
              <a:buClr>
                <a:schemeClr val="dk1"/>
              </a:buClr>
              <a:buSzPts val="3300"/>
              <a:buFont typeface="Helvetica Neue"/>
              <a:buNone/>
              <a:defRPr sz="3300" b="1">
                <a:solidFill>
                  <a:schemeClr val="dk1"/>
                </a:solidFill>
                <a:latin typeface="Helvetica Neue"/>
                <a:ea typeface="Helvetica Neue"/>
                <a:cs typeface="Helvetica Neue"/>
              </a:defRPr>
            </a:lvl4pPr>
            <a:lvl5pPr algn="l">
              <a:lnSpc>
                <a:spcPct val="110000"/>
              </a:lnSpc>
              <a:spcBef>
                <a:spcPts val="0"/>
              </a:spcBef>
              <a:spcAft>
                <a:spcPts val="0"/>
              </a:spcAft>
              <a:buClr>
                <a:schemeClr val="dk1"/>
              </a:buClr>
              <a:buSzPts val="3300"/>
              <a:buFont typeface="Helvetica Neue"/>
              <a:buNone/>
              <a:defRPr sz="3300" b="1">
                <a:solidFill>
                  <a:schemeClr val="dk1"/>
                </a:solidFill>
                <a:latin typeface="Helvetica Neue"/>
                <a:ea typeface="Helvetica Neue"/>
                <a:cs typeface="Helvetica Neue"/>
              </a:defRPr>
            </a:lvl5pPr>
            <a:lvl6pPr algn="l">
              <a:lnSpc>
                <a:spcPct val="110000"/>
              </a:lnSpc>
              <a:spcBef>
                <a:spcPts val="0"/>
              </a:spcBef>
              <a:spcAft>
                <a:spcPts val="0"/>
              </a:spcAft>
              <a:buClr>
                <a:schemeClr val="dk1"/>
              </a:buClr>
              <a:buSzPts val="3300"/>
              <a:buFont typeface="Helvetica Neue"/>
              <a:buNone/>
              <a:defRPr sz="3300" b="1">
                <a:solidFill>
                  <a:schemeClr val="dk1"/>
                </a:solidFill>
                <a:latin typeface="Helvetica Neue"/>
                <a:ea typeface="Helvetica Neue"/>
                <a:cs typeface="Helvetica Neue"/>
              </a:defRPr>
            </a:lvl6pPr>
            <a:lvl7pPr algn="l">
              <a:lnSpc>
                <a:spcPct val="110000"/>
              </a:lnSpc>
              <a:spcBef>
                <a:spcPts val="0"/>
              </a:spcBef>
              <a:spcAft>
                <a:spcPts val="0"/>
              </a:spcAft>
              <a:buClr>
                <a:schemeClr val="dk1"/>
              </a:buClr>
              <a:buSzPts val="3300"/>
              <a:buFont typeface="Helvetica Neue"/>
              <a:buNone/>
              <a:defRPr sz="3300" b="1">
                <a:solidFill>
                  <a:schemeClr val="dk1"/>
                </a:solidFill>
                <a:latin typeface="Helvetica Neue"/>
                <a:ea typeface="Helvetica Neue"/>
                <a:cs typeface="Helvetica Neue"/>
              </a:defRPr>
            </a:lvl7pPr>
            <a:lvl8pPr algn="l">
              <a:lnSpc>
                <a:spcPct val="110000"/>
              </a:lnSpc>
              <a:spcBef>
                <a:spcPts val="0"/>
              </a:spcBef>
              <a:spcAft>
                <a:spcPts val="0"/>
              </a:spcAft>
              <a:buClr>
                <a:schemeClr val="dk1"/>
              </a:buClr>
              <a:buSzPts val="3300"/>
              <a:buFont typeface="Helvetica Neue"/>
              <a:buNone/>
              <a:defRPr sz="3300" b="1">
                <a:solidFill>
                  <a:schemeClr val="dk1"/>
                </a:solidFill>
                <a:latin typeface="Helvetica Neue"/>
                <a:ea typeface="Helvetica Neue"/>
                <a:cs typeface="Helvetica Neue"/>
              </a:defRPr>
            </a:lvl8pPr>
            <a:lvl9pPr algn="l">
              <a:lnSpc>
                <a:spcPct val="110000"/>
              </a:lnSpc>
              <a:spcBef>
                <a:spcPts val="0"/>
              </a:spcBef>
              <a:spcAft>
                <a:spcPts val="0"/>
              </a:spcAft>
              <a:buClr>
                <a:schemeClr val="dk1"/>
              </a:buClr>
              <a:buSzPts val="3300"/>
              <a:buFont typeface="Helvetica Neue"/>
              <a:buNone/>
              <a:defRPr sz="3300" b="1">
                <a:solidFill>
                  <a:schemeClr val="dk1"/>
                </a:solidFill>
                <a:latin typeface="Helvetica Neue"/>
                <a:ea typeface="Helvetica Neue"/>
                <a:cs typeface="Helvetica Neue"/>
              </a:defRPr>
            </a:lvl9pPr>
          </a:lstStyle>
          <a:p xmlns:a="http://schemas.openxmlformats.org/drawingml/2006/main"/>
        </p:txBody>
      </p:sp>
      <p:sp>
        <p:nvSpPr>
          <p:cNvPr id="18" name="Google Shape;18;p5">
            <a:extLst xmlns:a="http://schemas.openxmlformats.org/drawingml/2006/main">
              <a:ext uri="{FF2B5EF4-FFF2-40B4-BE49-F238E27FC236}">
                <a16:creationId xmlns:a16="http://schemas.microsoft.com/office/drawing/2014/main" id="{97D28A55-25E9-4541-81E1-20567DACF76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371475" algn="l">
              <a:lnSpc>
                <a:spcPct val="110000"/>
              </a:lnSpc>
              <a:spcBef>
                <a:spcPts val="0"/>
              </a:spcBef>
              <a:spcAft>
                <a:spcPts val="0"/>
              </a:spcAft>
              <a:buClr>
                <a:schemeClr val="dk1"/>
              </a:buClr>
              <a:buSzPts val="2250"/>
              <a:buFont typeface="Helvetica Neue"/>
              <a:buChar char="•"/>
              <a:defRPr sz="2250" b="0" i="0" u="none" strike="noStrike" cap="none">
                <a:solidFill>
                  <a:schemeClr val="dk1"/>
                </a:solidFill>
                <a:latin typeface="Helvetica Neue"/>
                <a:ea typeface="Helvetica Neue"/>
                <a:cs typeface="Helvetica Neue"/>
              </a:defRPr>
            </a:lvl1pPr>
            <a:lvl2pPr marL="914400" marR="0" indent="-371475" algn="l">
              <a:lnSpc>
                <a:spcPct val="110000"/>
              </a:lnSpc>
              <a:spcBef>
                <a:spcPts val="1200"/>
              </a:spcBef>
              <a:spcAft>
                <a:spcPts val="0"/>
              </a:spcAft>
              <a:buClr>
                <a:schemeClr val="dk1"/>
              </a:buClr>
              <a:buSzPts val="2250"/>
              <a:buFont typeface="Helvetica Neue"/>
              <a:buChar char="•"/>
              <a:defRPr sz="2250" b="0" i="0" u="none" strike="noStrike" cap="none">
                <a:solidFill>
                  <a:schemeClr val="dk1"/>
                </a:solidFill>
                <a:latin typeface="Helvetica Neue"/>
                <a:ea typeface="Helvetica Neue"/>
                <a:cs typeface="Helvetica Neue"/>
              </a:defRPr>
            </a:lvl2pPr>
            <a:lvl3pPr marL="1371600" marR="0" indent="-371475" algn="l">
              <a:lnSpc>
                <a:spcPct val="110000"/>
              </a:lnSpc>
              <a:spcBef>
                <a:spcPts val="1200"/>
              </a:spcBef>
              <a:spcAft>
                <a:spcPts val="0"/>
              </a:spcAft>
              <a:buClr>
                <a:schemeClr val="dk1"/>
              </a:buClr>
              <a:buSzPts val="2250"/>
              <a:buFont typeface="Helvetica Neue"/>
              <a:buChar char="•"/>
              <a:defRPr sz="2250" b="0" i="0" u="none" strike="noStrike" cap="none">
                <a:solidFill>
                  <a:schemeClr val="dk1"/>
                </a:solidFill>
                <a:latin typeface="Helvetica Neue"/>
                <a:ea typeface="Helvetica Neue"/>
                <a:cs typeface="Helvetica Neue"/>
              </a:defRPr>
            </a:lvl3pPr>
            <a:lvl4pPr marL="1828800" marR="0" indent="-371475" algn="l">
              <a:lnSpc>
                <a:spcPct val="110000"/>
              </a:lnSpc>
              <a:spcBef>
                <a:spcPts val="1200"/>
              </a:spcBef>
              <a:spcAft>
                <a:spcPts val="0"/>
              </a:spcAft>
              <a:buClr>
                <a:schemeClr val="dk1"/>
              </a:buClr>
              <a:buSzPts val="2250"/>
              <a:buFont typeface="Helvetica Neue"/>
              <a:buChar char="•"/>
              <a:defRPr sz="2250" b="0" i="0" u="none" strike="noStrike" cap="none">
                <a:solidFill>
                  <a:schemeClr val="dk1"/>
                </a:solidFill>
                <a:latin typeface="Helvetica Neue"/>
                <a:ea typeface="Helvetica Neue"/>
                <a:cs typeface="Helvetica Neue"/>
              </a:defRPr>
            </a:lvl4pPr>
            <a:lvl5pPr marL="2286000" marR="0" indent="-371475" algn="l">
              <a:lnSpc>
                <a:spcPct val="110000"/>
              </a:lnSpc>
              <a:spcBef>
                <a:spcPts val="1200"/>
              </a:spcBef>
              <a:spcAft>
                <a:spcPts val="0"/>
              </a:spcAft>
              <a:buClr>
                <a:schemeClr val="dk1"/>
              </a:buClr>
              <a:buSzPts val="2250"/>
              <a:buFont typeface="Helvetica Neue"/>
              <a:buChar char="•"/>
              <a:defRPr sz="2250" b="0" i="0" u="none" strike="noStrike" cap="none">
                <a:solidFill>
                  <a:schemeClr val="dk1"/>
                </a:solidFill>
                <a:latin typeface="Helvetica Neue"/>
                <a:ea typeface="Helvetica Neue"/>
                <a:cs typeface="Helvetica Neue"/>
              </a:defRPr>
            </a:lvl5pPr>
            <a:lvl6pPr marL="2743200" marR="0" indent="-371475" algn="l">
              <a:lnSpc>
                <a:spcPct val="110000"/>
              </a:lnSpc>
              <a:spcBef>
                <a:spcPts val="1200"/>
              </a:spcBef>
              <a:spcAft>
                <a:spcPts val="0"/>
              </a:spcAft>
              <a:buClr>
                <a:schemeClr val="dk1"/>
              </a:buClr>
              <a:buSzPts val="2250"/>
              <a:buFont typeface="Helvetica Neue"/>
              <a:buChar char="•"/>
              <a:defRPr sz="2250" b="0" i="0" u="none" strike="noStrike" cap="none">
                <a:solidFill>
                  <a:schemeClr val="dk1"/>
                </a:solidFill>
                <a:latin typeface="Helvetica Neue"/>
                <a:ea typeface="Helvetica Neue"/>
                <a:cs typeface="Helvetica Neue"/>
              </a:defRPr>
            </a:lvl6pPr>
            <a:lvl7pPr marL="3200400" marR="0" indent="-371475" algn="l">
              <a:lnSpc>
                <a:spcPct val="110000"/>
              </a:lnSpc>
              <a:spcBef>
                <a:spcPts val="1200"/>
              </a:spcBef>
              <a:spcAft>
                <a:spcPts val="0"/>
              </a:spcAft>
              <a:buClr>
                <a:schemeClr val="dk1"/>
              </a:buClr>
              <a:buSzPts val="2250"/>
              <a:buFont typeface="Helvetica Neue"/>
              <a:buChar char="•"/>
              <a:defRPr sz="2250" b="0" i="0" u="none" strike="noStrike" cap="none">
                <a:solidFill>
                  <a:schemeClr val="dk1"/>
                </a:solidFill>
                <a:latin typeface="Helvetica Neue"/>
                <a:ea typeface="Helvetica Neue"/>
                <a:cs typeface="Helvetica Neue"/>
              </a:defRPr>
            </a:lvl7pPr>
            <a:lvl8pPr marL="3657600" marR="0" indent="-371475" algn="l">
              <a:lnSpc>
                <a:spcPct val="110000"/>
              </a:lnSpc>
              <a:spcBef>
                <a:spcPts val="1200"/>
              </a:spcBef>
              <a:spcAft>
                <a:spcPts val="0"/>
              </a:spcAft>
              <a:buClr>
                <a:schemeClr val="dk1"/>
              </a:buClr>
              <a:buSzPts val="2250"/>
              <a:buFont typeface="Helvetica Neue"/>
              <a:buChar char="•"/>
              <a:defRPr sz="2250" b="0" i="0" u="none" strike="noStrike" cap="none">
                <a:solidFill>
                  <a:schemeClr val="dk1"/>
                </a:solidFill>
                <a:latin typeface="Helvetica Neue"/>
                <a:ea typeface="Helvetica Neue"/>
                <a:cs typeface="Helvetica Neue"/>
              </a:defRPr>
            </a:lvl8pPr>
            <a:lvl9pPr marL="4114800" marR="0" indent="-371475" algn="l">
              <a:lnSpc>
                <a:spcPct val="110000"/>
              </a:lnSpc>
              <a:spcBef>
                <a:spcPts val="1200"/>
              </a:spcBef>
              <a:spcAft>
                <a:spcPts val="1200"/>
              </a:spcAft>
              <a:buClr>
                <a:schemeClr val="dk1"/>
              </a:buClr>
              <a:buSzPts val="2250"/>
              <a:buFont typeface="Helvetica Neue"/>
              <a:buChar char="•"/>
              <a:defRPr sz="2250" b="0" i="0" u="none" strike="noStrike" cap="none">
                <a:solidFill>
                  <a:schemeClr val="dk1"/>
                </a:solidFill>
                <a:latin typeface="Helvetica Neue"/>
                <a:ea typeface="Helvetica Neue"/>
                <a:cs typeface="Helvetica Neue"/>
              </a:defRPr>
            </a:lvl9pPr>
          </a:lstStyle>
          <a:p xmlns:a="http://schemas.openxmlformats.org/drawingml/2006/main"/>
        </p:txBody>
      </p:sp>
    </p:spTree>
  </p:cSld>
</p:sldLayout>
</file>

<file path=ppt/slideLayouts/slideLayout5.xml><?xml version="1.0" encoding="utf-8"?>
<p:sldLayout xmlns:p="http://schemas.openxmlformats.org/presentationml/2006/main" matchingName="Title and Two Column">
  <p:cSld name="Title and Two Column">
    <p:spTree>
      <p:nvGrpSpPr>
        <p:cNvPr id="1" name=""/>
        <p:cNvGrpSpPr/>
        <p:nvPr/>
      </p:nvGrpSpPr>
      <p:grpSpPr>
        <a:xfrm xmlns:a="http://schemas.openxmlformats.org/drawingml/2006/main"/>
      </p:grpSpPr>
      <p:sp>
        <p:nvSpPr>
          <p:cNvPr id="20" name="Google Shape;20;p6">
            <a:extLst xmlns:a="http://schemas.openxmlformats.org/drawingml/2006/main">
              <a:ext uri="{FF2B5EF4-FFF2-40B4-BE49-F238E27FC236}">
                <a16:creationId xmlns:a16="http://schemas.microsoft.com/office/drawing/2014/main" id="{D684F8AA-ADA3-4554-AAD5-0C18867432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3300"/>
              <a:buFont typeface="Helvetica Neue"/>
              <a:buNone/>
              <a:defRPr sz="3300" b="1" i="0" u="none" strike="noStrike" cap="none">
                <a:solidFill>
                  <a:schemeClr val="dk1"/>
                </a:solidFill>
                <a:latin typeface="Helvetica Neue"/>
                <a:ea typeface="Helvetica Neue"/>
                <a:cs typeface="Helvetica Neue"/>
              </a:defRPr>
            </a:lvl1pPr>
            <a:lvl2pPr algn="l">
              <a:lnSpc>
                <a:spcPct val="110000"/>
              </a:lnSpc>
              <a:spcBef>
                <a:spcPts val="0"/>
              </a:spcBef>
              <a:spcAft>
                <a:spcPts val="0"/>
              </a:spcAft>
              <a:buClr>
                <a:schemeClr val="dk1"/>
              </a:buClr>
              <a:buSzPts val="3300"/>
              <a:buFont typeface="Helvetica Neue"/>
              <a:buNone/>
              <a:defRPr sz="3300" b="1">
                <a:solidFill>
                  <a:schemeClr val="dk1"/>
                </a:solidFill>
                <a:latin typeface="Helvetica Neue"/>
                <a:ea typeface="Helvetica Neue"/>
                <a:cs typeface="Helvetica Neue"/>
              </a:defRPr>
            </a:lvl2pPr>
            <a:lvl3pPr algn="l">
              <a:lnSpc>
                <a:spcPct val="110000"/>
              </a:lnSpc>
              <a:spcBef>
                <a:spcPts val="0"/>
              </a:spcBef>
              <a:spcAft>
                <a:spcPts val="0"/>
              </a:spcAft>
              <a:buClr>
                <a:schemeClr val="dk1"/>
              </a:buClr>
              <a:buSzPts val="3300"/>
              <a:buFont typeface="Helvetica Neue"/>
              <a:buNone/>
              <a:defRPr sz="3300" b="1">
                <a:solidFill>
                  <a:schemeClr val="dk1"/>
                </a:solidFill>
                <a:latin typeface="Helvetica Neue"/>
                <a:ea typeface="Helvetica Neue"/>
                <a:cs typeface="Helvetica Neue"/>
              </a:defRPr>
            </a:lvl3pPr>
            <a:lvl4pPr algn="l">
              <a:lnSpc>
                <a:spcPct val="110000"/>
              </a:lnSpc>
              <a:spcBef>
                <a:spcPts val="0"/>
              </a:spcBef>
              <a:spcAft>
                <a:spcPts val="0"/>
              </a:spcAft>
              <a:buClr>
                <a:schemeClr val="dk1"/>
              </a:buClr>
              <a:buSzPts val="3300"/>
              <a:buFont typeface="Helvetica Neue"/>
              <a:buNone/>
              <a:defRPr sz="3300" b="1">
                <a:solidFill>
                  <a:schemeClr val="dk1"/>
                </a:solidFill>
                <a:latin typeface="Helvetica Neue"/>
                <a:ea typeface="Helvetica Neue"/>
                <a:cs typeface="Helvetica Neue"/>
              </a:defRPr>
            </a:lvl4pPr>
            <a:lvl5pPr algn="l">
              <a:lnSpc>
                <a:spcPct val="110000"/>
              </a:lnSpc>
              <a:spcBef>
                <a:spcPts val="0"/>
              </a:spcBef>
              <a:spcAft>
                <a:spcPts val="0"/>
              </a:spcAft>
              <a:buClr>
                <a:schemeClr val="dk1"/>
              </a:buClr>
              <a:buSzPts val="3300"/>
              <a:buFont typeface="Helvetica Neue"/>
              <a:buNone/>
              <a:defRPr sz="3300" b="1">
                <a:solidFill>
                  <a:schemeClr val="dk1"/>
                </a:solidFill>
                <a:latin typeface="Helvetica Neue"/>
                <a:ea typeface="Helvetica Neue"/>
                <a:cs typeface="Helvetica Neue"/>
              </a:defRPr>
            </a:lvl5pPr>
            <a:lvl6pPr algn="l">
              <a:lnSpc>
                <a:spcPct val="110000"/>
              </a:lnSpc>
              <a:spcBef>
                <a:spcPts val="0"/>
              </a:spcBef>
              <a:spcAft>
                <a:spcPts val="0"/>
              </a:spcAft>
              <a:buClr>
                <a:schemeClr val="dk1"/>
              </a:buClr>
              <a:buSzPts val="3300"/>
              <a:buFont typeface="Helvetica Neue"/>
              <a:buNone/>
              <a:defRPr sz="3300" b="1">
                <a:solidFill>
                  <a:schemeClr val="dk1"/>
                </a:solidFill>
                <a:latin typeface="Helvetica Neue"/>
                <a:ea typeface="Helvetica Neue"/>
                <a:cs typeface="Helvetica Neue"/>
              </a:defRPr>
            </a:lvl6pPr>
            <a:lvl7pPr algn="l">
              <a:lnSpc>
                <a:spcPct val="110000"/>
              </a:lnSpc>
              <a:spcBef>
                <a:spcPts val="0"/>
              </a:spcBef>
              <a:spcAft>
                <a:spcPts val="0"/>
              </a:spcAft>
              <a:buClr>
                <a:schemeClr val="dk1"/>
              </a:buClr>
              <a:buSzPts val="3300"/>
              <a:buFont typeface="Helvetica Neue"/>
              <a:buNone/>
              <a:defRPr sz="3300" b="1">
                <a:solidFill>
                  <a:schemeClr val="dk1"/>
                </a:solidFill>
                <a:latin typeface="Helvetica Neue"/>
                <a:ea typeface="Helvetica Neue"/>
                <a:cs typeface="Helvetica Neue"/>
              </a:defRPr>
            </a:lvl7pPr>
            <a:lvl8pPr algn="l">
              <a:lnSpc>
                <a:spcPct val="110000"/>
              </a:lnSpc>
              <a:spcBef>
                <a:spcPts val="0"/>
              </a:spcBef>
              <a:spcAft>
                <a:spcPts val="0"/>
              </a:spcAft>
              <a:buClr>
                <a:schemeClr val="dk1"/>
              </a:buClr>
              <a:buSzPts val="3300"/>
              <a:buFont typeface="Helvetica Neue"/>
              <a:buNone/>
              <a:defRPr sz="3300" b="1">
                <a:solidFill>
                  <a:schemeClr val="dk1"/>
                </a:solidFill>
                <a:latin typeface="Helvetica Neue"/>
                <a:ea typeface="Helvetica Neue"/>
                <a:cs typeface="Helvetica Neue"/>
              </a:defRPr>
            </a:lvl8pPr>
            <a:lvl9pPr algn="l">
              <a:lnSpc>
                <a:spcPct val="110000"/>
              </a:lnSpc>
              <a:spcBef>
                <a:spcPts val="0"/>
              </a:spcBef>
              <a:spcAft>
                <a:spcPts val="0"/>
              </a:spcAft>
              <a:buClr>
                <a:schemeClr val="dk1"/>
              </a:buClr>
              <a:buSzPts val="3300"/>
              <a:buFont typeface="Helvetica Neue"/>
              <a:buNone/>
              <a:defRPr sz="3300" b="1">
                <a:solidFill>
                  <a:schemeClr val="dk1"/>
                </a:solidFill>
                <a:latin typeface="Helvetica Neue"/>
                <a:ea typeface="Helvetica Neue"/>
                <a:cs typeface="Helvetica Neue"/>
              </a:defRPr>
            </a:lvl9pPr>
          </a:lstStyle>
          <a:p xmlns:a="http://schemas.openxmlformats.org/drawingml/2006/main"/>
        </p:txBody>
      </p:sp>
      <p:sp>
        <p:nvSpPr>
          <p:cNvPr id="21" name="Google Shape;21;p6">
            <a:extLst xmlns:a="http://schemas.openxmlformats.org/drawingml/2006/main">
              <a:ext uri="{FF2B5EF4-FFF2-40B4-BE49-F238E27FC236}">
                <a16:creationId xmlns:a16="http://schemas.microsoft.com/office/drawing/2014/main" id="{0AD1292F-275B-40EF-B299-38F3BB99C98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361950" algn="l">
              <a:lnSpc>
                <a:spcPct val="110000"/>
              </a:lnSpc>
              <a:spcBef>
                <a:spcPts val="0"/>
              </a:spcBef>
              <a:spcAft>
                <a:spcPts val="0"/>
              </a:spcAft>
              <a:buClr>
                <a:schemeClr val="dk1"/>
              </a:buClr>
              <a:buSzPts val="2100"/>
              <a:buFont typeface="Helvetica Neue"/>
              <a:buChar char="•"/>
              <a:defRPr sz="2100" b="0" i="0" u="none" strike="noStrike" cap="none">
                <a:solidFill>
                  <a:schemeClr val="dk1"/>
                </a:solidFill>
                <a:latin typeface="Helvetica Neue"/>
                <a:ea typeface="Helvetica Neue"/>
                <a:cs typeface="Helvetica Neue"/>
              </a:defRPr>
            </a:lvl1pPr>
            <a:lvl2pPr marL="914400" marR="0" indent="-361950" algn="l">
              <a:lnSpc>
                <a:spcPct val="110000"/>
              </a:lnSpc>
              <a:spcBef>
                <a:spcPts val="1200"/>
              </a:spcBef>
              <a:spcAft>
                <a:spcPts val="0"/>
              </a:spcAft>
              <a:buClr>
                <a:schemeClr val="dk1"/>
              </a:buClr>
              <a:buSzPts val="2100"/>
              <a:buFont typeface="Helvetica Neue"/>
              <a:buChar char="•"/>
              <a:defRPr sz="2100" b="0" i="0" u="none" strike="noStrike" cap="none">
                <a:solidFill>
                  <a:schemeClr val="dk1"/>
                </a:solidFill>
                <a:latin typeface="Helvetica Neue"/>
                <a:ea typeface="Helvetica Neue"/>
                <a:cs typeface="Helvetica Neue"/>
              </a:defRPr>
            </a:lvl2pPr>
            <a:lvl3pPr marL="1371600" marR="0" indent="-361950" algn="l">
              <a:lnSpc>
                <a:spcPct val="110000"/>
              </a:lnSpc>
              <a:spcBef>
                <a:spcPts val="1200"/>
              </a:spcBef>
              <a:spcAft>
                <a:spcPts val="0"/>
              </a:spcAft>
              <a:buClr>
                <a:schemeClr val="dk1"/>
              </a:buClr>
              <a:buSzPts val="2100"/>
              <a:buFont typeface="Helvetica Neue"/>
              <a:buChar char="•"/>
              <a:defRPr sz="2100" b="0" i="0" u="none" strike="noStrike" cap="none">
                <a:solidFill>
                  <a:schemeClr val="dk1"/>
                </a:solidFill>
                <a:latin typeface="Helvetica Neue"/>
                <a:ea typeface="Helvetica Neue"/>
                <a:cs typeface="Helvetica Neue"/>
              </a:defRPr>
            </a:lvl3pPr>
            <a:lvl4pPr marL="1828800" marR="0" indent="-361950" algn="l">
              <a:lnSpc>
                <a:spcPct val="110000"/>
              </a:lnSpc>
              <a:spcBef>
                <a:spcPts val="1200"/>
              </a:spcBef>
              <a:spcAft>
                <a:spcPts val="0"/>
              </a:spcAft>
              <a:buClr>
                <a:schemeClr val="dk1"/>
              </a:buClr>
              <a:buSzPts val="2100"/>
              <a:buFont typeface="Helvetica Neue"/>
              <a:buChar char="•"/>
              <a:defRPr sz="2100" b="0" i="0" u="none" strike="noStrike" cap="none">
                <a:solidFill>
                  <a:schemeClr val="dk1"/>
                </a:solidFill>
                <a:latin typeface="Helvetica Neue"/>
                <a:ea typeface="Helvetica Neue"/>
                <a:cs typeface="Helvetica Neue"/>
              </a:defRPr>
            </a:lvl4pPr>
            <a:lvl5pPr marL="2286000" marR="0" indent="-361950" algn="l">
              <a:lnSpc>
                <a:spcPct val="110000"/>
              </a:lnSpc>
              <a:spcBef>
                <a:spcPts val="1200"/>
              </a:spcBef>
              <a:spcAft>
                <a:spcPts val="0"/>
              </a:spcAft>
              <a:buClr>
                <a:schemeClr val="dk1"/>
              </a:buClr>
              <a:buSzPts val="2100"/>
              <a:buFont typeface="Helvetica Neue"/>
              <a:buChar char="•"/>
              <a:defRPr sz="2100" b="0" i="0" u="none" strike="noStrike" cap="none">
                <a:solidFill>
                  <a:schemeClr val="dk1"/>
                </a:solidFill>
                <a:latin typeface="Helvetica Neue"/>
                <a:ea typeface="Helvetica Neue"/>
                <a:cs typeface="Helvetica Neue"/>
              </a:defRPr>
            </a:lvl5pPr>
            <a:lvl6pPr marL="2743200" marR="0" indent="-361950" algn="l">
              <a:lnSpc>
                <a:spcPct val="110000"/>
              </a:lnSpc>
              <a:spcBef>
                <a:spcPts val="1200"/>
              </a:spcBef>
              <a:spcAft>
                <a:spcPts val="0"/>
              </a:spcAft>
              <a:buClr>
                <a:schemeClr val="dk1"/>
              </a:buClr>
              <a:buSzPts val="2100"/>
              <a:buFont typeface="Helvetica Neue"/>
              <a:buChar char="•"/>
              <a:defRPr sz="2100" b="0" i="0" u="none" strike="noStrike" cap="none">
                <a:solidFill>
                  <a:schemeClr val="dk1"/>
                </a:solidFill>
                <a:latin typeface="Helvetica Neue"/>
                <a:ea typeface="Helvetica Neue"/>
                <a:cs typeface="Helvetica Neue"/>
              </a:defRPr>
            </a:lvl6pPr>
            <a:lvl7pPr marL="3200400" marR="0" indent="-361950" algn="l">
              <a:lnSpc>
                <a:spcPct val="110000"/>
              </a:lnSpc>
              <a:spcBef>
                <a:spcPts val="1200"/>
              </a:spcBef>
              <a:spcAft>
                <a:spcPts val="0"/>
              </a:spcAft>
              <a:buClr>
                <a:schemeClr val="dk1"/>
              </a:buClr>
              <a:buSzPts val="2100"/>
              <a:buFont typeface="Helvetica Neue"/>
              <a:buChar char="•"/>
              <a:defRPr sz="2100" b="0" i="0" u="none" strike="noStrike" cap="none">
                <a:solidFill>
                  <a:schemeClr val="dk1"/>
                </a:solidFill>
                <a:latin typeface="Helvetica Neue"/>
                <a:ea typeface="Helvetica Neue"/>
                <a:cs typeface="Helvetica Neue"/>
              </a:defRPr>
            </a:lvl7pPr>
            <a:lvl8pPr marL="3657600" marR="0" indent="-361950" algn="l">
              <a:lnSpc>
                <a:spcPct val="110000"/>
              </a:lnSpc>
              <a:spcBef>
                <a:spcPts val="1200"/>
              </a:spcBef>
              <a:spcAft>
                <a:spcPts val="0"/>
              </a:spcAft>
              <a:buClr>
                <a:schemeClr val="dk1"/>
              </a:buClr>
              <a:buSzPts val="2100"/>
              <a:buFont typeface="Helvetica Neue"/>
              <a:buChar char="•"/>
              <a:defRPr sz="2100" b="0" i="0" u="none" strike="noStrike" cap="none">
                <a:solidFill>
                  <a:schemeClr val="dk1"/>
                </a:solidFill>
                <a:latin typeface="Helvetica Neue"/>
                <a:ea typeface="Helvetica Neue"/>
                <a:cs typeface="Helvetica Neue"/>
              </a:defRPr>
            </a:lvl8pPr>
            <a:lvl9pPr marL="4114800" marR="0" indent="-361950" algn="l">
              <a:lnSpc>
                <a:spcPct val="110000"/>
              </a:lnSpc>
              <a:spcBef>
                <a:spcPts val="1200"/>
              </a:spcBef>
              <a:spcAft>
                <a:spcPts val="1200"/>
              </a:spcAft>
              <a:buClr>
                <a:schemeClr val="dk1"/>
              </a:buClr>
              <a:buSzPts val="2100"/>
              <a:buFont typeface="Helvetica Neue"/>
              <a:buChar char="•"/>
              <a:defRPr sz="2100" b="0" i="0" u="none" strike="noStrike" cap="none">
                <a:solidFill>
                  <a:schemeClr val="dk1"/>
                </a:solidFill>
                <a:latin typeface="Helvetica Neue"/>
                <a:ea typeface="Helvetica Neue"/>
                <a:cs typeface="Helvetica Neue"/>
              </a:defRPr>
            </a:lvl9pPr>
          </a:lstStyle>
          <a:p xmlns:a="http://schemas.openxmlformats.org/drawingml/2006/main"/>
        </p:txBody>
      </p:sp>
      <p:sp>
        <p:nvSpPr>
          <p:cNvPr id="22" name="Google Shape;22;p6">
            <a:extLst xmlns:a="http://schemas.openxmlformats.org/drawingml/2006/main">
              <a:ext uri="{FF2B5EF4-FFF2-40B4-BE49-F238E27FC236}">
                <a16:creationId xmlns:a16="http://schemas.microsoft.com/office/drawing/2014/main" id="{247907F8-DD3E-428B-8CF6-381ECFD0F7A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361950" algn="l">
              <a:lnSpc>
                <a:spcPct val="110000"/>
              </a:lnSpc>
              <a:spcBef>
                <a:spcPts val="0"/>
              </a:spcBef>
              <a:spcAft>
                <a:spcPts val="0"/>
              </a:spcAft>
              <a:buClr>
                <a:schemeClr val="dk1"/>
              </a:buClr>
              <a:buSzPts val="2100"/>
              <a:buFont typeface="Helvetica Neue"/>
              <a:buChar char="•"/>
              <a:defRPr sz="2100" b="0" i="0" u="none" strike="noStrike" cap="none">
                <a:solidFill>
                  <a:schemeClr val="dk1"/>
                </a:solidFill>
                <a:latin typeface="Helvetica Neue"/>
                <a:ea typeface="Helvetica Neue"/>
                <a:cs typeface="Helvetica Neue"/>
              </a:defRPr>
            </a:lvl1pPr>
            <a:lvl2pPr marL="914400" marR="0" indent="-361950" algn="l">
              <a:lnSpc>
                <a:spcPct val="110000"/>
              </a:lnSpc>
              <a:spcBef>
                <a:spcPts val="1200"/>
              </a:spcBef>
              <a:spcAft>
                <a:spcPts val="0"/>
              </a:spcAft>
              <a:buClr>
                <a:schemeClr val="dk1"/>
              </a:buClr>
              <a:buSzPts val="2100"/>
              <a:buFont typeface="Helvetica Neue"/>
              <a:buChar char="•"/>
              <a:defRPr sz="2100" b="0" i="0" u="none" strike="noStrike" cap="none">
                <a:solidFill>
                  <a:schemeClr val="dk1"/>
                </a:solidFill>
                <a:latin typeface="Helvetica Neue"/>
                <a:ea typeface="Helvetica Neue"/>
                <a:cs typeface="Helvetica Neue"/>
              </a:defRPr>
            </a:lvl2pPr>
            <a:lvl3pPr marL="1371600" marR="0" indent="-361950" algn="l">
              <a:lnSpc>
                <a:spcPct val="110000"/>
              </a:lnSpc>
              <a:spcBef>
                <a:spcPts val="1200"/>
              </a:spcBef>
              <a:spcAft>
                <a:spcPts val="0"/>
              </a:spcAft>
              <a:buClr>
                <a:schemeClr val="dk1"/>
              </a:buClr>
              <a:buSzPts val="2100"/>
              <a:buFont typeface="Helvetica Neue"/>
              <a:buChar char="•"/>
              <a:defRPr sz="2100" b="0" i="0" u="none" strike="noStrike" cap="none">
                <a:solidFill>
                  <a:schemeClr val="dk1"/>
                </a:solidFill>
                <a:latin typeface="Helvetica Neue"/>
                <a:ea typeface="Helvetica Neue"/>
                <a:cs typeface="Helvetica Neue"/>
              </a:defRPr>
            </a:lvl3pPr>
            <a:lvl4pPr marL="1828800" marR="0" indent="-361950" algn="l">
              <a:lnSpc>
                <a:spcPct val="110000"/>
              </a:lnSpc>
              <a:spcBef>
                <a:spcPts val="1200"/>
              </a:spcBef>
              <a:spcAft>
                <a:spcPts val="0"/>
              </a:spcAft>
              <a:buClr>
                <a:schemeClr val="dk1"/>
              </a:buClr>
              <a:buSzPts val="2100"/>
              <a:buFont typeface="Helvetica Neue"/>
              <a:buChar char="•"/>
              <a:defRPr sz="2100" b="0" i="0" u="none" strike="noStrike" cap="none">
                <a:solidFill>
                  <a:schemeClr val="dk1"/>
                </a:solidFill>
                <a:latin typeface="Helvetica Neue"/>
                <a:ea typeface="Helvetica Neue"/>
                <a:cs typeface="Helvetica Neue"/>
              </a:defRPr>
            </a:lvl4pPr>
            <a:lvl5pPr marL="2286000" marR="0" indent="-361950" algn="l">
              <a:lnSpc>
                <a:spcPct val="110000"/>
              </a:lnSpc>
              <a:spcBef>
                <a:spcPts val="1200"/>
              </a:spcBef>
              <a:spcAft>
                <a:spcPts val="0"/>
              </a:spcAft>
              <a:buClr>
                <a:schemeClr val="dk1"/>
              </a:buClr>
              <a:buSzPts val="2100"/>
              <a:buFont typeface="Helvetica Neue"/>
              <a:buChar char="•"/>
              <a:defRPr sz="2100" b="0" i="0" u="none" strike="noStrike" cap="none">
                <a:solidFill>
                  <a:schemeClr val="dk1"/>
                </a:solidFill>
                <a:latin typeface="Helvetica Neue"/>
                <a:ea typeface="Helvetica Neue"/>
                <a:cs typeface="Helvetica Neue"/>
              </a:defRPr>
            </a:lvl5pPr>
            <a:lvl6pPr marL="2743200" marR="0" indent="-361950" algn="l">
              <a:lnSpc>
                <a:spcPct val="110000"/>
              </a:lnSpc>
              <a:spcBef>
                <a:spcPts val="1200"/>
              </a:spcBef>
              <a:spcAft>
                <a:spcPts val="0"/>
              </a:spcAft>
              <a:buClr>
                <a:schemeClr val="dk1"/>
              </a:buClr>
              <a:buSzPts val="2100"/>
              <a:buFont typeface="Helvetica Neue"/>
              <a:buChar char="•"/>
              <a:defRPr sz="2100" b="0" i="0" u="none" strike="noStrike" cap="none">
                <a:solidFill>
                  <a:schemeClr val="dk1"/>
                </a:solidFill>
                <a:latin typeface="Helvetica Neue"/>
                <a:ea typeface="Helvetica Neue"/>
                <a:cs typeface="Helvetica Neue"/>
              </a:defRPr>
            </a:lvl6pPr>
            <a:lvl7pPr marL="3200400" marR="0" indent="-361950" algn="l">
              <a:lnSpc>
                <a:spcPct val="110000"/>
              </a:lnSpc>
              <a:spcBef>
                <a:spcPts val="1200"/>
              </a:spcBef>
              <a:spcAft>
                <a:spcPts val="0"/>
              </a:spcAft>
              <a:buClr>
                <a:schemeClr val="dk1"/>
              </a:buClr>
              <a:buSzPts val="2100"/>
              <a:buFont typeface="Helvetica Neue"/>
              <a:buChar char="•"/>
              <a:defRPr sz="2100" b="0" i="0" u="none" strike="noStrike" cap="none">
                <a:solidFill>
                  <a:schemeClr val="dk1"/>
                </a:solidFill>
                <a:latin typeface="Helvetica Neue"/>
                <a:ea typeface="Helvetica Neue"/>
                <a:cs typeface="Helvetica Neue"/>
              </a:defRPr>
            </a:lvl7pPr>
            <a:lvl8pPr marL="3657600" marR="0" indent="-361950" algn="l">
              <a:lnSpc>
                <a:spcPct val="110000"/>
              </a:lnSpc>
              <a:spcBef>
                <a:spcPts val="1200"/>
              </a:spcBef>
              <a:spcAft>
                <a:spcPts val="0"/>
              </a:spcAft>
              <a:buClr>
                <a:schemeClr val="dk1"/>
              </a:buClr>
              <a:buSzPts val="2100"/>
              <a:buFont typeface="Helvetica Neue"/>
              <a:buChar char="•"/>
              <a:defRPr sz="2100" b="0" i="0" u="none" strike="noStrike" cap="none">
                <a:solidFill>
                  <a:schemeClr val="dk1"/>
                </a:solidFill>
                <a:latin typeface="Helvetica Neue"/>
                <a:ea typeface="Helvetica Neue"/>
                <a:cs typeface="Helvetica Neue"/>
              </a:defRPr>
            </a:lvl8pPr>
            <a:lvl9pPr marL="4114800" marR="0" indent="-361950" algn="l">
              <a:lnSpc>
                <a:spcPct val="110000"/>
              </a:lnSpc>
              <a:spcBef>
                <a:spcPts val="1200"/>
              </a:spcBef>
              <a:spcAft>
                <a:spcPts val="1200"/>
              </a:spcAft>
              <a:buClr>
                <a:schemeClr val="dk1"/>
              </a:buClr>
              <a:buSzPts val="2100"/>
              <a:buFont typeface="Helvetica Neue"/>
              <a:buChar char="•"/>
              <a:defRPr sz="2100" b="0" i="0" u="none" strike="noStrike" cap="none">
                <a:solidFill>
                  <a:schemeClr val="dk1"/>
                </a:solidFill>
                <a:latin typeface="Helvetica Neue"/>
                <a:ea typeface="Helvetica Neue"/>
                <a:cs typeface="Helvetica Neue"/>
              </a:defRPr>
            </a:lvl9pPr>
          </a:lstStyle>
          <a:p xmlns:a="http://schemas.openxmlformats.org/drawingml/2006/main"/>
        </p:txBody>
      </p:sp>
    </p:spTree>
  </p:cSld>
</p:sldLayout>
</file>

<file path=ppt/slideLayouts/slideLayout6.xml><?xml version="1.0" encoding="utf-8"?>
<p:sldLayout xmlns:p="http://schemas.openxmlformats.org/presentationml/2006/main" matchingName="Title and One Column">
  <p:cSld name="Title and One Column">
    <p:spTree>
      <p:nvGrpSpPr>
        <p:cNvPr id="1" name=""/>
        <p:cNvGrpSpPr/>
        <p:nvPr/>
      </p:nvGrpSpPr>
      <p:grpSpPr>
        <a:xfrm xmlns:a="http://schemas.openxmlformats.org/drawingml/2006/main"/>
      </p:grpSpPr>
      <p:sp>
        <p:nvSpPr>
          <p:cNvPr id="24" name="Google Shape;24;p7">
            <a:extLst xmlns:a="http://schemas.openxmlformats.org/drawingml/2006/main">
              <a:ext uri="{FF2B5EF4-FFF2-40B4-BE49-F238E27FC236}">
                <a16:creationId xmlns:a16="http://schemas.microsoft.com/office/drawing/2014/main" id="{AA82D6A8-DC55-4D29-BE79-9C1E905980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3300"/>
              <a:buFont typeface="Helvetica Neue"/>
              <a:buNone/>
              <a:defRPr sz="3300" b="1" i="0" u="none" strike="noStrike" cap="none">
                <a:solidFill>
                  <a:schemeClr val="dk1"/>
                </a:solidFill>
                <a:latin typeface="Helvetica Neue"/>
                <a:ea typeface="Helvetica Neue"/>
                <a:cs typeface="Helvetica Neue"/>
              </a:defRPr>
            </a:lvl1pPr>
            <a:lvl2pPr algn="l">
              <a:lnSpc>
                <a:spcPct val="110000"/>
              </a:lnSpc>
              <a:spcBef>
                <a:spcPts val="0"/>
              </a:spcBef>
              <a:spcAft>
                <a:spcPts val="0"/>
              </a:spcAft>
              <a:buClr>
                <a:schemeClr val="dk1"/>
              </a:buClr>
              <a:buSzPts val="3300"/>
              <a:buFont typeface="Helvetica Neue"/>
              <a:buNone/>
              <a:defRPr sz="3300" b="1">
                <a:solidFill>
                  <a:schemeClr val="dk1"/>
                </a:solidFill>
                <a:latin typeface="Helvetica Neue"/>
                <a:ea typeface="Helvetica Neue"/>
                <a:cs typeface="Helvetica Neue"/>
              </a:defRPr>
            </a:lvl2pPr>
            <a:lvl3pPr algn="l">
              <a:lnSpc>
                <a:spcPct val="110000"/>
              </a:lnSpc>
              <a:spcBef>
                <a:spcPts val="0"/>
              </a:spcBef>
              <a:spcAft>
                <a:spcPts val="0"/>
              </a:spcAft>
              <a:buClr>
                <a:schemeClr val="dk1"/>
              </a:buClr>
              <a:buSzPts val="3300"/>
              <a:buFont typeface="Helvetica Neue"/>
              <a:buNone/>
              <a:defRPr sz="3300" b="1">
                <a:solidFill>
                  <a:schemeClr val="dk1"/>
                </a:solidFill>
                <a:latin typeface="Helvetica Neue"/>
                <a:ea typeface="Helvetica Neue"/>
                <a:cs typeface="Helvetica Neue"/>
              </a:defRPr>
            </a:lvl3pPr>
            <a:lvl4pPr algn="l">
              <a:lnSpc>
                <a:spcPct val="110000"/>
              </a:lnSpc>
              <a:spcBef>
                <a:spcPts val="0"/>
              </a:spcBef>
              <a:spcAft>
                <a:spcPts val="0"/>
              </a:spcAft>
              <a:buClr>
                <a:schemeClr val="dk1"/>
              </a:buClr>
              <a:buSzPts val="3300"/>
              <a:buFont typeface="Helvetica Neue"/>
              <a:buNone/>
              <a:defRPr sz="3300" b="1">
                <a:solidFill>
                  <a:schemeClr val="dk1"/>
                </a:solidFill>
                <a:latin typeface="Helvetica Neue"/>
                <a:ea typeface="Helvetica Neue"/>
                <a:cs typeface="Helvetica Neue"/>
              </a:defRPr>
            </a:lvl4pPr>
            <a:lvl5pPr algn="l">
              <a:lnSpc>
                <a:spcPct val="110000"/>
              </a:lnSpc>
              <a:spcBef>
                <a:spcPts val="0"/>
              </a:spcBef>
              <a:spcAft>
                <a:spcPts val="0"/>
              </a:spcAft>
              <a:buClr>
                <a:schemeClr val="dk1"/>
              </a:buClr>
              <a:buSzPts val="3300"/>
              <a:buFont typeface="Helvetica Neue"/>
              <a:buNone/>
              <a:defRPr sz="3300" b="1">
                <a:solidFill>
                  <a:schemeClr val="dk1"/>
                </a:solidFill>
                <a:latin typeface="Helvetica Neue"/>
                <a:ea typeface="Helvetica Neue"/>
                <a:cs typeface="Helvetica Neue"/>
              </a:defRPr>
            </a:lvl5pPr>
            <a:lvl6pPr algn="l">
              <a:lnSpc>
                <a:spcPct val="110000"/>
              </a:lnSpc>
              <a:spcBef>
                <a:spcPts val="0"/>
              </a:spcBef>
              <a:spcAft>
                <a:spcPts val="0"/>
              </a:spcAft>
              <a:buClr>
                <a:schemeClr val="dk1"/>
              </a:buClr>
              <a:buSzPts val="3300"/>
              <a:buFont typeface="Helvetica Neue"/>
              <a:buNone/>
              <a:defRPr sz="3300" b="1">
                <a:solidFill>
                  <a:schemeClr val="dk1"/>
                </a:solidFill>
                <a:latin typeface="Helvetica Neue"/>
                <a:ea typeface="Helvetica Neue"/>
                <a:cs typeface="Helvetica Neue"/>
              </a:defRPr>
            </a:lvl6pPr>
            <a:lvl7pPr algn="l">
              <a:lnSpc>
                <a:spcPct val="110000"/>
              </a:lnSpc>
              <a:spcBef>
                <a:spcPts val="0"/>
              </a:spcBef>
              <a:spcAft>
                <a:spcPts val="0"/>
              </a:spcAft>
              <a:buClr>
                <a:schemeClr val="dk1"/>
              </a:buClr>
              <a:buSzPts val="3300"/>
              <a:buFont typeface="Helvetica Neue"/>
              <a:buNone/>
              <a:defRPr sz="3300" b="1">
                <a:solidFill>
                  <a:schemeClr val="dk1"/>
                </a:solidFill>
                <a:latin typeface="Helvetica Neue"/>
                <a:ea typeface="Helvetica Neue"/>
                <a:cs typeface="Helvetica Neue"/>
              </a:defRPr>
            </a:lvl7pPr>
            <a:lvl8pPr algn="l">
              <a:lnSpc>
                <a:spcPct val="110000"/>
              </a:lnSpc>
              <a:spcBef>
                <a:spcPts val="0"/>
              </a:spcBef>
              <a:spcAft>
                <a:spcPts val="0"/>
              </a:spcAft>
              <a:buClr>
                <a:schemeClr val="dk1"/>
              </a:buClr>
              <a:buSzPts val="3300"/>
              <a:buFont typeface="Helvetica Neue"/>
              <a:buNone/>
              <a:defRPr sz="3300" b="1">
                <a:solidFill>
                  <a:schemeClr val="dk1"/>
                </a:solidFill>
                <a:latin typeface="Helvetica Neue"/>
                <a:ea typeface="Helvetica Neue"/>
                <a:cs typeface="Helvetica Neue"/>
              </a:defRPr>
            </a:lvl8pPr>
            <a:lvl9pPr algn="l">
              <a:lnSpc>
                <a:spcPct val="110000"/>
              </a:lnSpc>
              <a:spcBef>
                <a:spcPts val="0"/>
              </a:spcBef>
              <a:spcAft>
                <a:spcPts val="0"/>
              </a:spcAft>
              <a:buClr>
                <a:schemeClr val="dk1"/>
              </a:buClr>
              <a:buSzPts val="3300"/>
              <a:buFont typeface="Helvetica Neue"/>
              <a:buNone/>
              <a:defRPr sz="3300" b="1">
                <a:solidFill>
                  <a:schemeClr val="dk1"/>
                </a:solidFill>
                <a:latin typeface="Helvetica Neue"/>
                <a:ea typeface="Helvetica Neue"/>
                <a:cs typeface="Helvetica Neue"/>
              </a:defRPr>
            </a:lvl9pPr>
          </a:lstStyle>
          <a:p xmlns:a="http://schemas.openxmlformats.org/drawingml/2006/main"/>
        </p:txBody>
      </p:sp>
      <p:sp>
        <p:nvSpPr>
          <p:cNvPr id="25" name="Google Shape;25;p7">
            <a:extLst xmlns:a="http://schemas.openxmlformats.org/drawingml/2006/main">
              <a:ext uri="{FF2B5EF4-FFF2-40B4-BE49-F238E27FC236}">
                <a16:creationId xmlns:a16="http://schemas.microsoft.com/office/drawing/2014/main" id="{2E9B76D3-4679-4E0F-8915-37976A71989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371475" algn="l">
              <a:lnSpc>
                <a:spcPct val="110000"/>
              </a:lnSpc>
              <a:spcBef>
                <a:spcPts val="0"/>
              </a:spcBef>
              <a:spcAft>
                <a:spcPts val="0"/>
              </a:spcAft>
              <a:buClr>
                <a:schemeClr val="dk1"/>
              </a:buClr>
              <a:buSzPts val="2250"/>
              <a:buFont typeface="Helvetica Neue"/>
              <a:buChar char="•"/>
              <a:defRPr sz="2250" b="0" i="0" u="none" strike="noStrike" cap="none">
                <a:solidFill>
                  <a:schemeClr val="dk1"/>
                </a:solidFill>
                <a:latin typeface="Helvetica Neue"/>
                <a:ea typeface="Helvetica Neue"/>
                <a:cs typeface="Helvetica Neue"/>
              </a:defRPr>
            </a:lvl1pPr>
            <a:lvl2pPr marL="914400" marR="0" indent="-371475" algn="l">
              <a:lnSpc>
                <a:spcPct val="110000"/>
              </a:lnSpc>
              <a:spcBef>
                <a:spcPts val="1200"/>
              </a:spcBef>
              <a:spcAft>
                <a:spcPts val="0"/>
              </a:spcAft>
              <a:buClr>
                <a:schemeClr val="dk1"/>
              </a:buClr>
              <a:buSzPts val="2250"/>
              <a:buFont typeface="Helvetica Neue"/>
              <a:buChar char="•"/>
              <a:defRPr sz="2250" b="0" i="0" u="none" strike="noStrike" cap="none">
                <a:solidFill>
                  <a:schemeClr val="dk1"/>
                </a:solidFill>
                <a:latin typeface="Helvetica Neue"/>
                <a:ea typeface="Helvetica Neue"/>
                <a:cs typeface="Helvetica Neue"/>
              </a:defRPr>
            </a:lvl2pPr>
            <a:lvl3pPr marL="1371600" marR="0" indent="-371475" algn="l">
              <a:lnSpc>
                <a:spcPct val="110000"/>
              </a:lnSpc>
              <a:spcBef>
                <a:spcPts val="1200"/>
              </a:spcBef>
              <a:spcAft>
                <a:spcPts val="0"/>
              </a:spcAft>
              <a:buClr>
                <a:schemeClr val="dk1"/>
              </a:buClr>
              <a:buSzPts val="2250"/>
              <a:buFont typeface="Helvetica Neue"/>
              <a:buChar char="•"/>
              <a:defRPr sz="2250" b="0" i="0" u="none" strike="noStrike" cap="none">
                <a:solidFill>
                  <a:schemeClr val="dk1"/>
                </a:solidFill>
                <a:latin typeface="Helvetica Neue"/>
                <a:ea typeface="Helvetica Neue"/>
                <a:cs typeface="Helvetica Neue"/>
              </a:defRPr>
            </a:lvl3pPr>
            <a:lvl4pPr marL="1828800" marR="0" indent="-371475" algn="l">
              <a:lnSpc>
                <a:spcPct val="110000"/>
              </a:lnSpc>
              <a:spcBef>
                <a:spcPts val="1200"/>
              </a:spcBef>
              <a:spcAft>
                <a:spcPts val="0"/>
              </a:spcAft>
              <a:buClr>
                <a:schemeClr val="dk1"/>
              </a:buClr>
              <a:buSzPts val="2250"/>
              <a:buFont typeface="Helvetica Neue"/>
              <a:buChar char="•"/>
              <a:defRPr sz="2250" b="0" i="0" u="none" strike="noStrike" cap="none">
                <a:solidFill>
                  <a:schemeClr val="dk1"/>
                </a:solidFill>
                <a:latin typeface="Helvetica Neue"/>
                <a:ea typeface="Helvetica Neue"/>
                <a:cs typeface="Helvetica Neue"/>
              </a:defRPr>
            </a:lvl4pPr>
            <a:lvl5pPr marL="2286000" marR="0" indent="-371475" algn="l">
              <a:lnSpc>
                <a:spcPct val="110000"/>
              </a:lnSpc>
              <a:spcBef>
                <a:spcPts val="1200"/>
              </a:spcBef>
              <a:spcAft>
                <a:spcPts val="0"/>
              </a:spcAft>
              <a:buClr>
                <a:schemeClr val="dk1"/>
              </a:buClr>
              <a:buSzPts val="2250"/>
              <a:buFont typeface="Helvetica Neue"/>
              <a:buChar char="•"/>
              <a:defRPr sz="2250" b="0" i="0" u="none" strike="noStrike" cap="none">
                <a:solidFill>
                  <a:schemeClr val="dk1"/>
                </a:solidFill>
                <a:latin typeface="Helvetica Neue"/>
                <a:ea typeface="Helvetica Neue"/>
                <a:cs typeface="Helvetica Neue"/>
              </a:defRPr>
            </a:lvl5pPr>
            <a:lvl6pPr marL="2743200" marR="0" indent="-371475" algn="l">
              <a:lnSpc>
                <a:spcPct val="110000"/>
              </a:lnSpc>
              <a:spcBef>
                <a:spcPts val="1200"/>
              </a:spcBef>
              <a:spcAft>
                <a:spcPts val="0"/>
              </a:spcAft>
              <a:buClr>
                <a:schemeClr val="dk1"/>
              </a:buClr>
              <a:buSzPts val="2250"/>
              <a:buFont typeface="Helvetica Neue"/>
              <a:buChar char="•"/>
              <a:defRPr sz="2250" b="0" i="0" u="none" strike="noStrike" cap="none">
                <a:solidFill>
                  <a:schemeClr val="dk1"/>
                </a:solidFill>
                <a:latin typeface="Helvetica Neue"/>
                <a:ea typeface="Helvetica Neue"/>
                <a:cs typeface="Helvetica Neue"/>
              </a:defRPr>
            </a:lvl6pPr>
            <a:lvl7pPr marL="3200400" marR="0" indent="-371475" algn="l">
              <a:lnSpc>
                <a:spcPct val="110000"/>
              </a:lnSpc>
              <a:spcBef>
                <a:spcPts val="1200"/>
              </a:spcBef>
              <a:spcAft>
                <a:spcPts val="0"/>
              </a:spcAft>
              <a:buClr>
                <a:schemeClr val="dk1"/>
              </a:buClr>
              <a:buSzPts val="2250"/>
              <a:buFont typeface="Helvetica Neue"/>
              <a:buChar char="•"/>
              <a:defRPr sz="2250" b="0" i="0" u="none" strike="noStrike" cap="none">
                <a:solidFill>
                  <a:schemeClr val="dk1"/>
                </a:solidFill>
                <a:latin typeface="Helvetica Neue"/>
                <a:ea typeface="Helvetica Neue"/>
                <a:cs typeface="Helvetica Neue"/>
              </a:defRPr>
            </a:lvl7pPr>
            <a:lvl8pPr marL="3657600" marR="0" indent="-371475" algn="l">
              <a:lnSpc>
                <a:spcPct val="110000"/>
              </a:lnSpc>
              <a:spcBef>
                <a:spcPts val="1200"/>
              </a:spcBef>
              <a:spcAft>
                <a:spcPts val="0"/>
              </a:spcAft>
              <a:buClr>
                <a:schemeClr val="dk1"/>
              </a:buClr>
              <a:buSzPts val="2250"/>
              <a:buFont typeface="Helvetica Neue"/>
              <a:buChar char="•"/>
              <a:defRPr sz="2250" b="0" i="0" u="none" strike="noStrike" cap="none">
                <a:solidFill>
                  <a:schemeClr val="dk1"/>
                </a:solidFill>
                <a:latin typeface="Helvetica Neue"/>
                <a:ea typeface="Helvetica Neue"/>
                <a:cs typeface="Helvetica Neue"/>
              </a:defRPr>
            </a:lvl8pPr>
            <a:lvl9pPr marL="4114800" marR="0" indent="-371475" algn="l">
              <a:lnSpc>
                <a:spcPct val="110000"/>
              </a:lnSpc>
              <a:spcBef>
                <a:spcPts val="1200"/>
              </a:spcBef>
              <a:spcAft>
                <a:spcPts val="1200"/>
              </a:spcAft>
              <a:buClr>
                <a:schemeClr val="dk1"/>
              </a:buClr>
              <a:buSzPts val="2250"/>
              <a:buFont typeface="Helvetica Neue"/>
              <a:buChar char="•"/>
              <a:defRPr sz="2250" b="0" i="0" u="none" strike="noStrike" cap="none">
                <a:solidFill>
                  <a:schemeClr val="dk1"/>
                </a:solidFill>
                <a:latin typeface="Helvetica Neue"/>
                <a:ea typeface="Helvetica Neue"/>
                <a:cs typeface="Helvetica Neue"/>
              </a:defRPr>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292d42f464485f" /><Relationship Type="http://schemas.openxmlformats.org/officeDocument/2006/relationships/slideLayout" Target="/ppt/slideLayouts/slideLayout1.xml" Id="R435e19bf74604a8a" /><Relationship Type="http://schemas.openxmlformats.org/officeDocument/2006/relationships/slideLayout" Target="/ppt/slideLayouts/slideLayout2.xml" Id="R8a60ee117f2844f2" /><Relationship Type="http://schemas.openxmlformats.org/officeDocument/2006/relationships/slideLayout" Target="/ppt/slideLayouts/slideLayout3.xml" Id="R8041f6773c4d4508" /><Relationship Type="http://schemas.openxmlformats.org/officeDocument/2006/relationships/slideLayout" Target="/ppt/slideLayouts/slideLayout4.xml" Id="R03548997474d4735" /><Relationship Type="http://schemas.openxmlformats.org/officeDocument/2006/relationships/slideLayout" Target="/ppt/slideLayouts/slideLayout5.xml" Id="Rbeb8600b286b49b0" /><Relationship Type="http://schemas.openxmlformats.org/officeDocument/2006/relationships/slideLayout" Target="/ppt/slideLayouts/slideLayout6.xml" Id="R17685049f0f64d2e"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35e19bf74604a8a"/>
    <p:sldLayoutId xmlns:r="http://schemas.openxmlformats.org/officeDocument/2006/relationships" id="2147483650" r:id="R8a60ee117f2844f2"/>
    <p:sldLayoutId xmlns:r="http://schemas.openxmlformats.org/officeDocument/2006/relationships" id="2147483651" r:id="R8041f6773c4d4508"/>
    <p:sldLayoutId xmlns:r="http://schemas.openxmlformats.org/officeDocument/2006/relationships" id="2147483652" r:id="R03548997474d4735"/>
    <p:sldLayoutId xmlns:r="http://schemas.openxmlformats.org/officeDocument/2006/relationships" id="2147483653" r:id="Rbeb8600b286b49b0"/>
    <p:sldLayoutId xmlns:r="http://schemas.openxmlformats.org/officeDocument/2006/relationships" id="2147483654" r:id="R17685049f0f64d2e"/>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d0cf21cabf416b" /><Relationship Type="http://schemas.openxmlformats.org/officeDocument/2006/relationships/notesSlide" Target="/ppt/notesSlides/notesSlide1.xml" Id="R9cc978dccec04c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dbd0ac64bb54015" /><Relationship Type="http://schemas.openxmlformats.org/officeDocument/2006/relationships/image" Target="/ppt/media/image.png" Id="R350553285fae4d12" /><Relationship Type="http://schemas.openxmlformats.org/officeDocument/2006/relationships/notesSlide" Target="/ppt/notesSlides/notesSlide2.xml" Id="R9c962727fe8348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598f0e750bf4af5" /><Relationship Type="http://schemas.openxmlformats.org/officeDocument/2006/relationships/image" Target="/ppt/media/image.png" Id="R82cad126f1a74edf" /><Relationship Type="http://schemas.openxmlformats.org/officeDocument/2006/relationships/notesSlide" Target="/ppt/notesSlides/notesSlide3.xml" Id="Rc792ea3854b04d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2b60af01e0e40ba" /><Relationship Type="http://schemas.openxmlformats.org/officeDocument/2006/relationships/image" Target="/ppt/media/image.png" Id="R230608992cf04ae7" /><Relationship Type="http://schemas.openxmlformats.org/officeDocument/2006/relationships/notesSlide" Target="/ppt/notesSlides/notesSlide4.xml" Id="Rbf8ffe07e38940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9bc91ae85234fa1" /><Relationship Type="http://schemas.openxmlformats.org/officeDocument/2006/relationships/image" Target="/ppt/media/image.png" Id="R1787577785db48be" /><Relationship Type="http://schemas.openxmlformats.org/officeDocument/2006/relationships/image" Target="/ppt/media/image2.png" Id="Rcf31721be7844eb3" /><Relationship Type="http://schemas.openxmlformats.org/officeDocument/2006/relationships/notesSlide" Target="/ppt/notesSlides/notesSlide5.xml" Id="R067571d892c64b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cc36211f99c4c1b" /><Relationship Type="http://schemas.openxmlformats.org/officeDocument/2006/relationships/image" Target="/ppt/media/image.png" Id="R4506bcbb2ba741fb" /><Relationship Type="http://schemas.openxmlformats.org/officeDocument/2006/relationships/image" Target="/ppt/media/image3.png" Id="R145cdb73bc4a402d" /><Relationship Type="http://schemas.openxmlformats.org/officeDocument/2006/relationships/notesSlide" Target="/ppt/notesSlides/notesSlide6.xml" Id="R0cbde1cb187242c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f238fd6d28443b5" /><Relationship Type="http://schemas.openxmlformats.org/officeDocument/2006/relationships/image" Target="/ppt/media/image.png" Id="R93793e55bb3e4bf4" /><Relationship Type="http://schemas.openxmlformats.org/officeDocument/2006/relationships/image" Target="/ppt/media/image4.png" Id="Rbca5f9c0b3ce4670" /><Relationship Type="http://schemas.openxmlformats.org/officeDocument/2006/relationships/notesSlide" Target="/ppt/notesSlides/notesSlide7.xml" Id="R7283ae97edd04d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cacd1267ceb4b2e" /><Relationship Type="http://schemas.openxmlformats.org/officeDocument/2006/relationships/image" Target="/ppt/media/image.png" Id="R5765c3a0a536442d" /><Relationship Type="http://schemas.openxmlformats.org/officeDocument/2006/relationships/image" Target="/ppt/media/image5.png" Id="R35a2789c31b64937" /><Relationship Type="http://schemas.openxmlformats.org/officeDocument/2006/relationships/notesSlide" Target="/ppt/notesSlides/notesSlide8.xml" Id="R9ddc831b20a848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d201144840849f1" /><Relationship Type="http://schemas.openxmlformats.org/officeDocument/2006/relationships/image" Target="/ppt/media/image.png" Id="R712c3ca451764594" /><Relationship Type="http://schemas.openxmlformats.org/officeDocument/2006/relationships/notesSlide" Target="/ppt/notesSlides/notesSlide9.xml" Id="R1286a8452cd349c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6d31556cd5c4f21" /><Relationship Type="http://schemas.openxmlformats.org/officeDocument/2006/relationships/image" Target="/ppt/media/image.png" Id="Rf801b56b55be4c80" /><Relationship Type="http://schemas.openxmlformats.org/officeDocument/2006/relationships/image" Target="/ppt/media/image6.png" Id="Rfc3d3a7971f447bd" /><Relationship Type="http://schemas.openxmlformats.org/officeDocument/2006/relationships/notesSlide" Target="/ppt/notesSlides/notesSlide10.xml" Id="Rd08c6278dbbc4de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0755f5923634be0" /><Relationship Type="http://schemas.openxmlformats.org/officeDocument/2006/relationships/image" Target="/ppt/media/image.png" Id="Rbaaf993be8c644c6" /><Relationship Type="http://schemas.openxmlformats.org/officeDocument/2006/relationships/notesSlide" Target="/ppt/notesSlides/notesSlide11.xml" Id="R7abe30db481245f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ecc12cee28a46d9" /><Relationship Type="http://schemas.openxmlformats.org/officeDocument/2006/relationships/image" Target="/ppt/media/image.png" Id="R5be8daee49c74e70" /><Relationship Type="http://schemas.openxmlformats.org/officeDocument/2006/relationships/notesSlide" Target="/ppt/notesSlides/notesSlide12.xml" Id="Rb992c47803a845d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6a524e89ab8494a" /><Relationship Type="http://schemas.openxmlformats.org/officeDocument/2006/relationships/notesSlide" Target="/ppt/notesSlides/notesSlide13.xml" Id="R553ff6cd29ee4c53" /></Relationships>
</file>

<file path=ppt/slides/slide1.xml><?xml version="1.0" encoding="utf-8"?>
<p:sld xmlns:p="http://schemas.openxmlformats.org/presentationml/2006/main">
  <p:cSld>
    <p:bg>
      <p:bgPr>
        <a:solidFill xmlns:a="http://schemas.openxmlformats.org/drawingml/2006/main">
          <a:srgbClr val="191D2D"/>
        </a:solidFill>
      </p:bgPr>
    </p:bg>
    <p:spTree>
      <p:nvGrpSpPr>
        <p:cNvPr id="1" name=""/>
        <p:cNvGrpSpPr/>
        <p:nvPr/>
      </p:nvGrpSpPr>
      <p:grpSpPr>
        <a:xfrm xmlns:a="http://schemas.openxmlformats.org/drawingml/2006/main"/>
      </p:grpSpPr>
      <p:sp>
        <p:nvSpPr>
          <p:cNvPr id="31" name="Google Shape;31;p8">
            <a:extLst xmlns:a="http://schemas.openxmlformats.org/drawingml/2006/main">
              <a:ext uri="{FF2B5EF4-FFF2-40B4-BE49-F238E27FC236}">
                <a16:creationId xmlns:a16="http://schemas.microsoft.com/office/drawing/2014/main" id="{359693AC-6CE9-492C-97DD-B8B73E16C3F3}"/>
              </a:ext>
            </a:extLst>
          </p:cNvPr>
          <p:cNvSpPr>
            <a:spLocks xmlns:a="http://schemas.openxmlformats.org/drawingml/2006/main" noGrp="1"/>
          </p:cNvSpPr>
          <p:nvPr/>
        </p:nvSpPr>
        <p:spPr>
          <a:xfrm xmlns:a="http://schemas.openxmlformats.org/drawingml/2006/main">
            <a:off x="533400" y="2184238"/>
            <a:ext cx="111252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7450" b="1">
                <a:solidFill>
                  <a:srgbClr val="FFFFFF"/>
                </a:solidFill>
                <a:latin typeface="Helvetica Neue"/>
                <a:ea typeface="Helvetica Neue"/>
                <a:cs typeface="Helvetica Neue"/>
              </a:rPr>
              <a:t>Clinical Compass</a:t>
            </a:r>
            <a:endParaRPr sz="2400" b="1"/>
          </a:p>
        </p:txBody>
      </p:sp>
      <p:sp>
        <p:nvSpPr>
          <p:cNvPr id="32" name="Google Shape;32;p8">
            <a:extLst xmlns:a="http://schemas.openxmlformats.org/drawingml/2006/main">
              <a:ext uri="{FF2B5EF4-FFF2-40B4-BE49-F238E27FC236}">
                <a16:creationId xmlns:a16="http://schemas.microsoft.com/office/drawing/2014/main" id="{47E38515-09F1-4B82-8C07-D45912074FC4}"/>
              </a:ext>
            </a:extLst>
          </p:cNvPr>
          <p:cNvSpPr>
            <a:spLocks xmlns:a="http://schemas.openxmlformats.org/drawingml/2006/main" noGrp="1"/>
          </p:cNvSpPr>
          <p:nvPr/>
        </p:nvSpPr>
        <p:spPr>
          <a:xfrm xmlns:a="http://schemas.openxmlformats.org/drawingml/2006/main">
            <a:off x="571500" y="3297663"/>
            <a:ext cx="110490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2400">
                <a:solidFill>
                  <a:srgbClr val="ADC5FF"/>
                </a:solidFill>
                <a:latin typeface="Helvetica Neue"/>
                <a:ea typeface="Helvetica Neue"/>
                <a:cs typeface="Helvetica Neue"/>
              </a:rPr>
              <a:t>Система хранения и обработки данных о пациенте</a:t>
            </a:r>
            <a:endParaRPr/>
          </a:p>
        </p:txBody>
      </p:sp>
      <p:sp>
        <p:nvSpPr>
          <p:cNvPr id="33" name="Google Shape;33;p8">
            <a:extLst xmlns:a="http://schemas.openxmlformats.org/drawingml/2006/main">
              <a:ext uri="{FF2B5EF4-FFF2-40B4-BE49-F238E27FC236}">
                <a16:creationId xmlns:a16="http://schemas.microsoft.com/office/drawing/2014/main" id="{E16FCD59-BC98-41E0-BF1C-3B5A2D655B8A}"/>
              </a:ext>
            </a:extLst>
          </p:cNvPr>
          <p:cNvSpPr>
            <a:spLocks xmlns:a="http://schemas.openxmlformats.org/drawingml/2006/main" noGrp="1"/>
          </p:cNvSpPr>
          <p:nvPr/>
        </p:nvSpPr>
        <p:spPr>
          <a:xfrm xmlns:a="http://schemas.openxmlformats.org/drawingml/2006/main">
            <a:off x="533400" y="3721263"/>
            <a:ext cx="111252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4850" b="1">
                <a:solidFill>
                  <a:srgbClr val="FFFFFF"/>
                </a:solidFill>
                <a:latin typeface="Helvetica Neue"/>
                <a:ea typeface="Helvetica Neue"/>
                <a:cs typeface="Helvetica Neue"/>
              </a:rPr>
              <a:t>Ф(Э)ФМ</a:t>
            </a:r>
            <a:endParaRPr sz="100" b="1"/>
          </a:p>
        </p:txBody>
      </p:sp>
      <p:sp>
        <p:nvSpPr>
          <p:cNvPr id="34" name="slide-number">
            <a:extLst xmlns:a="http://schemas.openxmlformats.org/drawingml/2006/main">
              <a:ext uri="{FF2B5EF4-FFF2-40B4-BE49-F238E27FC236}">
                <a16:creationId xmlns:a16="http://schemas.microsoft.com/office/drawing/2014/main" id="{D878E377-7ECB-4C5B-91B8-9A5D4CE230EF}"/>
              </a:ext>
            </a:extLst>
          </p:cNvPr>
          <p:cNvSpPr>
            <a:spLocks xmlns:a="http://schemas.openxmlformats.org/drawingml/2006/main" noGrp="1"/>
          </p:cNvSpPr>
          <p:nvPr/>
        </p:nvSpPr>
        <p:spPr>
          <a:xfrm xmlns:a="http://schemas.openxmlformats.org/drawingml/2006/main">
            <a:off x="11087100" y="63722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575" b="0">
                <a:solidFill>
                  <a:srgbClr val="ADC5FF"/>
                </a:solidFill>
                <a:latin typeface="Helvetica Neue"/>
                <a:ea typeface="Helvetica Neue"/>
                <a:cs typeface="Helvetica Neue"/>
              </a:defRPr>
            </a:defPPr>
            <a:lvl1pPr algn="r">
              <a:defRPr sz="1575" b="0">
                <a:solidFill>
                  <a:srgbClr val="ADC5FF"/>
                </a:solidFill>
                <a:latin typeface="Helvetica Neue"/>
                <a:ea typeface="Helvetica Neue"/>
                <a:cs typeface="Helvetica Neue"/>
              </a:defRPr>
            </a:lvl1pPr>
            <a:lvl2pPr algn="r">
              <a:defRPr sz="1575" b="0">
                <a:solidFill>
                  <a:srgbClr val="ADC5FF"/>
                </a:solidFill>
                <a:latin typeface="Helvetica Neue"/>
                <a:ea typeface="Helvetica Neue"/>
                <a:cs typeface="Helvetica Neue"/>
              </a:defRPr>
            </a:lvl2pPr>
            <a:lvl3pPr algn="r">
              <a:defRPr sz="1575" b="0">
                <a:solidFill>
                  <a:srgbClr val="ADC5FF"/>
                </a:solidFill>
                <a:latin typeface="Helvetica Neue"/>
                <a:ea typeface="Helvetica Neue"/>
                <a:cs typeface="Helvetica Neue"/>
              </a:defRPr>
            </a:lvl3pPr>
            <a:lvl4pPr algn="r">
              <a:defRPr sz="1575" b="0">
                <a:solidFill>
                  <a:srgbClr val="ADC5FF"/>
                </a:solidFill>
                <a:latin typeface="Helvetica Neue"/>
                <a:ea typeface="Helvetica Neue"/>
                <a:cs typeface="Helvetica Neue"/>
              </a:defRPr>
            </a:lvl4pPr>
            <a:lvl5pPr algn="r">
              <a:defRPr sz="1575" b="0">
                <a:solidFill>
                  <a:srgbClr val="ADC5FF"/>
                </a:solidFill>
                <a:latin typeface="Helvetica Neue"/>
                <a:ea typeface="Helvetica Neue"/>
                <a:cs typeface="Helvetica Neue"/>
              </a:defRPr>
            </a:lvl5pPr>
            <a:lvl6pPr algn="r">
              <a:defRPr sz="1575" b="0">
                <a:solidFill>
                  <a:srgbClr val="ADC5FF"/>
                </a:solidFill>
                <a:latin typeface="Helvetica Neue"/>
                <a:ea typeface="Helvetica Neue"/>
                <a:cs typeface="Helvetica Neue"/>
              </a:defRPr>
            </a:lvl6pPr>
            <a:lvl7pPr algn="r">
              <a:defRPr sz="1575" b="0">
                <a:solidFill>
                  <a:srgbClr val="ADC5FF"/>
                </a:solidFill>
                <a:latin typeface="Helvetica Neue"/>
                <a:ea typeface="Helvetica Neue"/>
                <a:cs typeface="Helvetica Neue"/>
              </a:defRPr>
            </a:lvl7pPr>
            <a:lvl8pPr algn="r">
              <a:defRPr sz="1575" b="0">
                <a:solidFill>
                  <a:srgbClr val="ADC5FF"/>
                </a:solidFill>
                <a:latin typeface="Helvetica Neue"/>
                <a:ea typeface="Helvetica Neue"/>
                <a:cs typeface="Helvetica Neue"/>
              </a:defRPr>
            </a:lvl8pPr>
            <a:lvl9pPr algn="r">
              <a:defRPr sz="1575" b="0">
                <a:solidFill>
                  <a:srgbClr val="ADC5FF"/>
                </a:solidFill>
                <a:latin typeface="Helvetica Neue"/>
                <a:ea typeface="Helvetica Neue"/>
                <a:cs typeface="Helvetica Neue"/>
              </a:defRPr>
            </a:lvl9pPr>
          </a:lstStyle>
          <a:p xmlns:a="http://schemas.openxmlformats.org/drawingml/2006/main">
            <a:pPr algn="r">
              <a:defRPr sz="1575" b="0">
                <a:solidFill>
                  <a:srgbClr val="ADC5FF"/>
                </a:solidFill>
                <a:latin typeface="Helvetica Neue"/>
                <a:ea typeface="Helvetica Neue"/>
                <a:cs typeface="Helvetica Neue"/>
              </a:defRPr>
            </a:pPr>
            <a:r>
              <a:rPr sz="1575" b="0">
                <a:solidFill>
                  <a:srgbClr val="ADC5FF"/>
                </a:solidFill>
                <a:latin typeface="Helvetica Neue"/>
                <a:ea typeface="Helvetica Neue"/>
                <a:cs typeface="Helvetica Neue"/>
              </a:rPr>
              <a:t>1</a:t>
            </a:r>
          </a:p>
        </p:txBody>
      </p:sp>
    </p:spTree>
    <p:extLst>
      <p:ext uri="{BB962C8B-B14F-4D97-AF65-F5344CB8AC3E}">
        <p14:creationId xmlns:p14="http://schemas.microsoft.com/office/powerpoint/2010/main" val="738880841"/>
      </p:ext>
    </p:extLst>
  </p:cSld>
</p:sld>
</file>

<file path=ppt/slides/slide2.xml><?xml version="1.0" encoding="utf-8"?>
<p:sld xmlns:p="http://schemas.openxmlformats.org/presentationml/2006/main">
  <p:cSld>
    <p:bg>
      <p:bgPr>
        <a:solidFill xmlns:a="http://schemas.openxmlformats.org/drawingml/2006/main">
          <a:srgbClr val="191D2D"/>
        </a:solidFill>
      </p:bgPr>
    </p:bg>
    <p:spTree>
      <p:nvGrpSpPr>
        <p:cNvPr id="1" name=""/>
        <p:cNvGrpSpPr/>
        <p:nvPr/>
      </p:nvGrpSpPr>
      <p:grpSpPr>
        <a:xfrm xmlns:a="http://schemas.openxmlformats.org/drawingml/2006/main"/>
      </p:grpSpPr>
      <p:sp>
        <p:nvSpPr>
          <p:cNvPr id="39" name="Google Shape;39;p9">
            <a:extLst xmlns:a="http://schemas.openxmlformats.org/drawingml/2006/main">
              <a:ext uri="{FF2B5EF4-FFF2-40B4-BE49-F238E27FC236}">
                <a16:creationId xmlns:a16="http://schemas.microsoft.com/office/drawing/2014/main" id="{AB644BE9-22B8-4B26-A397-1D78A8B38EF2}"/>
              </a:ext>
            </a:extLst>
          </p:cNvPr>
          <p:cNvSpPr>
            <a:spLocks xmlns:a="http://schemas.openxmlformats.org/drawingml/2006/main" noGrp="1"/>
          </p:cNvSpPr>
          <p:nvPr/>
        </p:nvSpPr>
        <p:spPr>
          <a:xfrm xmlns:a="http://schemas.openxmlformats.org/drawingml/2006/main">
            <a:off x="381000" y="247650"/>
            <a:ext cx="11430000" cy="628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0" name="Google Shape;40;p9">
            <a:extLst xmlns:a="http://schemas.openxmlformats.org/drawingml/2006/main">
              <a:ext uri="{FF2B5EF4-FFF2-40B4-BE49-F238E27FC236}">
                <a16:creationId xmlns:a16="http://schemas.microsoft.com/office/drawing/2014/main" id="{34D22C93-55FF-40A3-8784-CCD57E41487D}"/>
              </a:ext>
            </a:extLst>
          </p:cNvPr>
          <p:cNvSpPr>
            <a:spLocks xmlns:a="http://schemas.openxmlformats.org/drawingml/2006/main" noGrp="1"/>
          </p:cNvSpPr>
          <p:nvPr/>
        </p:nvSpPr>
        <p:spPr>
          <a:xfrm xmlns:a="http://schemas.openxmlformats.org/drawingml/2006/main">
            <a:off x="1066800" y="371400"/>
            <a:ext cx="7961400" cy="3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450" b="1">
                <a:solidFill>
                  <a:srgbClr val="292D42"/>
                </a:solidFill>
                <a:latin typeface="Helvetica Neue"/>
                <a:ea typeface="Helvetica Neue"/>
                <a:cs typeface="Helvetica Neue"/>
              </a:rPr>
              <a:t>Проблема</a:t>
            </a:r>
            <a:endParaRPr sz="1900"/>
          </a:p>
        </p:txBody>
      </p:sp>
      <p:sp>
        <p:nvSpPr>
          <p:cNvPr id="41" name="Google Shape;41;p9">
            <a:extLst xmlns:a="http://schemas.openxmlformats.org/drawingml/2006/main">
              <a:ext uri="{FF2B5EF4-FFF2-40B4-BE49-F238E27FC236}">
                <a16:creationId xmlns:a16="http://schemas.microsoft.com/office/drawing/2014/main" id="{F22C8327-8741-49EF-9DFA-27688B99CBB1}"/>
              </a:ext>
            </a:extLst>
          </p:cNvPr>
          <p:cNvSpPr>
            <a:spLocks xmlns:a="http://schemas.openxmlformats.org/drawingml/2006/main" noGrp="1"/>
          </p:cNvSpPr>
          <p:nvPr/>
        </p:nvSpPr>
        <p:spPr>
          <a:xfrm xmlns:a="http://schemas.openxmlformats.org/drawingml/2006/main">
            <a:off x="533400" y="1219200"/>
            <a:ext cx="11125200" cy="1238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3675">
                <a:solidFill>
                  <a:srgbClr val="FFFFFF"/>
                </a:solidFill>
                <a:latin typeface="Helvetica Neue"/>
                <a:ea typeface="Helvetica Neue"/>
                <a:cs typeface="Helvetica Neue"/>
              </a:rPr>
              <a:t>Данные пациента разрознены.</a:t>
            </a:r>
            <a:endParaRPr/>
          </a:p>
          <a:p xmlns:a="http://schemas.openxmlformats.org/drawingml/2006/main">
            <a:pPr marL="0" marR="0" lvl="0" indent="0" algn="l">
              <a:spcBef>
                <a:spcPts val="0"/>
              </a:spcBef>
              <a:spcAft>
                <a:spcPts val="0"/>
              </a:spcAft>
              <a:buNone/>
            </a:pPr>
            <a:r>
              <a:rPr sz="3675">
                <a:solidFill>
                  <a:srgbClr val="FFFFFF"/>
                </a:solidFill>
                <a:latin typeface="Helvetica Neue"/>
                <a:ea typeface="Helvetica Neue"/>
                <a:cs typeface="Helvetica Neue"/>
              </a:rPr>
              <a:t>Время приёма ограничено.</a:t>
            </a:r>
            <a:endParaRPr/>
          </a:p>
        </p:txBody>
      </p:sp>
      <p:pic>
        <p:nvPicPr>
          <p:cNvPr id="42" name="Google Shape;42;p9">
            <a:extLst xmlns:a="http://schemas.openxmlformats.org/drawingml/2006/main">
              <a:ext uri="{FF2B5EF4-FFF2-40B4-BE49-F238E27FC236}">
                <a16:creationId xmlns:a16="http://schemas.microsoft.com/office/drawing/2014/main" id="{D70168E0-76B4-4F78-BD3F-50709CE454E9}"/>
              </a:ext>
            </a:extLst>
          </p:cNvPr>
          <p:cNvPicPr>
            <a:picLocks xmlns:a="http://schemas.openxmlformats.org/drawingml/2006/main" noChangeAspect="1"/>
          </p:cNvPicPr>
          <p:nvPr/>
        </p:nvPicPr>
        <p:blipFill>
          <a:blip xmlns:r="http://schemas.openxmlformats.org/officeDocument/2006/relationships" xmlns:a="http://schemas.openxmlformats.org/drawingml/2006/main" r:embed="R350553285fae4d12">
            <a:alphaModFix/>
          </a:blip>
          <a:stretch xmlns:a="http://schemas.openxmlformats.org/drawingml/2006/main">
            <a:fillRect l="0" t="0" r="0" b="0"/>
          </a:stretch>
        </p:blipFill>
        <p:spPr>
          <a:xfrm xmlns:a="http://schemas.openxmlformats.org/drawingml/2006/main">
            <a:off x="523875" y="352425"/>
            <a:ext cx="419100" cy="419100"/>
          </a:xfrm>
          <a:prstGeom xmlns:a="http://schemas.openxmlformats.org/drawingml/2006/main" prst="rect">
            <a:avLst/>
          </a:prstGeom>
          <a:ln xmlns:a="http://schemas.openxmlformats.org/drawingml/2006/main">
            <a:noFill/>
          </a:ln>
        </p:spPr>
      </p:pic>
      <p:sp>
        <p:nvSpPr>
          <p:cNvPr id="43" name="Google Shape;43;p9">
            <a:extLst xmlns:a="http://schemas.openxmlformats.org/drawingml/2006/main">
              <a:ext uri="{FF2B5EF4-FFF2-40B4-BE49-F238E27FC236}">
                <a16:creationId xmlns:a16="http://schemas.microsoft.com/office/drawing/2014/main" id="{A5A5741C-DE34-45ED-9759-EAD84CAC9B1F}"/>
              </a:ext>
            </a:extLst>
          </p:cNvPr>
          <p:cNvSpPr>
            <a:spLocks xmlns:a="http://schemas.openxmlformats.org/drawingml/2006/main" noGrp="1"/>
          </p:cNvSpPr>
          <p:nvPr/>
        </p:nvSpPr>
        <p:spPr>
          <a:xfrm xmlns:a="http://schemas.openxmlformats.org/drawingml/2006/main">
            <a:off x="11087100" y="371380"/>
            <a:ext cx="571500" cy="36214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lgn="ctr">
              <a:defRPr sz="2450" b="1">
                <a:solidFill>
                  <a:srgbClr val="292D42"/>
                </a:solidFill>
                <a:latin typeface="Helvetica Neue"/>
                <a:ea typeface="Helvetica Neue"/>
                <a:cs typeface="Helvetica Neue"/>
              </a:defRPr>
            </a:defPPr>
            <a:lvl1pPr algn="ctr">
              <a:defRPr sz="2450" b="1">
                <a:solidFill>
                  <a:srgbClr val="292D42"/>
                </a:solidFill>
                <a:latin typeface="Helvetica Neue"/>
                <a:ea typeface="Helvetica Neue"/>
                <a:cs typeface="Helvetica Neue"/>
              </a:defRPr>
            </a:lvl1pPr>
            <a:lvl2pPr algn="ctr">
              <a:defRPr sz="2450" b="1">
                <a:solidFill>
                  <a:srgbClr val="292D42"/>
                </a:solidFill>
                <a:latin typeface="Helvetica Neue"/>
                <a:ea typeface="Helvetica Neue"/>
                <a:cs typeface="Helvetica Neue"/>
              </a:defRPr>
            </a:lvl2pPr>
            <a:lvl3pPr algn="ctr">
              <a:defRPr sz="2450" b="1">
                <a:solidFill>
                  <a:srgbClr val="292D42"/>
                </a:solidFill>
                <a:latin typeface="Helvetica Neue"/>
                <a:ea typeface="Helvetica Neue"/>
                <a:cs typeface="Helvetica Neue"/>
              </a:defRPr>
            </a:lvl3pPr>
            <a:lvl4pPr algn="ctr">
              <a:defRPr sz="2450" b="1">
                <a:solidFill>
                  <a:srgbClr val="292D42"/>
                </a:solidFill>
                <a:latin typeface="Helvetica Neue"/>
                <a:ea typeface="Helvetica Neue"/>
                <a:cs typeface="Helvetica Neue"/>
              </a:defRPr>
            </a:lvl4pPr>
            <a:lvl5pPr algn="ctr">
              <a:defRPr sz="2450" b="1">
                <a:solidFill>
                  <a:srgbClr val="292D42"/>
                </a:solidFill>
                <a:latin typeface="Helvetica Neue"/>
                <a:ea typeface="Helvetica Neue"/>
                <a:cs typeface="Helvetica Neue"/>
              </a:defRPr>
            </a:lvl5pPr>
            <a:lvl6pPr algn="ctr">
              <a:defRPr sz="2450" b="1">
                <a:solidFill>
                  <a:srgbClr val="292D42"/>
                </a:solidFill>
                <a:latin typeface="Helvetica Neue"/>
                <a:ea typeface="Helvetica Neue"/>
                <a:cs typeface="Helvetica Neue"/>
              </a:defRPr>
            </a:lvl6pPr>
            <a:lvl7pPr algn="ctr">
              <a:defRPr sz="2450" b="1">
                <a:solidFill>
                  <a:srgbClr val="292D42"/>
                </a:solidFill>
                <a:latin typeface="Helvetica Neue"/>
                <a:ea typeface="Helvetica Neue"/>
                <a:cs typeface="Helvetica Neue"/>
              </a:defRPr>
            </a:lvl7pPr>
            <a:lvl8pPr algn="ctr">
              <a:defRPr sz="2450" b="1">
                <a:solidFill>
                  <a:srgbClr val="292D42"/>
                </a:solidFill>
                <a:latin typeface="Helvetica Neue"/>
                <a:ea typeface="Helvetica Neue"/>
                <a:cs typeface="Helvetica Neue"/>
              </a:defRPr>
            </a:lvl8pPr>
            <a:lvl9pPr algn="ctr">
              <a:defRPr sz="2450" b="1">
                <a:solidFill>
                  <a:srgbClr val="292D42"/>
                </a:solidFill>
                <a:latin typeface="Helvetica Neue"/>
                <a:ea typeface="Helvetica Neue"/>
                <a:cs typeface="Helvetica Neue"/>
              </a:defRPr>
            </a:lvl9pPr>
          </a:lstStyle>
          <a:p xmlns:a="http://schemas.openxmlformats.org/drawingml/2006/main">
            <a:pPr marL="0" marR="0" lvl="0" indent="0" algn="ctr">
              <a:spcBef>
                <a:spcPts val="0"/>
              </a:spcBef>
              <a:spcAft>
                <a:spcPts val="0"/>
              </a:spcAft>
              <a:buNone/>
              <a:defRPr sz="2450" b="1">
                <a:solidFill>
                  <a:srgbClr val="292D42"/>
                </a:solidFill>
                <a:latin typeface="Helvetica Neue"/>
                <a:ea typeface="Helvetica Neue"/>
                <a:cs typeface="Helvetica Neue"/>
              </a:defRPr>
            </a:pPr>
            <a:r>
              <a:rPr sz="2450" b="1">
                <a:solidFill>
                  <a:srgbClr val="292D42"/>
                </a:solidFill>
                <a:latin typeface="Helvetica Neue"/>
                <a:ea typeface="Helvetica Neue"/>
                <a:cs typeface="Helvetica Neue"/>
              </a:rPr>
              <a:t>2</a:t>
            </a:r>
            <a:endParaRPr sz="1900"/>
          </a:p>
        </p:txBody>
      </p:sp>
      <p:sp>
        <p:nvSpPr>
          <p:cNvPr id="44" name="">
            <a:extLst xmlns:a="http://schemas.openxmlformats.org/drawingml/2006/main">
              <a:ext uri="{FF2B5EF4-FFF2-40B4-BE49-F238E27FC236}">
                <a16:creationId xmlns:a16="http://schemas.microsoft.com/office/drawing/2014/main" id="{F89879D7-8C9F-4E2F-A7B7-37FFF292D31B}"/>
              </a:ext>
            </a:extLst>
          </p:cNvPr>
          <p:cNvSpPr>
            <a:spLocks xmlns:a="http://schemas.openxmlformats.org/drawingml/2006/main" noGrp="1"/>
          </p:cNvSpPr>
          <p:nvPr/>
        </p:nvSpPr>
        <p:spPr>
          <a:xfrm xmlns:a="http://schemas.openxmlformats.org/drawingml/2006/main">
            <a:off x="533400" y="3200400"/>
            <a:ext cx="523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325" b="1">
                <a:solidFill>
                  <a:srgbClr val="ADC5FF"/>
                </a:solidFill>
                <a:latin typeface="Helvetica Neue"/>
                <a:ea typeface="Helvetica Neue"/>
                <a:cs typeface="Helvetica Neue"/>
              </a:defRPr>
            </a:defPPr>
            <a:lvl1pPr algn="l">
              <a:defRPr sz="2325" b="1">
                <a:solidFill>
                  <a:srgbClr val="ADC5FF"/>
                </a:solidFill>
                <a:latin typeface="Helvetica Neue"/>
                <a:ea typeface="Helvetica Neue"/>
                <a:cs typeface="Helvetica Neue"/>
              </a:defRPr>
            </a:lvl1pPr>
            <a:lvl2pPr algn="l">
              <a:defRPr sz="2325" b="1">
                <a:solidFill>
                  <a:srgbClr val="ADC5FF"/>
                </a:solidFill>
                <a:latin typeface="Helvetica Neue"/>
                <a:ea typeface="Helvetica Neue"/>
                <a:cs typeface="Helvetica Neue"/>
              </a:defRPr>
            </a:lvl2pPr>
            <a:lvl3pPr algn="l">
              <a:defRPr sz="2325" b="1">
                <a:solidFill>
                  <a:srgbClr val="ADC5FF"/>
                </a:solidFill>
                <a:latin typeface="Helvetica Neue"/>
                <a:ea typeface="Helvetica Neue"/>
                <a:cs typeface="Helvetica Neue"/>
              </a:defRPr>
            </a:lvl3pPr>
            <a:lvl4pPr algn="l">
              <a:defRPr sz="2325" b="1">
                <a:solidFill>
                  <a:srgbClr val="ADC5FF"/>
                </a:solidFill>
                <a:latin typeface="Helvetica Neue"/>
                <a:ea typeface="Helvetica Neue"/>
                <a:cs typeface="Helvetica Neue"/>
              </a:defRPr>
            </a:lvl4pPr>
            <a:lvl5pPr algn="l">
              <a:defRPr sz="2325" b="1">
                <a:solidFill>
                  <a:srgbClr val="ADC5FF"/>
                </a:solidFill>
                <a:latin typeface="Helvetica Neue"/>
                <a:ea typeface="Helvetica Neue"/>
                <a:cs typeface="Helvetica Neue"/>
              </a:defRPr>
            </a:lvl5pPr>
            <a:lvl6pPr algn="l">
              <a:defRPr sz="2325" b="1">
                <a:solidFill>
                  <a:srgbClr val="ADC5FF"/>
                </a:solidFill>
                <a:latin typeface="Helvetica Neue"/>
                <a:ea typeface="Helvetica Neue"/>
                <a:cs typeface="Helvetica Neue"/>
              </a:defRPr>
            </a:lvl6pPr>
            <a:lvl7pPr algn="l">
              <a:defRPr sz="2325" b="1">
                <a:solidFill>
                  <a:srgbClr val="ADC5FF"/>
                </a:solidFill>
                <a:latin typeface="Helvetica Neue"/>
                <a:ea typeface="Helvetica Neue"/>
                <a:cs typeface="Helvetica Neue"/>
              </a:defRPr>
            </a:lvl7pPr>
            <a:lvl8pPr algn="l">
              <a:defRPr sz="2325" b="1">
                <a:solidFill>
                  <a:srgbClr val="ADC5FF"/>
                </a:solidFill>
                <a:latin typeface="Helvetica Neue"/>
                <a:ea typeface="Helvetica Neue"/>
                <a:cs typeface="Helvetica Neue"/>
              </a:defRPr>
            </a:lvl8pPr>
            <a:lvl9pPr algn="l">
              <a:defRPr sz="2325" b="1">
                <a:solidFill>
                  <a:srgbClr val="ADC5FF"/>
                </a:solidFill>
                <a:latin typeface="Helvetica Neue"/>
                <a:ea typeface="Helvetica Neue"/>
                <a:cs typeface="Helvetica Neue"/>
              </a:defRPr>
            </a:lvl9pPr>
          </a:lstStyle>
          <a:p xmlns:a="http://schemas.openxmlformats.org/drawingml/2006/main">
            <a:pPr algn="l">
              <a:defRPr sz="2325" b="1">
                <a:solidFill>
                  <a:srgbClr val="ADC5FF"/>
                </a:solidFill>
                <a:latin typeface="Helvetica Neue"/>
                <a:ea typeface="Helvetica Neue"/>
                <a:cs typeface="Helvetica Neue"/>
              </a:defRPr>
            </a:pPr>
            <a:r>
              <a:rPr sz="2325" b="1">
                <a:solidFill>
                  <a:srgbClr val="ADC5FF"/>
                </a:solidFill>
                <a:latin typeface="Helvetica Neue"/>
                <a:ea typeface="Helvetica Neue"/>
                <a:cs typeface="Helvetica Neue"/>
              </a:rPr>
              <a:t>Перед повторным приёмом</a:t>
            </a:r>
          </a:p>
        </p:txBody>
      </p:sp>
      <p:sp>
        <p:nvSpPr>
          <p:cNvPr id="45" name="">
            <a:extLst xmlns:a="http://schemas.openxmlformats.org/drawingml/2006/main">
              <a:ext uri="{FF2B5EF4-FFF2-40B4-BE49-F238E27FC236}">
                <a16:creationId xmlns:a16="http://schemas.microsoft.com/office/drawing/2014/main" id="{A9B0256C-E074-41D8-B724-15F76A9BE35A}"/>
              </a:ext>
            </a:extLst>
          </p:cNvPr>
          <p:cNvSpPr>
            <a:spLocks xmlns:a="http://schemas.openxmlformats.org/drawingml/2006/main" noGrp="1"/>
          </p:cNvSpPr>
          <p:nvPr/>
        </p:nvSpPr>
        <p:spPr>
          <a:xfrm xmlns:a="http://schemas.openxmlformats.org/drawingml/2006/main">
            <a:off x="533400" y="3876675"/>
            <a:ext cx="5238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400" b="0">
                <a:solidFill>
                  <a:srgbClr val="FFFFFF"/>
                </a:solidFill>
                <a:latin typeface="Helvetica Neue"/>
                <a:ea typeface="Helvetica Neue"/>
                <a:cs typeface="Helvetica Neue"/>
              </a:defRPr>
            </a:defPPr>
            <a:lvl1pPr algn="l">
              <a:defRPr sz="2400" b="0">
                <a:solidFill>
                  <a:srgbClr val="FFFFFF"/>
                </a:solidFill>
                <a:latin typeface="Helvetica Neue"/>
                <a:ea typeface="Helvetica Neue"/>
                <a:cs typeface="Helvetica Neue"/>
              </a:defRPr>
            </a:lvl1pPr>
            <a:lvl2pPr algn="l">
              <a:defRPr sz="2400" b="0">
                <a:solidFill>
                  <a:srgbClr val="FFFFFF"/>
                </a:solidFill>
                <a:latin typeface="Helvetica Neue"/>
                <a:ea typeface="Helvetica Neue"/>
                <a:cs typeface="Helvetica Neue"/>
              </a:defRPr>
            </a:lvl2pPr>
            <a:lvl3pPr algn="l">
              <a:defRPr sz="2400" b="0">
                <a:solidFill>
                  <a:srgbClr val="FFFFFF"/>
                </a:solidFill>
                <a:latin typeface="Helvetica Neue"/>
                <a:ea typeface="Helvetica Neue"/>
                <a:cs typeface="Helvetica Neue"/>
              </a:defRPr>
            </a:lvl3pPr>
            <a:lvl4pPr algn="l">
              <a:defRPr sz="2400" b="0">
                <a:solidFill>
                  <a:srgbClr val="FFFFFF"/>
                </a:solidFill>
                <a:latin typeface="Helvetica Neue"/>
                <a:ea typeface="Helvetica Neue"/>
                <a:cs typeface="Helvetica Neue"/>
              </a:defRPr>
            </a:lvl4pPr>
            <a:lvl5pPr algn="l">
              <a:defRPr sz="2400" b="0">
                <a:solidFill>
                  <a:srgbClr val="FFFFFF"/>
                </a:solidFill>
                <a:latin typeface="Helvetica Neue"/>
                <a:ea typeface="Helvetica Neue"/>
                <a:cs typeface="Helvetica Neue"/>
              </a:defRPr>
            </a:lvl5pPr>
            <a:lvl6pPr algn="l">
              <a:defRPr sz="2400" b="0">
                <a:solidFill>
                  <a:srgbClr val="FFFFFF"/>
                </a:solidFill>
                <a:latin typeface="Helvetica Neue"/>
                <a:ea typeface="Helvetica Neue"/>
                <a:cs typeface="Helvetica Neue"/>
              </a:defRPr>
            </a:lvl6pPr>
            <a:lvl7pPr algn="l">
              <a:defRPr sz="2400" b="0">
                <a:solidFill>
                  <a:srgbClr val="FFFFFF"/>
                </a:solidFill>
                <a:latin typeface="Helvetica Neue"/>
                <a:ea typeface="Helvetica Neue"/>
                <a:cs typeface="Helvetica Neue"/>
              </a:defRPr>
            </a:lvl7pPr>
            <a:lvl8pPr algn="l">
              <a:defRPr sz="2400" b="0">
                <a:solidFill>
                  <a:srgbClr val="FFFFFF"/>
                </a:solidFill>
                <a:latin typeface="Helvetica Neue"/>
                <a:ea typeface="Helvetica Neue"/>
                <a:cs typeface="Helvetica Neue"/>
              </a:defRPr>
            </a:lvl8pPr>
            <a:lvl9pPr algn="l">
              <a:defRPr sz="2400" b="0">
                <a:solidFill>
                  <a:srgbClr val="FFFFFF"/>
                </a:solidFill>
                <a:latin typeface="Helvetica Neue"/>
                <a:ea typeface="Helvetica Neue"/>
                <a:cs typeface="Helvetica Neue"/>
              </a:defRPr>
            </a:lvl9pPr>
          </a:lstStyle>
          <a:p xmlns:a="http://schemas.openxmlformats.org/drawingml/2006/main">
            <a:pPr algn="l">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Врач сопоставляет дневник,</a:t>
            </a:r>
          </a:p>
          <a:p xmlns:a="http://schemas.openxmlformats.org/drawingml/2006/main">
            <a:pPr algn="l">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анкеты, назначения и сообщения.</a:t>
            </a:r>
          </a:p>
        </p:txBody>
      </p:sp>
      <p:sp>
        <p:nvSpPr>
          <p:cNvPr id="46" name="">
            <a:extLst xmlns:a="http://schemas.openxmlformats.org/drawingml/2006/main">
              <a:ext uri="{FF2B5EF4-FFF2-40B4-BE49-F238E27FC236}">
                <a16:creationId xmlns:a16="http://schemas.microsoft.com/office/drawing/2014/main" id="{9F66AB70-8664-46BC-B322-72DD04C743B1}"/>
              </a:ext>
            </a:extLst>
          </p:cNvPr>
          <p:cNvSpPr>
            <a:spLocks xmlns:a="http://schemas.openxmlformats.org/drawingml/2006/main" noGrp="1"/>
          </p:cNvSpPr>
          <p:nvPr/>
        </p:nvSpPr>
        <p:spPr>
          <a:xfrm xmlns:a="http://schemas.openxmlformats.org/drawingml/2006/main">
            <a:off x="6648450" y="3200400"/>
            <a:ext cx="5010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325" b="1">
                <a:solidFill>
                  <a:srgbClr val="ADC5FF"/>
                </a:solidFill>
                <a:latin typeface="Helvetica Neue"/>
                <a:ea typeface="Helvetica Neue"/>
                <a:cs typeface="Helvetica Neue"/>
              </a:defRPr>
            </a:defPPr>
            <a:lvl1pPr algn="l">
              <a:defRPr sz="2325" b="1">
                <a:solidFill>
                  <a:srgbClr val="ADC5FF"/>
                </a:solidFill>
                <a:latin typeface="Helvetica Neue"/>
                <a:ea typeface="Helvetica Neue"/>
                <a:cs typeface="Helvetica Neue"/>
              </a:defRPr>
            </a:lvl1pPr>
            <a:lvl2pPr algn="l">
              <a:defRPr sz="2325" b="1">
                <a:solidFill>
                  <a:srgbClr val="ADC5FF"/>
                </a:solidFill>
                <a:latin typeface="Helvetica Neue"/>
                <a:ea typeface="Helvetica Neue"/>
                <a:cs typeface="Helvetica Neue"/>
              </a:defRPr>
            </a:lvl2pPr>
            <a:lvl3pPr algn="l">
              <a:defRPr sz="2325" b="1">
                <a:solidFill>
                  <a:srgbClr val="ADC5FF"/>
                </a:solidFill>
                <a:latin typeface="Helvetica Neue"/>
                <a:ea typeface="Helvetica Neue"/>
                <a:cs typeface="Helvetica Neue"/>
              </a:defRPr>
            </a:lvl3pPr>
            <a:lvl4pPr algn="l">
              <a:defRPr sz="2325" b="1">
                <a:solidFill>
                  <a:srgbClr val="ADC5FF"/>
                </a:solidFill>
                <a:latin typeface="Helvetica Neue"/>
                <a:ea typeface="Helvetica Neue"/>
                <a:cs typeface="Helvetica Neue"/>
              </a:defRPr>
            </a:lvl4pPr>
            <a:lvl5pPr algn="l">
              <a:defRPr sz="2325" b="1">
                <a:solidFill>
                  <a:srgbClr val="ADC5FF"/>
                </a:solidFill>
                <a:latin typeface="Helvetica Neue"/>
                <a:ea typeface="Helvetica Neue"/>
                <a:cs typeface="Helvetica Neue"/>
              </a:defRPr>
            </a:lvl5pPr>
            <a:lvl6pPr algn="l">
              <a:defRPr sz="2325" b="1">
                <a:solidFill>
                  <a:srgbClr val="ADC5FF"/>
                </a:solidFill>
                <a:latin typeface="Helvetica Neue"/>
                <a:ea typeface="Helvetica Neue"/>
                <a:cs typeface="Helvetica Neue"/>
              </a:defRPr>
            </a:lvl6pPr>
            <a:lvl7pPr algn="l">
              <a:defRPr sz="2325" b="1">
                <a:solidFill>
                  <a:srgbClr val="ADC5FF"/>
                </a:solidFill>
                <a:latin typeface="Helvetica Neue"/>
                <a:ea typeface="Helvetica Neue"/>
                <a:cs typeface="Helvetica Neue"/>
              </a:defRPr>
            </a:lvl7pPr>
            <a:lvl8pPr algn="l">
              <a:defRPr sz="2325" b="1">
                <a:solidFill>
                  <a:srgbClr val="ADC5FF"/>
                </a:solidFill>
                <a:latin typeface="Helvetica Neue"/>
                <a:ea typeface="Helvetica Neue"/>
                <a:cs typeface="Helvetica Neue"/>
              </a:defRPr>
            </a:lvl8pPr>
            <a:lvl9pPr algn="l">
              <a:defRPr sz="2325" b="1">
                <a:solidFill>
                  <a:srgbClr val="ADC5FF"/>
                </a:solidFill>
                <a:latin typeface="Helvetica Neue"/>
                <a:ea typeface="Helvetica Neue"/>
                <a:cs typeface="Helvetica Neue"/>
              </a:defRPr>
            </a:lvl9pPr>
          </a:lstStyle>
          <a:p xmlns:a="http://schemas.openxmlformats.org/drawingml/2006/main">
            <a:pPr algn="l">
              <a:defRPr sz="2325" b="1">
                <a:solidFill>
                  <a:srgbClr val="ADC5FF"/>
                </a:solidFill>
                <a:latin typeface="Helvetica Neue"/>
                <a:ea typeface="Helvetica Neue"/>
                <a:cs typeface="Helvetica Neue"/>
              </a:defRPr>
            </a:pPr>
            <a:r>
              <a:rPr sz="2325" b="1">
                <a:solidFill>
                  <a:srgbClr val="ADC5FF"/>
                </a:solidFill>
                <a:latin typeface="Helvetica Neue"/>
                <a:ea typeface="Helvetica Neue"/>
                <a:cs typeface="Helvetica Neue"/>
              </a:rPr>
              <a:t>Между приёмами</a:t>
            </a:r>
          </a:p>
        </p:txBody>
      </p:sp>
      <p:sp>
        <p:nvSpPr>
          <p:cNvPr id="47" name="">
            <a:extLst xmlns:a="http://schemas.openxmlformats.org/drawingml/2006/main">
              <a:ext uri="{FF2B5EF4-FFF2-40B4-BE49-F238E27FC236}">
                <a16:creationId xmlns:a16="http://schemas.microsoft.com/office/drawing/2014/main" id="{F59D1959-6A55-4757-B162-7994C2657923}"/>
              </a:ext>
            </a:extLst>
          </p:cNvPr>
          <p:cNvSpPr>
            <a:spLocks xmlns:a="http://schemas.openxmlformats.org/drawingml/2006/main" noGrp="1"/>
          </p:cNvSpPr>
          <p:nvPr/>
        </p:nvSpPr>
        <p:spPr>
          <a:xfrm xmlns:a="http://schemas.openxmlformats.org/drawingml/2006/main">
            <a:off x="6648450" y="3876675"/>
            <a:ext cx="50101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400" b="0">
                <a:solidFill>
                  <a:srgbClr val="FFFFFF"/>
                </a:solidFill>
                <a:latin typeface="Helvetica Neue"/>
                <a:ea typeface="Helvetica Neue"/>
                <a:cs typeface="Helvetica Neue"/>
              </a:defRPr>
            </a:defPPr>
            <a:lvl1pPr algn="l">
              <a:defRPr sz="2400" b="0">
                <a:solidFill>
                  <a:srgbClr val="FFFFFF"/>
                </a:solidFill>
                <a:latin typeface="Helvetica Neue"/>
                <a:ea typeface="Helvetica Neue"/>
                <a:cs typeface="Helvetica Neue"/>
              </a:defRPr>
            </a:lvl1pPr>
            <a:lvl2pPr algn="l">
              <a:defRPr sz="2400" b="0">
                <a:solidFill>
                  <a:srgbClr val="FFFFFF"/>
                </a:solidFill>
                <a:latin typeface="Helvetica Neue"/>
                <a:ea typeface="Helvetica Neue"/>
                <a:cs typeface="Helvetica Neue"/>
              </a:defRPr>
            </a:lvl2pPr>
            <a:lvl3pPr algn="l">
              <a:defRPr sz="2400" b="0">
                <a:solidFill>
                  <a:srgbClr val="FFFFFF"/>
                </a:solidFill>
                <a:latin typeface="Helvetica Neue"/>
                <a:ea typeface="Helvetica Neue"/>
                <a:cs typeface="Helvetica Neue"/>
              </a:defRPr>
            </a:lvl3pPr>
            <a:lvl4pPr algn="l">
              <a:defRPr sz="2400" b="0">
                <a:solidFill>
                  <a:srgbClr val="FFFFFF"/>
                </a:solidFill>
                <a:latin typeface="Helvetica Neue"/>
                <a:ea typeface="Helvetica Neue"/>
                <a:cs typeface="Helvetica Neue"/>
              </a:defRPr>
            </a:lvl4pPr>
            <a:lvl5pPr algn="l">
              <a:defRPr sz="2400" b="0">
                <a:solidFill>
                  <a:srgbClr val="FFFFFF"/>
                </a:solidFill>
                <a:latin typeface="Helvetica Neue"/>
                <a:ea typeface="Helvetica Neue"/>
                <a:cs typeface="Helvetica Neue"/>
              </a:defRPr>
            </a:lvl5pPr>
            <a:lvl6pPr algn="l">
              <a:defRPr sz="2400" b="0">
                <a:solidFill>
                  <a:srgbClr val="FFFFFF"/>
                </a:solidFill>
                <a:latin typeface="Helvetica Neue"/>
                <a:ea typeface="Helvetica Neue"/>
                <a:cs typeface="Helvetica Neue"/>
              </a:defRPr>
            </a:lvl6pPr>
            <a:lvl7pPr algn="l">
              <a:defRPr sz="2400" b="0">
                <a:solidFill>
                  <a:srgbClr val="FFFFFF"/>
                </a:solidFill>
                <a:latin typeface="Helvetica Neue"/>
                <a:ea typeface="Helvetica Neue"/>
                <a:cs typeface="Helvetica Neue"/>
              </a:defRPr>
            </a:lvl7pPr>
            <a:lvl8pPr algn="l">
              <a:defRPr sz="2400" b="0">
                <a:solidFill>
                  <a:srgbClr val="FFFFFF"/>
                </a:solidFill>
                <a:latin typeface="Helvetica Neue"/>
                <a:ea typeface="Helvetica Neue"/>
                <a:cs typeface="Helvetica Neue"/>
              </a:defRPr>
            </a:lvl8pPr>
            <a:lvl9pPr algn="l">
              <a:defRPr sz="2400" b="0">
                <a:solidFill>
                  <a:srgbClr val="FFFFFF"/>
                </a:solidFill>
                <a:latin typeface="Helvetica Neue"/>
                <a:ea typeface="Helvetica Neue"/>
                <a:cs typeface="Helvetica Neue"/>
              </a:defRPr>
            </a:lvl9pPr>
          </a:lstStyle>
          <a:p xmlns:a="http://schemas.openxmlformats.org/drawingml/2006/main">
            <a:pPr algn="l">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Нужно заметить ухудшение</a:t>
            </a:r>
          </a:p>
          <a:p xmlns:a="http://schemas.openxmlformats.org/drawingml/2006/main">
            <a:pPr algn="l">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и понять причину сигнала.</a:t>
            </a:r>
          </a:p>
        </p:txBody>
      </p:sp>
      <p:sp>
        <p:nvSpPr>
          <p:cNvPr id="48" name="">
            <a:extLst xmlns:a="http://schemas.openxmlformats.org/drawingml/2006/main">
              <a:ext uri="{FF2B5EF4-FFF2-40B4-BE49-F238E27FC236}">
                <a16:creationId xmlns:a16="http://schemas.microsoft.com/office/drawing/2014/main" id="{A898C7A5-6234-49DA-ADC0-6FBBBB62DC19}"/>
              </a:ext>
            </a:extLst>
          </p:cNvPr>
          <p:cNvSpPr>
            <a:spLocks xmlns:a="http://schemas.openxmlformats.org/drawingml/2006/main" noGrp="1"/>
          </p:cNvSpPr>
          <p:nvPr/>
        </p:nvSpPr>
        <p:spPr>
          <a:xfrm xmlns:a="http://schemas.openxmlformats.org/drawingml/2006/main">
            <a:off x="571500" y="6400800"/>
            <a:ext cx="1104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425" b="0">
                <a:solidFill>
                  <a:srgbClr val="ADC5FF"/>
                </a:solidFill>
                <a:latin typeface="Helvetica Neue"/>
                <a:ea typeface="Helvetica Neue"/>
                <a:cs typeface="Helvetica Neue"/>
              </a:defRPr>
            </a:defPPr>
            <a:lvl1pPr algn="l">
              <a:defRPr sz="1425" b="0">
                <a:solidFill>
                  <a:srgbClr val="ADC5FF"/>
                </a:solidFill>
                <a:latin typeface="Helvetica Neue"/>
                <a:ea typeface="Helvetica Neue"/>
                <a:cs typeface="Helvetica Neue"/>
              </a:defRPr>
            </a:lvl1pPr>
            <a:lvl2pPr algn="l">
              <a:defRPr sz="1425" b="0">
                <a:solidFill>
                  <a:srgbClr val="ADC5FF"/>
                </a:solidFill>
                <a:latin typeface="Helvetica Neue"/>
                <a:ea typeface="Helvetica Neue"/>
                <a:cs typeface="Helvetica Neue"/>
              </a:defRPr>
            </a:lvl2pPr>
            <a:lvl3pPr algn="l">
              <a:defRPr sz="1425" b="0">
                <a:solidFill>
                  <a:srgbClr val="ADC5FF"/>
                </a:solidFill>
                <a:latin typeface="Helvetica Neue"/>
                <a:ea typeface="Helvetica Neue"/>
                <a:cs typeface="Helvetica Neue"/>
              </a:defRPr>
            </a:lvl3pPr>
            <a:lvl4pPr algn="l">
              <a:defRPr sz="1425" b="0">
                <a:solidFill>
                  <a:srgbClr val="ADC5FF"/>
                </a:solidFill>
                <a:latin typeface="Helvetica Neue"/>
                <a:ea typeface="Helvetica Neue"/>
                <a:cs typeface="Helvetica Neue"/>
              </a:defRPr>
            </a:lvl4pPr>
            <a:lvl5pPr algn="l">
              <a:defRPr sz="1425" b="0">
                <a:solidFill>
                  <a:srgbClr val="ADC5FF"/>
                </a:solidFill>
                <a:latin typeface="Helvetica Neue"/>
                <a:ea typeface="Helvetica Neue"/>
                <a:cs typeface="Helvetica Neue"/>
              </a:defRPr>
            </a:lvl5pPr>
            <a:lvl6pPr algn="l">
              <a:defRPr sz="1425" b="0">
                <a:solidFill>
                  <a:srgbClr val="ADC5FF"/>
                </a:solidFill>
                <a:latin typeface="Helvetica Neue"/>
                <a:ea typeface="Helvetica Neue"/>
                <a:cs typeface="Helvetica Neue"/>
              </a:defRPr>
            </a:lvl6pPr>
            <a:lvl7pPr algn="l">
              <a:defRPr sz="1425" b="0">
                <a:solidFill>
                  <a:srgbClr val="ADC5FF"/>
                </a:solidFill>
                <a:latin typeface="Helvetica Neue"/>
                <a:ea typeface="Helvetica Neue"/>
                <a:cs typeface="Helvetica Neue"/>
              </a:defRPr>
            </a:lvl7pPr>
            <a:lvl8pPr algn="l">
              <a:defRPr sz="1425" b="0">
                <a:solidFill>
                  <a:srgbClr val="ADC5FF"/>
                </a:solidFill>
                <a:latin typeface="Helvetica Neue"/>
                <a:ea typeface="Helvetica Neue"/>
                <a:cs typeface="Helvetica Neue"/>
              </a:defRPr>
            </a:lvl8pPr>
            <a:lvl9pPr algn="l">
              <a:defRPr sz="1425" b="0">
                <a:solidFill>
                  <a:srgbClr val="ADC5FF"/>
                </a:solidFill>
                <a:latin typeface="Helvetica Neue"/>
                <a:ea typeface="Helvetica Neue"/>
                <a:cs typeface="Helvetica Neue"/>
              </a:defRPr>
            </a:lvl9pPr>
          </a:lstStyle>
          <a:p xmlns:a="http://schemas.openxmlformats.org/drawingml/2006/main">
            <a:pPr algn="l">
              <a:defRPr sz="1425" b="0">
                <a:solidFill>
                  <a:srgbClr val="ADC5FF"/>
                </a:solidFill>
                <a:latin typeface="Helvetica Neue"/>
                <a:ea typeface="Helvetica Neue"/>
                <a:cs typeface="Helvetica Neue"/>
              </a:defRPr>
            </a:pPr>
            <a:r>
              <a:rPr sz="1425" b="0">
                <a:solidFill>
                  <a:srgbClr val="ADC5FF"/>
                </a:solidFill>
                <a:latin typeface="Helvetica Neue"/>
                <a:ea typeface="Helvetica Neue"/>
                <a:cs typeface="Helvetica Neue"/>
              </a:rPr>
              <a:t>Рабочая гипотеза проекта. Затраты времени врача ещё предстоит измерить.</a:t>
            </a:r>
          </a:p>
        </p:txBody>
      </p:sp>
    </p:spTree>
    <p:extLst>
      <p:ext uri="{BB962C8B-B14F-4D97-AF65-F5344CB8AC3E}">
        <p14:creationId xmlns:p14="http://schemas.microsoft.com/office/powerpoint/2010/main" val="594789375"/>
      </p:ext>
    </p:extLst>
  </p:cSld>
</p:sld>
</file>

<file path=ppt/slides/slide3.xml><?xml version="1.0" encoding="utf-8"?>
<p:sld xmlns:p="http://schemas.openxmlformats.org/presentationml/2006/main">
  <p:cSld>
    <p:bg>
      <p:bgPr>
        <a:solidFill xmlns:a="http://schemas.openxmlformats.org/drawingml/2006/main">
          <a:srgbClr val="191D2D"/>
        </a:solidFill>
      </p:bgPr>
    </p:bg>
    <p:spTree>
      <p:nvGrpSpPr>
        <p:cNvPr id="1" name=""/>
        <p:cNvGrpSpPr/>
        <p:nvPr/>
      </p:nvGrpSpPr>
      <p:grpSpPr>
        <a:xfrm xmlns:a="http://schemas.openxmlformats.org/drawingml/2006/main"/>
      </p:grpSpPr>
      <p:sp>
        <p:nvSpPr>
          <p:cNvPr id="49" name="Google Shape;49;p10">
            <a:extLst xmlns:a="http://schemas.openxmlformats.org/drawingml/2006/main">
              <a:ext uri="{FF2B5EF4-FFF2-40B4-BE49-F238E27FC236}">
                <a16:creationId xmlns:a16="http://schemas.microsoft.com/office/drawing/2014/main" id="{69EE97A2-9145-4F20-B73B-9D301D76E65F}"/>
              </a:ext>
            </a:extLst>
          </p:cNvPr>
          <p:cNvSpPr>
            <a:spLocks xmlns:a="http://schemas.openxmlformats.org/drawingml/2006/main" noGrp="1"/>
          </p:cNvSpPr>
          <p:nvPr/>
        </p:nvSpPr>
        <p:spPr>
          <a:xfrm xmlns:a="http://schemas.openxmlformats.org/drawingml/2006/main">
            <a:off x="381000" y="247650"/>
            <a:ext cx="11430000" cy="628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0" name="Google Shape;50;p10">
            <a:extLst xmlns:a="http://schemas.openxmlformats.org/drawingml/2006/main">
              <a:ext uri="{FF2B5EF4-FFF2-40B4-BE49-F238E27FC236}">
                <a16:creationId xmlns:a16="http://schemas.microsoft.com/office/drawing/2014/main" id="{A274F190-F18D-43DD-B21A-6181BC14533C}"/>
              </a:ext>
            </a:extLst>
          </p:cNvPr>
          <p:cNvSpPr>
            <a:spLocks xmlns:a="http://schemas.openxmlformats.org/drawingml/2006/main" noGrp="1"/>
          </p:cNvSpPr>
          <p:nvPr/>
        </p:nvSpPr>
        <p:spPr>
          <a:xfrm xmlns:a="http://schemas.openxmlformats.org/drawingml/2006/main">
            <a:off x="1066800" y="371400"/>
            <a:ext cx="7961400" cy="3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450" b="1">
                <a:solidFill>
                  <a:srgbClr val="292D42"/>
                </a:solidFill>
                <a:latin typeface="Helvetica Neue"/>
                <a:ea typeface="Helvetica Neue"/>
                <a:cs typeface="Helvetica Neue"/>
              </a:rPr>
              <a:t>Решение</a:t>
            </a:r>
            <a:endParaRPr sz="1900"/>
          </a:p>
        </p:txBody>
      </p:sp>
      <p:pic>
        <p:nvPicPr>
          <p:cNvPr id="52" name="Google Shape;52;p10">
            <a:extLst xmlns:a="http://schemas.openxmlformats.org/drawingml/2006/main">
              <a:ext uri="{FF2B5EF4-FFF2-40B4-BE49-F238E27FC236}">
                <a16:creationId xmlns:a16="http://schemas.microsoft.com/office/drawing/2014/main" id="{C712DA9C-462E-4C0C-A424-CE53D879F7FA}"/>
              </a:ext>
            </a:extLst>
          </p:cNvPr>
          <p:cNvPicPr>
            <a:picLocks xmlns:a="http://schemas.openxmlformats.org/drawingml/2006/main" noChangeAspect="1"/>
          </p:cNvPicPr>
          <p:nvPr/>
        </p:nvPicPr>
        <p:blipFill>
          <a:blip xmlns:r="http://schemas.openxmlformats.org/officeDocument/2006/relationships" xmlns:a="http://schemas.openxmlformats.org/drawingml/2006/main" r:embed="R82cad126f1a74edf">
            <a:alphaModFix/>
          </a:blip>
          <a:stretch xmlns:a="http://schemas.openxmlformats.org/drawingml/2006/main">
            <a:fillRect l="0" t="0" r="0" b="0"/>
          </a:stretch>
        </p:blipFill>
        <p:spPr>
          <a:xfrm xmlns:a="http://schemas.openxmlformats.org/drawingml/2006/main">
            <a:off x="523875" y="352425"/>
            <a:ext cx="419100" cy="419100"/>
          </a:xfrm>
          <a:prstGeom xmlns:a="http://schemas.openxmlformats.org/drawingml/2006/main" prst="rect">
            <a:avLst/>
          </a:prstGeom>
          <a:ln xmlns:a="http://schemas.openxmlformats.org/drawingml/2006/main">
            <a:noFill/>
          </a:ln>
        </p:spPr>
      </p:pic>
      <p:sp>
        <p:nvSpPr>
          <p:cNvPr id="53" name="Google Shape;53;p10">
            <a:extLst xmlns:a="http://schemas.openxmlformats.org/drawingml/2006/main">
              <a:ext uri="{FF2B5EF4-FFF2-40B4-BE49-F238E27FC236}">
                <a16:creationId xmlns:a16="http://schemas.microsoft.com/office/drawing/2014/main" id="{C8F41EA7-C539-44A9-9016-FBE3E0CB1947}"/>
              </a:ext>
            </a:extLst>
          </p:cNvPr>
          <p:cNvSpPr>
            <a:spLocks xmlns:a="http://schemas.openxmlformats.org/drawingml/2006/main" noGrp="1"/>
          </p:cNvSpPr>
          <p:nvPr/>
        </p:nvSpPr>
        <p:spPr>
          <a:xfrm xmlns:a="http://schemas.openxmlformats.org/drawingml/2006/main">
            <a:off x="11087100" y="371380"/>
            <a:ext cx="571500" cy="36214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lgn="ctr">
              <a:defRPr sz="2450" b="1">
                <a:solidFill>
                  <a:srgbClr val="292D42"/>
                </a:solidFill>
                <a:latin typeface="Helvetica Neue"/>
                <a:ea typeface="Helvetica Neue"/>
                <a:cs typeface="Helvetica Neue"/>
              </a:defRPr>
            </a:defPPr>
            <a:lvl1pPr algn="ctr">
              <a:defRPr sz="2450" b="1">
                <a:solidFill>
                  <a:srgbClr val="292D42"/>
                </a:solidFill>
                <a:latin typeface="Helvetica Neue"/>
                <a:ea typeface="Helvetica Neue"/>
                <a:cs typeface="Helvetica Neue"/>
              </a:defRPr>
            </a:lvl1pPr>
            <a:lvl2pPr algn="ctr">
              <a:defRPr sz="2450" b="1">
                <a:solidFill>
                  <a:srgbClr val="292D42"/>
                </a:solidFill>
                <a:latin typeface="Helvetica Neue"/>
                <a:ea typeface="Helvetica Neue"/>
                <a:cs typeface="Helvetica Neue"/>
              </a:defRPr>
            </a:lvl2pPr>
            <a:lvl3pPr algn="ctr">
              <a:defRPr sz="2450" b="1">
                <a:solidFill>
                  <a:srgbClr val="292D42"/>
                </a:solidFill>
                <a:latin typeface="Helvetica Neue"/>
                <a:ea typeface="Helvetica Neue"/>
                <a:cs typeface="Helvetica Neue"/>
              </a:defRPr>
            </a:lvl3pPr>
            <a:lvl4pPr algn="ctr">
              <a:defRPr sz="2450" b="1">
                <a:solidFill>
                  <a:srgbClr val="292D42"/>
                </a:solidFill>
                <a:latin typeface="Helvetica Neue"/>
                <a:ea typeface="Helvetica Neue"/>
                <a:cs typeface="Helvetica Neue"/>
              </a:defRPr>
            </a:lvl4pPr>
            <a:lvl5pPr algn="ctr">
              <a:defRPr sz="2450" b="1">
                <a:solidFill>
                  <a:srgbClr val="292D42"/>
                </a:solidFill>
                <a:latin typeface="Helvetica Neue"/>
                <a:ea typeface="Helvetica Neue"/>
                <a:cs typeface="Helvetica Neue"/>
              </a:defRPr>
            </a:lvl5pPr>
            <a:lvl6pPr algn="ctr">
              <a:defRPr sz="2450" b="1">
                <a:solidFill>
                  <a:srgbClr val="292D42"/>
                </a:solidFill>
                <a:latin typeface="Helvetica Neue"/>
                <a:ea typeface="Helvetica Neue"/>
                <a:cs typeface="Helvetica Neue"/>
              </a:defRPr>
            </a:lvl6pPr>
            <a:lvl7pPr algn="ctr">
              <a:defRPr sz="2450" b="1">
                <a:solidFill>
                  <a:srgbClr val="292D42"/>
                </a:solidFill>
                <a:latin typeface="Helvetica Neue"/>
                <a:ea typeface="Helvetica Neue"/>
                <a:cs typeface="Helvetica Neue"/>
              </a:defRPr>
            </a:lvl7pPr>
            <a:lvl8pPr algn="ctr">
              <a:defRPr sz="2450" b="1">
                <a:solidFill>
                  <a:srgbClr val="292D42"/>
                </a:solidFill>
                <a:latin typeface="Helvetica Neue"/>
                <a:ea typeface="Helvetica Neue"/>
                <a:cs typeface="Helvetica Neue"/>
              </a:defRPr>
            </a:lvl8pPr>
            <a:lvl9pPr algn="ctr">
              <a:defRPr sz="2450" b="1">
                <a:solidFill>
                  <a:srgbClr val="292D42"/>
                </a:solidFill>
                <a:latin typeface="Helvetica Neue"/>
                <a:ea typeface="Helvetica Neue"/>
                <a:cs typeface="Helvetica Neue"/>
              </a:defRPr>
            </a:lvl9pPr>
          </a:lstStyle>
          <a:p xmlns:a="http://schemas.openxmlformats.org/drawingml/2006/main">
            <a:pPr marL="0" marR="0" lvl="0" indent="0" algn="ctr">
              <a:spcBef>
                <a:spcPts val="0"/>
              </a:spcBef>
              <a:spcAft>
                <a:spcPts val="0"/>
              </a:spcAft>
              <a:buNone/>
              <a:defRPr sz="2450" b="1">
                <a:solidFill>
                  <a:srgbClr val="292D42"/>
                </a:solidFill>
                <a:latin typeface="Helvetica Neue"/>
                <a:ea typeface="Helvetica Neue"/>
                <a:cs typeface="Helvetica Neue"/>
              </a:defRPr>
            </a:pPr>
            <a:r>
              <a:rPr sz="2450" b="1">
                <a:solidFill>
                  <a:srgbClr val="292D42"/>
                </a:solidFill>
                <a:latin typeface="Helvetica Neue"/>
                <a:ea typeface="Helvetica Neue"/>
                <a:cs typeface="Helvetica Neue"/>
              </a:rPr>
              <a:t>3</a:t>
            </a:r>
            <a:endParaRPr sz="1900"/>
          </a:p>
        </p:txBody>
      </p:sp>
      <p:sp>
        <p:nvSpPr>
          <p:cNvPr id="54" name="">
            <a:extLst xmlns:a="http://schemas.openxmlformats.org/drawingml/2006/main">
              <a:ext uri="{FF2B5EF4-FFF2-40B4-BE49-F238E27FC236}">
                <a16:creationId xmlns:a16="http://schemas.microsoft.com/office/drawing/2014/main" id="{42DE4221-1BF6-400C-BF95-D1CE593139B7}"/>
              </a:ext>
            </a:extLst>
          </p:cNvPr>
          <p:cNvSpPr>
            <a:spLocks xmlns:a="http://schemas.openxmlformats.org/drawingml/2006/main" noGrp="1"/>
          </p:cNvSpPr>
          <p:nvPr/>
        </p:nvSpPr>
        <p:spPr>
          <a:xfrm xmlns:a="http://schemas.openxmlformats.org/drawingml/2006/main">
            <a:off x="533400" y="1228725"/>
            <a:ext cx="111252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3675" b="0">
                <a:solidFill>
                  <a:srgbClr val="FFFFFF"/>
                </a:solidFill>
                <a:latin typeface="Helvetica Neue"/>
                <a:ea typeface="Helvetica Neue"/>
                <a:cs typeface="Helvetica Neue"/>
              </a:defRPr>
            </a:defPPr>
            <a:lvl1pPr algn="l">
              <a:defRPr sz="3675" b="0">
                <a:solidFill>
                  <a:srgbClr val="FFFFFF"/>
                </a:solidFill>
                <a:latin typeface="Helvetica Neue"/>
                <a:ea typeface="Helvetica Neue"/>
                <a:cs typeface="Helvetica Neue"/>
              </a:defRPr>
            </a:lvl1pPr>
            <a:lvl2pPr algn="l">
              <a:defRPr sz="3675" b="0">
                <a:solidFill>
                  <a:srgbClr val="FFFFFF"/>
                </a:solidFill>
                <a:latin typeface="Helvetica Neue"/>
                <a:ea typeface="Helvetica Neue"/>
                <a:cs typeface="Helvetica Neue"/>
              </a:defRPr>
            </a:lvl2pPr>
            <a:lvl3pPr algn="l">
              <a:defRPr sz="3675" b="0">
                <a:solidFill>
                  <a:srgbClr val="FFFFFF"/>
                </a:solidFill>
                <a:latin typeface="Helvetica Neue"/>
                <a:ea typeface="Helvetica Neue"/>
                <a:cs typeface="Helvetica Neue"/>
              </a:defRPr>
            </a:lvl3pPr>
            <a:lvl4pPr algn="l">
              <a:defRPr sz="3675" b="0">
                <a:solidFill>
                  <a:srgbClr val="FFFFFF"/>
                </a:solidFill>
                <a:latin typeface="Helvetica Neue"/>
                <a:ea typeface="Helvetica Neue"/>
                <a:cs typeface="Helvetica Neue"/>
              </a:defRPr>
            </a:lvl4pPr>
            <a:lvl5pPr algn="l">
              <a:defRPr sz="3675" b="0">
                <a:solidFill>
                  <a:srgbClr val="FFFFFF"/>
                </a:solidFill>
                <a:latin typeface="Helvetica Neue"/>
                <a:ea typeface="Helvetica Neue"/>
                <a:cs typeface="Helvetica Neue"/>
              </a:defRPr>
            </a:lvl5pPr>
            <a:lvl6pPr algn="l">
              <a:defRPr sz="3675" b="0">
                <a:solidFill>
                  <a:srgbClr val="FFFFFF"/>
                </a:solidFill>
                <a:latin typeface="Helvetica Neue"/>
                <a:ea typeface="Helvetica Neue"/>
                <a:cs typeface="Helvetica Neue"/>
              </a:defRPr>
            </a:lvl6pPr>
            <a:lvl7pPr algn="l">
              <a:defRPr sz="3675" b="0">
                <a:solidFill>
                  <a:srgbClr val="FFFFFF"/>
                </a:solidFill>
                <a:latin typeface="Helvetica Neue"/>
                <a:ea typeface="Helvetica Neue"/>
                <a:cs typeface="Helvetica Neue"/>
              </a:defRPr>
            </a:lvl7pPr>
            <a:lvl8pPr algn="l">
              <a:defRPr sz="3675" b="0">
                <a:solidFill>
                  <a:srgbClr val="FFFFFF"/>
                </a:solidFill>
                <a:latin typeface="Helvetica Neue"/>
                <a:ea typeface="Helvetica Neue"/>
                <a:cs typeface="Helvetica Neue"/>
              </a:defRPr>
            </a:lvl8pPr>
            <a:lvl9pPr algn="l">
              <a:defRPr sz="3675" b="0">
                <a:solidFill>
                  <a:srgbClr val="FFFFFF"/>
                </a:solidFill>
                <a:latin typeface="Helvetica Neue"/>
                <a:ea typeface="Helvetica Neue"/>
                <a:cs typeface="Helvetica Neue"/>
              </a:defRPr>
            </a:lvl9pPr>
          </a:lstStyle>
          <a:p xmlns:a="http://schemas.openxmlformats.org/drawingml/2006/main">
            <a:pPr algn="l">
              <a:defRPr sz="3675" b="0">
                <a:solidFill>
                  <a:srgbClr val="FFFFFF"/>
                </a:solidFill>
                <a:latin typeface="Helvetica Neue"/>
                <a:ea typeface="Helvetica Neue"/>
                <a:cs typeface="Helvetica Neue"/>
              </a:defRPr>
            </a:pPr>
            <a:r>
              <a:rPr sz="3675" b="0">
                <a:solidFill>
                  <a:srgbClr val="FFFFFF"/>
                </a:solidFill>
                <a:latin typeface="Helvetica Neue"/>
                <a:ea typeface="Helvetica Neue"/>
                <a:cs typeface="Helvetica Neue"/>
              </a:rPr>
              <a:t>Единая история наблюдения</a:t>
            </a:r>
          </a:p>
          <a:p xmlns:a="http://schemas.openxmlformats.org/drawingml/2006/main">
            <a:pPr algn="l">
              <a:defRPr sz="3675" b="0">
                <a:solidFill>
                  <a:srgbClr val="FFFFFF"/>
                </a:solidFill>
                <a:latin typeface="Helvetica Neue"/>
                <a:ea typeface="Helvetica Neue"/>
                <a:cs typeface="Helvetica Neue"/>
              </a:defRPr>
            </a:pPr>
            <a:r>
              <a:rPr sz="3675" b="0">
                <a:solidFill>
                  <a:srgbClr val="FFFFFF"/>
                </a:solidFill>
                <a:latin typeface="Helvetica Neue"/>
                <a:ea typeface="Helvetica Neue"/>
                <a:cs typeface="Helvetica Neue"/>
              </a:rPr>
              <a:t>для врача и пациента</a:t>
            </a:r>
          </a:p>
        </p:txBody>
      </p:sp>
      <p:sp>
        <p:nvSpPr>
          <p:cNvPr id="55" name="">
            <a:extLst xmlns:a="http://schemas.openxmlformats.org/drawingml/2006/main">
              <a:ext uri="{FF2B5EF4-FFF2-40B4-BE49-F238E27FC236}">
                <a16:creationId xmlns:a16="http://schemas.microsoft.com/office/drawing/2014/main" id="{BD1B81A4-799D-479B-9F32-C7ECAD3F3B4C}"/>
              </a:ext>
            </a:extLst>
          </p:cNvPr>
          <p:cNvSpPr>
            <a:spLocks xmlns:a="http://schemas.openxmlformats.org/drawingml/2006/main" noGrp="1"/>
          </p:cNvSpPr>
          <p:nvPr/>
        </p:nvSpPr>
        <p:spPr>
          <a:xfrm xmlns:a="http://schemas.openxmlformats.org/drawingml/2006/main">
            <a:off x="533400" y="2943225"/>
            <a:ext cx="11125200" cy="2543175"/>
          </a:xfrm>
          <a:prstGeom xmlns:a="http://schemas.openxmlformats.org/drawingml/2006/main" prst="roundRect">
            <a:avLst>
              <a:gd name="adj" fmla="val 11236"/>
            </a:avLst>
          </a:prstGeom>
          <a:solidFill xmlns:a="http://schemas.openxmlformats.org/drawingml/2006/main">
            <a:srgbClr val="FFFFFF"/>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82657023-CAFC-4EAF-96E9-47F8007EDA92}"/>
              </a:ext>
            </a:extLst>
          </p:cNvPr>
          <p:cNvSpPr>
            <a:spLocks xmlns:a="http://schemas.openxmlformats.org/drawingml/2006/main" noGrp="1"/>
          </p:cNvSpPr>
          <p:nvPr/>
        </p:nvSpPr>
        <p:spPr>
          <a:xfrm xmlns:a="http://schemas.openxmlformats.org/drawingml/2006/main">
            <a:off x="819150" y="3267075"/>
            <a:ext cx="4857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550" b="1">
                <a:solidFill>
                  <a:srgbClr val="292D42"/>
                </a:solidFill>
                <a:latin typeface="Helvetica Neue"/>
                <a:ea typeface="Helvetica Neue"/>
                <a:cs typeface="Helvetica Neue"/>
              </a:defRPr>
            </a:defPPr>
            <a:lvl1pPr algn="l">
              <a:defRPr sz="2550" b="1">
                <a:solidFill>
                  <a:srgbClr val="292D42"/>
                </a:solidFill>
                <a:latin typeface="Helvetica Neue"/>
                <a:ea typeface="Helvetica Neue"/>
                <a:cs typeface="Helvetica Neue"/>
              </a:defRPr>
            </a:lvl1pPr>
            <a:lvl2pPr algn="l">
              <a:defRPr sz="2550" b="1">
                <a:solidFill>
                  <a:srgbClr val="292D42"/>
                </a:solidFill>
                <a:latin typeface="Helvetica Neue"/>
                <a:ea typeface="Helvetica Neue"/>
                <a:cs typeface="Helvetica Neue"/>
              </a:defRPr>
            </a:lvl2pPr>
            <a:lvl3pPr algn="l">
              <a:defRPr sz="2550" b="1">
                <a:solidFill>
                  <a:srgbClr val="292D42"/>
                </a:solidFill>
                <a:latin typeface="Helvetica Neue"/>
                <a:ea typeface="Helvetica Neue"/>
                <a:cs typeface="Helvetica Neue"/>
              </a:defRPr>
            </a:lvl3pPr>
            <a:lvl4pPr algn="l">
              <a:defRPr sz="2550" b="1">
                <a:solidFill>
                  <a:srgbClr val="292D42"/>
                </a:solidFill>
                <a:latin typeface="Helvetica Neue"/>
                <a:ea typeface="Helvetica Neue"/>
                <a:cs typeface="Helvetica Neue"/>
              </a:defRPr>
            </a:lvl4pPr>
            <a:lvl5pPr algn="l">
              <a:defRPr sz="2550" b="1">
                <a:solidFill>
                  <a:srgbClr val="292D42"/>
                </a:solidFill>
                <a:latin typeface="Helvetica Neue"/>
                <a:ea typeface="Helvetica Neue"/>
                <a:cs typeface="Helvetica Neue"/>
              </a:defRPr>
            </a:lvl5pPr>
            <a:lvl6pPr algn="l">
              <a:defRPr sz="2550" b="1">
                <a:solidFill>
                  <a:srgbClr val="292D42"/>
                </a:solidFill>
                <a:latin typeface="Helvetica Neue"/>
                <a:ea typeface="Helvetica Neue"/>
                <a:cs typeface="Helvetica Neue"/>
              </a:defRPr>
            </a:lvl6pPr>
            <a:lvl7pPr algn="l">
              <a:defRPr sz="2550" b="1">
                <a:solidFill>
                  <a:srgbClr val="292D42"/>
                </a:solidFill>
                <a:latin typeface="Helvetica Neue"/>
                <a:ea typeface="Helvetica Neue"/>
                <a:cs typeface="Helvetica Neue"/>
              </a:defRPr>
            </a:lvl7pPr>
            <a:lvl8pPr algn="l">
              <a:defRPr sz="2550" b="1">
                <a:solidFill>
                  <a:srgbClr val="292D42"/>
                </a:solidFill>
                <a:latin typeface="Helvetica Neue"/>
                <a:ea typeface="Helvetica Neue"/>
                <a:cs typeface="Helvetica Neue"/>
              </a:defRPr>
            </a:lvl8pPr>
            <a:lvl9pPr algn="l">
              <a:defRPr sz="2550" b="1">
                <a:solidFill>
                  <a:srgbClr val="292D42"/>
                </a:solidFill>
                <a:latin typeface="Helvetica Neue"/>
                <a:ea typeface="Helvetica Neue"/>
                <a:cs typeface="Helvetica Neue"/>
              </a:defRPr>
            </a:lvl9pPr>
          </a:lstStyle>
          <a:p xmlns:a="http://schemas.openxmlformats.org/drawingml/2006/main">
            <a:pPr algn="l">
              <a:defRPr sz="2550" b="1">
                <a:solidFill>
                  <a:srgbClr val="292D42"/>
                </a:solidFill>
                <a:latin typeface="Helvetica Neue"/>
                <a:ea typeface="Helvetica Neue"/>
                <a:cs typeface="Helvetica Neue"/>
              </a:defRPr>
            </a:pPr>
            <a:r>
              <a:rPr sz="2550" b="1">
                <a:solidFill>
                  <a:srgbClr val="292D42"/>
                </a:solidFill>
                <a:latin typeface="Helvetica Neue"/>
                <a:ea typeface="Helvetica Neue"/>
                <a:cs typeface="Helvetica Neue"/>
              </a:rPr>
              <a:t>Сбор данных</a:t>
            </a:r>
          </a:p>
        </p:txBody>
      </p:sp>
      <p:sp>
        <p:nvSpPr>
          <p:cNvPr id="57" name="">
            <a:extLst xmlns:a="http://schemas.openxmlformats.org/drawingml/2006/main">
              <a:ext uri="{FF2B5EF4-FFF2-40B4-BE49-F238E27FC236}">
                <a16:creationId xmlns:a16="http://schemas.microsoft.com/office/drawing/2014/main" id="{0869FC4B-BFB2-4CE7-B855-09164DBAEC5B}"/>
              </a:ext>
            </a:extLst>
          </p:cNvPr>
          <p:cNvSpPr>
            <a:spLocks xmlns:a="http://schemas.openxmlformats.org/drawingml/2006/main" noGrp="1"/>
          </p:cNvSpPr>
          <p:nvPr/>
        </p:nvSpPr>
        <p:spPr>
          <a:xfrm xmlns:a="http://schemas.openxmlformats.org/drawingml/2006/main">
            <a:off x="819150" y="3933825"/>
            <a:ext cx="4857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175" b="0">
                <a:solidFill>
                  <a:srgbClr val="758099"/>
                </a:solidFill>
                <a:latin typeface="Helvetica Neue"/>
                <a:ea typeface="Helvetica Neue"/>
                <a:cs typeface="Helvetica Neue"/>
              </a:defRPr>
            </a:defPPr>
            <a:lvl1pPr algn="l">
              <a:defRPr sz="2175" b="0">
                <a:solidFill>
                  <a:srgbClr val="758099"/>
                </a:solidFill>
                <a:latin typeface="Helvetica Neue"/>
                <a:ea typeface="Helvetica Neue"/>
                <a:cs typeface="Helvetica Neue"/>
              </a:defRPr>
            </a:lvl1pPr>
            <a:lvl2pPr algn="l">
              <a:defRPr sz="2175" b="0">
                <a:solidFill>
                  <a:srgbClr val="758099"/>
                </a:solidFill>
                <a:latin typeface="Helvetica Neue"/>
                <a:ea typeface="Helvetica Neue"/>
                <a:cs typeface="Helvetica Neue"/>
              </a:defRPr>
            </a:lvl2pPr>
            <a:lvl3pPr algn="l">
              <a:defRPr sz="2175" b="0">
                <a:solidFill>
                  <a:srgbClr val="758099"/>
                </a:solidFill>
                <a:latin typeface="Helvetica Neue"/>
                <a:ea typeface="Helvetica Neue"/>
                <a:cs typeface="Helvetica Neue"/>
              </a:defRPr>
            </a:lvl3pPr>
            <a:lvl4pPr algn="l">
              <a:defRPr sz="2175" b="0">
                <a:solidFill>
                  <a:srgbClr val="758099"/>
                </a:solidFill>
                <a:latin typeface="Helvetica Neue"/>
                <a:ea typeface="Helvetica Neue"/>
                <a:cs typeface="Helvetica Neue"/>
              </a:defRPr>
            </a:lvl4pPr>
            <a:lvl5pPr algn="l">
              <a:defRPr sz="2175" b="0">
                <a:solidFill>
                  <a:srgbClr val="758099"/>
                </a:solidFill>
                <a:latin typeface="Helvetica Neue"/>
                <a:ea typeface="Helvetica Neue"/>
                <a:cs typeface="Helvetica Neue"/>
              </a:defRPr>
            </a:lvl5pPr>
            <a:lvl6pPr algn="l">
              <a:defRPr sz="2175" b="0">
                <a:solidFill>
                  <a:srgbClr val="758099"/>
                </a:solidFill>
                <a:latin typeface="Helvetica Neue"/>
                <a:ea typeface="Helvetica Neue"/>
                <a:cs typeface="Helvetica Neue"/>
              </a:defRPr>
            </a:lvl6pPr>
            <a:lvl7pPr algn="l">
              <a:defRPr sz="2175" b="0">
                <a:solidFill>
                  <a:srgbClr val="758099"/>
                </a:solidFill>
                <a:latin typeface="Helvetica Neue"/>
                <a:ea typeface="Helvetica Neue"/>
                <a:cs typeface="Helvetica Neue"/>
              </a:defRPr>
            </a:lvl7pPr>
            <a:lvl8pPr algn="l">
              <a:defRPr sz="2175" b="0">
                <a:solidFill>
                  <a:srgbClr val="758099"/>
                </a:solidFill>
                <a:latin typeface="Helvetica Neue"/>
                <a:ea typeface="Helvetica Neue"/>
                <a:cs typeface="Helvetica Neue"/>
              </a:defRPr>
            </a:lvl8pPr>
            <a:lvl9pPr algn="l">
              <a:defRPr sz="2175" b="0">
                <a:solidFill>
                  <a:srgbClr val="758099"/>
                </a:solidFill>
                <a:latin typeface="Helvetica Neue"/>
                <a:ea typeface="Helvetica Neue"/>
                <a:cs typeface="Helvetica Neue"/>
              </a:defRPr>
            </a:lvl9pPr>
          </a:lstStyle>
          <a:p xmlns:a="http://schemas.openxmlformats.org/drawingml/2006/main">
            <a:pPr algn="l">
              <a:defRPr sz="2175" b="0">
                <a:solidFill>
                  <a:srgbClr val="758099"/>
                </a:solidFill>
                <a:latin typeface="Helvetica Neue"/>
                <a:ea typeface="Helvetica Neue"/>
                <a:cs typeface="Helvetica Neue"/>
              </a:defRPr>
            </a:pPr>
            <a:r>
              <a:rPr sz="2175" b="0">
                <a:solidFill>
                  <a:srgbClr val="758099"/>
                </a:solidFill>
                <a:latin typeface="Helvetica Neue"/>
                <a:ea typeface="Helvetica Neue"/>
                <a:cs typeface="Helvetica Neue"/>
              </a:rPr>
              <a:t>Дневник, анкеты, назначения</a:t>
            </a:r>
          </a:p>
          <a:p xmlns:a="http://schemas.openxmlformats.org/drawingml/2006/main">
            <a:pPr algn="l">
              <a:defRPr sz="2175" b="0">
                <a:solidFill>
                  <a:srgbClr val="758099"/>
                </a:solidFill>
                <a:latin typeface="Helvetica Neue"/>
                <a:ea typeface="Helvetica Neue"/>
                <a:cs typeface="Helvetica Neue"/>
              </a:defRPr>
            </a:pPr>
            <a:r>
              <a:rPr sz="2175" b="0">
                <a:solidFill>
                  <a:srgbClr val="758099"/>
                </a:solidFill>
                <a:latin typeface="Helvetica Neue"/>
                <a:ea typeface="Helvetica Neue"/>
                <a:cs typeface="Helvetica Neue"/>
              </a:rPr>
              <a:t>и документы пациента</a:t>
            </a:r>
          </a:p>
        </p:txBody>
      </p:sp>
      <p:sp>
        <p:nvSpPr>
          <p:cNvPr id="58" name="">
            <a:extLst xmlns:a="http://schemas.openxmlformats.org/drawingml/2006/main">
              <a:ext uri="{FF2B5EF4-FFF2-40B4-BE49-F238E27FC236}">
                <a16:creationId xmlns:a16="http://schemas.microsoft.com/office/drawing/2014/main" id="{0514A5DC-BF12-40F0-BAE4-A562C14DFF36}"/>
              </a:ext>
            </a:extLst>
          </p:cNvPr>
          <p:cNvSpPr>
            <a:spLocks xmlns:a="http://schemas.openxmlformats.org/drawingml/2006/main" noGrp="1"/>
          </p:cNvSpPr>
          <p:nvPr/>
        </p:nvSpPr>
        <p:spPr>
          <a:xfrm xmlns:a="http://schemas.openxmlformats.org/drawingml/2006/main">
            <a:off x="6496050" y="3267075"/>
            <a:ext cx="4857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550" b="1">
                <a:solidFill>
                  <a:srgbClr val="292D42"/>
                </a:solidFill>
                <a:latin typeface="Helvetica Neue"/>
                <a:ea typeface="Helvetica Neue"/>
                <a:cs typeface="Helvetica Neue"/>
              </a:defRPr>
            </a:defPPr>
            <a:lvl1pPr algn="l">
              <a:defRPr sz="2550" b="1">
                <a:solidFill>
                  <a:srgbClr val="292D42"/>
                </a:solidFill>
                <a:latin typeface="Helvetica Neue"/>
                <a:ea typeface="Helvetica Neue"/>
                <a:cs typeface="Helvetica Neue"/>
              </a:defRPr>
            </a:lvl1pPr>
            <a:lvl2pPr algn="l">
              <a:defRPr sz="2550" b="1">
                <a:solidFill>
                  <a:srgbClr val="292D42"/>
                </a:solidFill>
                <a:latin typeface="Helvetica Neue"/>
                <a:ea typeface="Helvetica Neue"/>
                <a:cs typeface="Helvetica Neue"/>
              </a:defRPr>
            </a:lvl2pPr>
            <a:lvl3pPr algn="l">
              <a:defRPr sz="2550" b="1">
                <a:solidFill>
                  <a:srgbClr val="292D42"/>
                </a:solidFill>
                <a:latin typeface="Helvetica Neue"/>
                <a:ea typeface="Helvetica Neue"/>
                <a:cs typeface="Helvetica Neue"/>
              </a:defRPr>
            </a:lvl3pPr>
            <a:lvl4pPr algn="l">
              <a:defRPr sz="2550" b="1">
                <a:solidFill>
                  <a:srgbClr val="292D42"/>
                </a:solidFill>
                <a:latin typeface="Helvetica Neue"/>
                <a:ea typeface="Helvetica Neue"/>
                <a:cs typeface="Helvetica Neue"/>
              </a:defRPr>
            </a:lvl4pPr>
            <a:lvl5pPr algn="l">
              <a:defRPr sz="2550" b="1">
                <a:solidFill>
                  <a:srgbClr val="292D42"/>
                </a:solidFill>
                <a:latin typeface="Helvetica Neue"/>
                <a:ea typeface="Helvetica Neue"/>
                <a:cs typeface="Helvetica Neue"/>
              </a:defRPr>
            </a:lvl5pPr>
            <a:lvl6pPr algn="l">
              <a:defRPr sz="2550" b="1">
                <a:solidFill>
                  <a:srgbClr val="292D42"/>
                </a:solidFill>
                <a:latin typeface="Helvetica Neue"/>
                <a:ea typeface="Helvetica Neue"/>
                <a:cs typeface="Helvetica Neue"/>
              </a:defRPr>
            </a:lvl6pPr>
            <a:lvl7pPr algn="l">
              <a:defRPr sz="2550" b="1">
                <a:solidFill>
                  <a:srgbClr val="292D42"/>
                </a:solidFill>
                <a:latin typeface="Helvetica Neue"/>
                <a:ea typeface="Helvetica Neue"/>
                <a:cs typeface="Helvetica Neue"/>
              </a:defRPr>
            </a:lvl7pPr>
            <a:lvl8pPr algn="l">
              <a:defRPr sz="2550" b="1">
                <a:solidFill>
                  <a:srgbClr val="292D42"/>
                </a:solidFill>
                <a:latin typeface="Helvetica Neue"/>
                <a:ea typeface="Helvetica Neue"/>
                <a:cs typeface="Helvetica Neue"/>
              </a:defRPr>
            </a:lvl8pPr>
            <a:lvl9pPr algn="l">
              <a:defRPr sz="2550" b="1">
                <a:solidFill>
                  <a:srgbClr val="292D42"/>
                </a:solidFill>
                <a:latin typeface="Helvetica Neue"/>
                <a:ea typeface="Helvetica Neue"/>
                <a:cs typeface="Helvetica Neue"/>
              </a:defRPr>
            </a:lvl9pPr>
          </a:lstStyle>
          <a:p xmlns:a="http://schemas.openxmlformats.org/drawingml/2006/main">
            <a:pPr algn="l">
              <a:defRPr sz="2550" b="1">
                <a:solidFill>
                  <a:srgbClr val="292D42"/>
                </a:solidFill>
                <a:latin typeface="Helvetica Neue"/>
                <a:ea typeface="Helvetica Neue"/>
                <a:cs typeface="Helvetica Neue"/>
              </a:defRPr>
            </a:pPr>
            <a:r>
              <a:rPr sz="2550" b="1">
                <a:solidFill>
                  <a:srgbClr val="292D42"/>
                </a:solidFill>
                <a:latin typeface="Helvetica Neue"/>
                <a:ea typeface="Helvetica Neue"/>
                <a:cs typeface="Helvetica Neue"/>
              </a:rPr>
              <a:t>Подготовка к приёму</a:t>
            </a:r>
          </a:p>
        </p:txBody>
      </p:sp>
      <p:sp>
        <p:nvSpPr>
          <p:cNvPr id="59" name="">
            <a:extLst xmlns:a="http://schemas.openxmlformats.org/drawingml/2006/main">
              <a:ext uri="{FF2B5EF4-FFF2-40B4-BE49-F238E27FC236}">
                <a16:creationId xmlns:a16="http://schemas.microsoft.com/office/drawing/2014/main" id="{F29C6C25-A4DC-4532-8CEA-F2BE5CBCB16A}"/>
              </a:ext>
            </a:extLst>
          </p:cNvPr>
          <p:cNvSpPr>
            <a:spLocks xmlns:a="http://schemas.openxmlformats.org/drawingml/2006/main" noGrp="1"/>
          </p:cNvSpPr>
          <p:nvPr/>
        </p:nvSpPr>
        <p:spPr>
          <a:xfrm xmlns:a="http://schemas.openxmlformats.org/drawingml/2006/main">
            <a:off x="6496050" y="3933825"/>
            <a:ext cx="4857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175" b="0">
                <a:solidFill>
                  <a:srgbClr val="758099"/>
                </a:solidFill>
                <a:latin typeface="Helvetica Neue"/>
                <a:ea typeface="Helvetica Neue"/>
                <a:cs typeface="Helvetica Neue"/>
              </a:defRPr>
            </a:defPPr>
            <a:lvl1pPr algn="l">
              <a:defRPr sz="2175" b="0">
                <a:solidFill>
                  <a:srgbClr val="758099"/>
                </a:solidFill>
                <a:latin typeface="Helvetica Neue"/>
                <a:ea typeface="Helvetica Neue"/>
                <a:cs typeface="Helvetica Neue"/>
              </a:defRPr>
            </a:lvl1pPr>
            <a:lvl2pPr algn="l">
              <a:defRPr sz="2175" b="0">
                <a:solidFill>
                  <a:srgbClr val="758099"/>
                </a:solidFill>
                <a:latin typeface="Helvetica Neue"/>
                <a:ea typeface="Helvetica Neue"/>
                <a:cs typeface="Helvetica Neue"/>
              </a:defRPr>
            </a:lvl2pPr>
            <a:lvl3pPr algn="l">
              <a:defRPr sz="2175" b="0">
                <a:solidFill>
                  <a:srgbClr val="758099"/>
                </a:solidFill>
                <a:latin typeface="Helvetica Neue"/>
                <a:ea typeface="Helvetica Neue"/>
                <a:cs typeface="Helvetica Neue"/>
              </a:defRPr>
            </a:lvl3pPr>
            <a:lvl4pPr algn="l">
              <a:defRPr sz="2175" b="0">
                <a:solidFill>
                  <a:srgbClr val="758099"/>
                </a:solidFill>
                <a:latin typeface="Helvetica Neue"/>
                <a:ea typeface="Helvetica Neue"/>
                <a:cs typeface="Helvetica Neue"/>
              </a:defRPr>
            </a:lvl4pPr>
            <a:lvl5pPr algn="l">
              <a:defRPr sz="2175" b="0">
                <a:solidFill>
                  <a:srgbClr val="758099"/>
                </a:solidFill>
                <a:latin typeface="Helvetica Neue"/>
                <a:ea typeface="Helvetica Neue"/>
                <a:cs typeface="Helvetica Neue"/>
              </a:defRPr>
            </a:lvl5pPr>
            <a:lvl6pPr algn="l">
              <a:defRPr sz="2175" b="0">
                <a:solidFill>
                  <a:srgbClr val="758099"/>
                </a:solidFill>
                <a:latin typeface="Helvetica Neue"/>
                <a:ea typeface="Helvetica Neue"/>
                <a:cs typeface="Helvetica Neue"/>
              </a:defRPr>
            </a:lvl6pPr>
            <a:lvl7pPr algn="l">
              <a:defRPr sz="2175" b="0">
                <a:solidFill>
                  <a:srgbClr val="758099"/>
                </a:solidFill>
                <a:latin typeface="Helvetica Neue"/>
                <a:ea typeface="Helvetica Neue"/>
                <a:cs typeface="Helvetica Neue"/>
              </a:defRPr>
            </a:lvl7pPr>
            <a:lvl8pPr algn="l">
              <a:defRPr sz="2175" b="0">
                <a:solidFill>
                  <a:srgbClr val="758099"/>
                </a:solidFill>
                <a:latin typeface="Helvetica Neue"/>
                <a:ea typeface="Helvetica Neue"/>
                <a:cs typeface="Helvetica Neue"/>
              </a:defRPr>
            </a:lvl8pPr>
            <a:lvl9pPr algn="l">
              <a:defRPr sz="2175" b="0">
                <a:solidFill>
                  <a:srgbClr val="758099"/>
                </a:solidFill>
                <a:latin typeface="Helvetica Neue"/>
                <a:ea typeface="Helvetica Neue"/>
                <a:cs typeface="Helvetica Neue"/>
              </a:defRPr>
            </a:lvl9pPr>
          </a:lstStyle>
          <a:p xmlns:a="http://schemas.openxmlformats.org/drawingml/2006/main">
            <a:pPr algn="l">
              <a:defRPr sz="2175" b="0">
                <a:solidFill>
                  <a:srgbClr val="758099"/>
                </a:solidFill>
                <a:latin typeface="Helvetica Neue"/>
                <a:ea typeface="Helvetica Neue"/>
                <a:cs typeface="Helvetica Neue"/>
              </a:defRPr>
            </a:pPr>
            <a:r>
              <a:rPr sz="2175" b="0">
                <a:solidFill>
                  <a:srgbClr val="758099"/>
                </a:solidFill>
                <a:latin typeface="Helvetica Neue"/>
                <a:ea typeface="Helvetica Neue"/>
                <a:cs typeface="Helvetica Neue"/>
              </a:rPr>
              <a:t>Динамика, сводка состояния</a:t>
            </a:r>
          </a:p>
          <a:p xmlns:a="http://schemas.openxmlformats.org/drawingml/2006/main">
            <a:pPr algn="l">
              <a:defRPr sz="2175" b="0">
                <a:solidFill>
                  <a:srgbClr val="758099"/>
                </a:solidFill>
                <a:latin typeface="Helvetica Neue"/>
                <a:ea typeface="Helvetica Neue"/>
                <a:cs typeface="Helvetica Neue"/>
              </a:defRPr>
            </a:pPr>
            <a:r>
              <a:rPr sz="2175" b="0">
                <a:solidFill>
                  <a:srgbClr val="758099"/>
                </a:solidFill>
                <a:latin typeface="Helvetica Neue"/>
                <a:ea typeface="Helvetica Neue"/>
                <a:cs typeface="Helvetica Neue"/>
              </a:rPr>
              <a:t>и основания сигнала</a:t>
            </a:r>
          </a:p>
        </p:txBody>
      </p:sp>
      <p:sp>
        <p:nvSpPr>
          <p:cNvPr id="60" name="">
            <a:extLst xmlns:a="http://schemas.openxmlformats.org/drawingml/2006/main">
              <a:ext uri="{FF2B5EF4-FFF2-40B4-BE49-F238E27FC236}">
                <a16:creationId xmlns:a16="http://schemas.microsoft.com/office/drawing/2014/main" id="{CCE2DD4F-3934-4D0E-95E7-339B5070A10D}"/>
              </a:ext>
            </a:extLst>
          </p:cNvPr>
          <p:cNvSpPr>
            <a:spLocks xmlns:a="http://schemas.openxmlformats.org/drawingml/2006/main" noGrp="1"/>
          </p:cNvSpPr>
          <p:nvPr/>
        </p:nvSpPr>
        <p:spPr>
          <a:xfrm xmlns:a="http://schemas.openxmlformats.org/drawingml/2006/main">
            <a:off x="571500" y="599122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475" b="0">
                <a:solidFill>
                  <a:srgbClr val="ADC5FF"/>
                </a:solidFill>
                <a:latin typeface="Helvetica Neue"/>
                <a:ea typeface="Helvetica Neue"/>
                <a:cs typeface="Helvetica Neue"/>
              </a:defRPr>
            </a:defPPr>
            <a:lvl1pPr algn="l">
              <a:defRPr sz="2475" b="0">
                <a:solidFill>
                  <a:srgbClr val="ADC5FF"/>
                </a:solidFill>
                <a:latin typeface="Helvetica Neue"/>
                <a:ea typeface="Helvetica Neue"/>
                <a:cs typeface="Helvetica Neue"/>
              </a:defRPr>
            </a:lvl1pPr>
            <a:lvl2pPr algn="l">
              <a:defRPr sz="2475" b="0">
                <a:solidFill>
                  <a:srgbClr val="ADC5FF"/>
                </a:solidFill>
                <a:latin typeface="Helvetica Neue"/>
                <a:ea typeface="Helvetica Neue"/>
                <a:cs typeface="Helvetica Neue"/>
              </a:defRPr>
            </a:lvl2pPr>
            <a:lvl3pPr algn="l">
              <a:defRPr sz="2475" b="0">
                <a:solidFill>
                  <a:srgbClr val="ADC5FF"/>
                </a:solidFill>
                <a:latin typeface="Helvetica Neue"/>
                <a:ea typeface="Helvetica Neue"/>
                <a:cs typeface="Helvetica Neue"/>
              </a:defRPr>
            </a:lvl3pPr>
            <a:lvl4pPr algn="l">
              <a:defRPr sz="2475" b="0">
                <a:solidFill>
                  <a:srgbClr val="ADC5FF"/>
                </a:solidFill>
                <a:latin typeface="Helvetica Neue"/>
                <a:ea typeface="Helvetica Neue"/>
                <a:cs typeface="Helvetica Neue"/>
              </a:defRPr>
            </a:lvl4pPr>
            <a:lvl5pPr algn="l">
              <a:defRPr sz="2475" b="0">
                <a:solidFill>
                  <a:srgbClr val="ADC5FF"/>
                </a:solidFill>
                <a:latin typeface="Helvetica Neue"/>
                <a:ea typeface="Helvetica Neue"/>
                <a:cs typeface="Helvetica Neue"/>
              </a:defRPr>
            </a:lvl5pPr>
            <a:lvl6pPr algn="l">
              <a:defRPr sz="2475" b="0">
                <a:solidFill>
                  <a:srgbClr val="ADC5FF"/>
                </a:solidFill>
                <a:latin typeface="Helvetica Neue"/>
                <a:ea typeface="Helvetica Neue"/>
                <a:cs typeface="Helvetica Neue"/>
              </a:defRPr>
            </a:lvl6pPr>
            <a:lvl7pPr algn="l">
              <a:defRPr sz="2475" b="0">
                <a:solidFill>
                  <a:srgbClr val="ADC5FF"/>
                </a:solidFill>
                <a:latin typeface="Helvetica Neue"/>
                <a:ea typeface="Helvetica Neue"/>
                <a:cs typeface="Helvetica Neue"/>
              </a:defRPr>
            </a:lvl7pPr>
            <a:lvl8pPr algn="l">
              <a:defRPr sz="2475" b="0">
                <a:solidFill>
                  <a:srgbClr val="ADC5FF"/>
                </a:solidFill>
                <a:latin typeface="Helvetica Neue"/>
                <a:ea typeface="Helvetica Neue"/>
                <a:cs typeface="Helvetica Neue"/>
              </a:defRPr>
            </a:lvl8pPr>
            <a:lvl9pPr algn="l">
              <a:defRPr sz="2475" b="0">
                <a:solidFill>
                  <a:srgbClr val="ADC5FF"/>
                </a:solidFill>
                <a:latin typeface="Helvetica Neue"/>
                <a:ea typeface="Helvetica Neue"/>
                <a:cs typeface="Helvetica Neue"/>
              </a:defRPr>
            </a:lvl9pPr>
          </a:lstStyle>
          <a:p xmlns:a="http://schemas.openxmlformats.org/drawingml/2006/main">
            <a:pPr algn="l">
              <a:defRPr sz="2475" b="0">
                <a:solidFill>
                  <a:srgbClr val="ADC5FF"/>
                </a:solidFill>
                <a:latin typeface="Helvetica Neue"/>
                <a:ea typeface="Helvetica Neue"/>
                <a:cs typeface="Helvetica Neue"/>
              </a:defRPr>
            </a:pPr>
            <a:r>
              <a:rPr sz="2475" b="0">
                <a:solidFill>
                  <a:srgbClr val="ADC5FF"/>
                </a:solidFill>
                <a:latin typeface="Helvetica Neue"/>
                <a:ea typeface="Helvetica Neue"/>
                <a:cs typeface="Helvetica Neue"/>
              </a:rPr>
              <a:t>Врач проверяет сведения и выбирает действия.</a:t>
            </a:r>
          </a:p>
        </p:txBody>
      </p:sp>
    </p:spTree>
    <p:extLst>
      <p:ext uri="{BB962C8B-B14F-4D97-AF65-F5344CB8AC3E}">
        <p14:creationId xmlns:p14="http://schemas.microsoft.com/office/powerpoint/2010/main" val="598008409"/>
      </p:ext>
    </p:extLst>
  </p:cSld>
</p:sld>
</file>

<file path=ppt/slides/slide4.xml><?xml version="1.0" encoding="utf-8"?>
<p:sld xmlns:p="http://schemas.openxmlformats.org/presentationml/2006/main">
  <p:cSld>
    <p:bg>
      <p:bgPr>
        <a:solidFill xmlns:a="http://schemas.openxmlformats.org/drawingml/2006/main">
          <a:srgbClr val="191D2D"/>
        </a:solidFill>
      </p:bgPr>
    </p:bg>
    <p:spTree>
      <p:nvGrpSpPr>
        <p:cNvPr id="1" name=""/>
        <p:cNvGrpSpPr/>
        <p:nvPr/>
      </p:nvGrpSpPr>
      <p:grpSpPr>
        <a:xfrm xmlns:a="http://schemas.openxmlformats.org/drawingml/2006/main"/>
      </p:grpSpPr>
      <p:sp>
        <p:nvSpPr>
          <p:cNvPr id="59" name="Google Shape;59;p11">
            <a:extLst xmlns:a="http://schemas.openxmlformats.org/drawingml/2006/main">
              <a:ext uri="{FF2B5EF4-FFF2-40B4-BE49-F238E27FC236}">
                <a16:creationId xmlns:a16="http://schemas.microsoft.com/office/drawing/2014/main" id="{9E14B8FE-4633-434D-807A-AB644F3A29B5}"/>
              </a:ext>
            </a:extLst>
          </p:cNvPr>
          <p:cNvSpPr>
            <a:spLocks xmlns:a="http://schemas.openxmlformats.org/drawingml/2006/main" noGrp="1"/>
          </p:cNvSpPr>
          <p:nvPr/>
        </p:nvSpPr>
        <p:spPr>
          <a:xfrm xmlns:a="http://schemas.openxmlformats.org/drawingml/2006/main">
            <a:off x="381000" y="247650"/>
            <a:ext cx="11430000" cy="628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 name="Google Shape;60;p11">
            <a:extLst xmlns:a="http://schemas.openxmlformats.org/drawingml/2006/main">
              <a:ext uri="{FF2B5EF4-FFF2-40B4-BE49-F238E27FC236}">
                <a16:creationId xmlns:a16="http://schemas.microsoft.com/office/drawing/2014/main" id="{F80F9E28-1900-4833-843B-349BFD2DC45C}"/>
              </a:ext>
            </a:extLst>
          </p:cNvPr>
          <p:cNvSpPr>
            <a:spLocks xmlns:a="http://schemas.openxmlformats.org/drawingml/2006/main" noGrp="1"/>
          </p:cNvSpPr>
          <p:nvPr/>
        </p:nvSpPr>
        <p:spPr>
          <a:xfrm xmlns:a="http://schemas.openxmlformats.org/drawingml/2006/main">
            <a:off x="1066800" y="371400"/>
            <a:ext cx="7961400" cy="3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450" b="1">
                <a:solidFill>
                  <a:srgbClr val="292D42"/>
                </a:solidFill>
                <a:latin typeface="Helvetica Neue"/>
                <a:ea typeface="Helvetica Neue"/>
                <a:cs typeface="Helvetica Neue"/>
              </a:rPr>
              <a:t>Путь пациента: подключение</a:t>
            </a:r>
            <a:endParaRPr sz="1900"/>
          </a:p>
        </p:txBody>
      </p:sp>
      <p:pic>
        <p:nvPicPr>
          <p:cNvPr id="62" name="Google Shape;62;p11">
            <a:extLst xmlns:a="http://schemas.openxmlformats.org/drawingml/2006/main">
              <a:ext uri="{FF2B5EF4-FFF2-40B4-BE49-F238E27FC236}">
                <a16:creationId xmlns:a16="http://schemas.microsoft.com/office/drawing/2014/main" id="{7D2467C7-15B2-46B8-9BAD-413D1917203C}"/>
              </a:ext>
            </a:extLst>
          </p:cNvPr>
          <p:cNvPicPr>
            <a:picLocks xmlns:a="http://schemas.openxmlformats.org/drawingml/2006/main" noChangeAspect="1"/>
          </p:cNvPicPr>
          <p:nvPr/>
        </p:nvPicPr>
        <p:blipFill>
          <a:blip xmlns:r="http://schemas.openxmlformats.org/officeDocument/2006/relationships" xmlns:a="http://schemas.openxmlformats.org/drawingml/2006/main" r:embed="R230608992cf04ae7">
            <a:alphaModFix/>
          </a:blip>
          <a:stretch xmlns:a="http://schemas.openxmlformats.org/drawingml/2006/main">
            <a:fillRect l="0" t="0" r="0" b="0"/>
          </a:stretch>
        </p:blipFill>
        <p:spPr>
          <a:xfrm xmlns:a="http://schemas.openxmlformats.org/drawingml/2006/main">
            <a:off x="523875" y="352425"/>
            <a:ext cx="419100" cy="419100"/>
          </a:xfrm>
          <a:prstGeom xmlns:a="http://schemas.openxmlformats.org/drawingml/2006/main" prst="rect">
            <a:avLst/>
          </a:prstGeom>
          <a:ln xmlns:a="http://schemas.openxmlformats.org/drawingml/2006/main">
            <a:noFill/>
          </a:ln>
        </p:spPr>
      </p:pic>
      <p:sp>
        <p:nvSpPr>
          <p:cNvPr id="63" name="Google Shape;63;p11">
            <a:extLst xmlns:a="http://schemas.openxmlformats.org/drawingml/2006/main">
              <a:ext uri="{FF2B5EF4-FFF2-40B4-BE49-F238E27FC236}">
                <a16:creationId xmlns:a16="http://schemas.microsoft.com/office/drawing/2014/main" id="{D9209727-3B66-47FF-A7BD-D50D83DFF4CD}"/>
              </a:ext>
            </a:extLst>
          </p:cNvPr>
          <p:cNvSpPr>
            <a:spLocks xmlns:a="http://schemas.openxmlformats.org/drawingml/2006/main" noGrp="1"/>
          </p:cNvSpPr>
          <p:nvPr/>
        </p:nvSpPr>
        <p:spPr>
          <a:xfrm xmlns:a="http://schemas.openxmlformats.org/drawingml/2006/main">
            <a:off x="11087100" y="371380"/>
            <a:ext cx="571500" cy="36214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lgn="ctr">
              <a:defRPr sz="2450" b="1">
                <a:solidFill>
                  <a:srgbClr val="292D42"/>
                </a:solidFill>
                <a:latin typeface="Helvetica Neue"/>
                <a:ea typeface="Helvetica Neue"/>
                <a:cs typeface="Helvetica Neue"/>
              </a:defRPr>
            </a:defPPr>
            <a:lvl1pPr algn="ctr">
              <a:defRPr sz="2450" b="1">
                <a:solidFill>
                  <a:srgbClr val="292D42"/>
                </a:solidFill>
                <a:latin typeface="Helvetica Neue"/>
                <a:ea typeface="Helvetica Neue"/>
                <a:cs typeface="Helvetica Neue"/>
              </a:defRPr>
            </a:lvl1pPr>
            <a:lvl2pPr algn="ctr">
              <a:defRPr sz="2450" b="1">
                <a:solidFill>
                  <a:srgbClr val="292D42"/>
                </a:solidFill>
                <a:latin typeface="Helvetica Neue"/>
                <a:ea typeface="Helvetica Neue"/>
                <a:cs typeface="Helvetica Neue"/>
              </a:defRPr>
            </a:lvl2pPr>
            <a:lvl3pPr algn="ctr">
              <a:defRPr sz="2450" b="1">
                <a:solidFill>
                  <a:srgbClr val="292D42"/>
                </a:solidFill>
                <a:latin typeface="Helvetica Neue"/>
                <a:ea typeface="Helvetica Neue"/>
                <a:cs typeface="Helvetica Neue"/>
              </a:defRPr>
            </a:lvl3pPr>
            <a:lvl4pPr algn="ctr">
              <a:defRPr sz="2450" b="1">
                <a:solidFill>
                  <a:srgbClr val="292D42"/>
                </a:solidFill>
                <a:latin typeface="Helvetica Neue"/>
                <a:ea typeface="Helvetica Neue"/>
                <a:cs typeface="Helvetica Neue"/>
              </a:defRPr>
            </a:lvl4pPr>
            <a:lvl5pPr algn="ctr">
              <a:defRPr sz="2450" b="1">
                <a:solidFill>
                  <a:srgbClr val="292D42"/>
                </a:solidFill>
                <a:latin typeface="Helvetica Neue"/>
                <a:ea typeface="Helvetica Neue"/>
                <a:cs typeface="Helvetica Neue"/>
              </a:defRPr>
            </a:lvl5pPr>
            <a:lvl6pPr algn="ctr">
              <a:defRPr sz="2450" b="1">
                <a:solidFill>
                  <a:srgbClr val="292D42"/>
                </a:solidFill>
                <a:latin typeface="Helvetica Neue"/>
                <a:ea typeface="Helvetica Neue"/>
                <a:cs typeface="Helvetica Neue"/>
              </a:defRPr>
            </a:lvl6pPr>
            <a:lvl7pPr algn="ctr">
              <a:defRPr sz="2450" b="1">
                <a:solidFill>
                  <a:srgbClr val="292D42"/>
                </a:solidFill>
                <a:latin typeface="Helvetica Neue"/>
                <a:ea typeface="Helvetica Neue"/>
                <a:cs typeface="Helvetica Neue"/>
              </a:defRPr>
            </a:lvl7pPr>
            <a:lvl8pPr algn="ctr">
              <a:defRPr sz="2450" b="1">
                <a:solidFill>
                  <a:srgbClr val="292D42"/>
                </a:solidFill>
                <a:latin typeface="Helvetica Neue"/>
                <a:ea typeface="Helvetica Neue"/>
                <a:cs typeface="Helvetica Neue"/>
              </a:defRPr>
            </a:lvl8pPr>
            <a:lvl9pPr algn="ctr">
              <a:defRPr sz="2450" b="1">
                <a:solidFill>
                  <a:srgbClr val="292D42"/>
                </a:solidFill>
                <a:latin typeface="Helvetica Neue"/>
                <a:ea typeface="Helvetica Neue"/>
                <a:cs typeface="Helvetica Neue"/>
              </a:defRPr>
            </a:lvl9pPr>
          </a:lstStyle>
          <a:p xmlns:a="http://schemas.openxmlformats.org/drawingml/2006/main">
            <a:pPr marL="0" marR="0" lvl="0" indent="0" algn="ctr">
              <a:spcBef>
                <a:spcPts val="0"/>
              </a:spcBef>
              <a:spcAft>
                <a:spcPts val="0"/>
              </a:spcAft>
              <a:buNone/>
              <a:defRPr sz="2450" b="1">
                <a:solidFill>
                  <a:srgbClr val="292D42"/>
                </a:solidFill>
                <a:latin typeface="Helvetica Neue"/>
                <a:ea typeface="Helvetica Neue"/>
                <a:cs typeface="Helvetica Neue"/>
              </a:defRPr>
            </a:pPr>
            <a:r>
              <a:rPr sz="2450" b="1">
                <a:solidFill>
                  <a:srgbClr val="292D42"/>
                </a:solidFill>
                <a:latin typeface="Helvetica Neue"/>
                <a:ea typeface="Helvetica Neue"/>
                <a:cs typeface="Helvetica Neue"/>
              </a:rPr>
              <a:t>4</a:t>
            </a:r>
            <a:endParaRPr sz="1900"/>
          </a:p>
        </p:txBody>
      </p:sp>
      <p:sp>
        <p:nvSpPr>
          <p:cNvPr id="64" name="">
            <a:extLst xmlns:a="http://schemas.openxmlformats.org/drawingml/2006/main">
              <a:ext uri="{FF2B5EF4-FFF2-40B4-BE49-F238E27FC236}">
                <a16:creationId xmlns:a16="http://schemas.microsoft.com/office/drawing/2014/main" id="{795ECB76-2D35-4616-9246-67C514AA90FC}"/>
              </a:ext>
            </a:extLst>
          </p:cNvPr>
          <p:cNvSpPr>
            <a:spLocks xmlns:a="http://schemas.openxmlformats.org/drawingml/2006/main" noGrp="1"/>
          </p:cNvSpPr>
          <p:nvPr/>
        </p:nvSpPr>
        <p:spPr>
          <a:xfrm xmlns:a="http://schemas.openxmlformats.org/drawingml/2006/main">
            <a:off x="533400" y="1238250"/>
            <a:ext cx="11125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3675" b="0">
                <a:solidFill>
                  <a:srgbClr val="FFFFFF"/>
                </a:solidFill>
                <a:latin typeface="Helvetica Neue"/>
                <a:ea typeface="Helvetica Neue"/>
                <a:cs typeface="Helvetica Neue"/>
              </a:defRPr>
            </a:defPPr>
            <a:lvl1pPr algn="l">
              <a:defRPr sz="3675" b="0">
                <a:solidFill>
                  <a:srgbClr val="FFFFFF"/>
                </a:solidFill>
                <a:latin typeface="Helvetica Neue"/>
                <a:ea typeface="Helvetica Neue"/>
                <a:cs typeface="Helvetica Neue"/>
              </a:defRPr>
            </a:lvl1pPr>
            <a:lvl2pPr algn="l">
              <a:defRPr sz="3675" b="0">
                <a:solidFill>
                  <a:srgbClr val="FFFFFF"/>
                </a:solidFill>
                <a:latin typeface="Helvetica Neue"/>
                <a:ea typeface="Helvetica Neue"/>
                <a:cs typeface="Helvetica Neue"/>
              </a:defRPr>
            </a:lvl2pPr>
            <a:lvl3pPr algn="l">
              <a:defRPr sz="3675" b="0">
                <a:solidFill>
                  <a:srgbClr val="FFFFFF"/>
                </a:solidFill>
                <a:latin typeface="Helvetica Neue"/>
                <a:ea typeface="Helvetica Neue"/>
                <a:cs typeface="Helvetica Neue"/>
              </a:defRPr>
            </a:lvl3pPr>
            <a:lvl4pPr algn="l">
              <a:defRPr sz="3675" b="0">
                <a:solidFill>
                  <a:srgbClr val="FFFFFF"/>
                </a:solidFill>
                <a:latin typeface="Helvetica Neue"/>
                <a:ea typeface="Helvetica Neue"/>
                <a:cs typeface="Helvetica Neue"/>
              </a:defRPr>
            </a:lvl4pPr>
            <a:lvl5pPr algn="l">
              <a:defRPr sz="3675" b="0">
                <a:solidFill>
                  <a:srgbClr val="FFFFFF"/>
                </a:solidFill>
                <a:latin typeface="Helvetica Neue"/>
                <a:ea typeface="Helvetica Neue"/>
                <a:cs typeface="Helvetica Neue"/>
              </a:defRPr>
            </a:lvl5pPr>
            <a:lvl6pPr algn="l">
              <a:defRPr sz="3675" b="0">
                <a:solidFill>
                  <a:srgbClr val="FFFFFF"/>
                </a:solidFill>
                <a:latin typeface="Helvetica Neue"/>
                <a:ea typeface="Helvetica Neue"/>
                <a:cs typeface="Helvetica Neue"/>
              </a:defRPr>
            </a:lvl6pPr>
            <a:lvl7pPr algn="l">
              <a:defRPr sz="3675" b="0">
                <a:solidFill>
                  <a:srgbClr val="FFFFFF"/>
                </a:solidFill>
                <a:latin typeface="Helvetica Neue"/>
                <a:ea typeface="Helvetica Neue"/>
                <a:cs typeface="Helvetica Neue"/>
              </a:defRPr>
            </a:lvl7pPr>
            <a:lvl8pPr algn="l">
              <a:defRPr sz="3675" b="0">
                <a:solidFill>
                  <a:srgbClr val="FFFFFF"/>
                </a:solidFill>
                <a:latin typeface="Helvetica Neue"/>
                <a:ea typeface="Helvetica Neue"/>
                <a:cs typeface="Helvetica Neue"/>
              </a:defRPr>
            </a:lvl8pPr>
            <a:lvl9pPr algn="l">
              <a:defRPr sz="3675" b="0">
                <a:solidFill>
                  <a:srgbClr val="FFFFFF"/>
                </a:solidFill>
                <a:latin typeface="Helvetica Neue"/>
                <a:ea typeface="Helvetica Neue"/>
                <a:cs typeface="Helvetica Neue"/>
              </a:defRPr>
            </a:lvl9pPr>
          </a:lstStyle>
          <a:p xmlns:a="http://schemas.openxmlformats.org/drawingml/2006/main">
            <a:pPr algn="l">
              <a:defRPr sz="3675" b="0">
                <a:solidFill>
                  <a:srgbClr val="FFFFFF"/>
                </a:solidFill>
                <a:latin typeface="Helvetica Neue"/>
                <a:ea typeface="Helvetica Neue"/>
                <a:cs typeface="Helvetica Neue"/>
              </a:defRPr>
            </a:pPr>
            <a:r>
              <a:rPr sz="3675" b="0">
                <a:solidFill>
                  <a:srgbClr val="FFFFFF"/>
                </a:solidFill>
                <a:latin typeface="Helvetica Neue"/>
                <a:ea typeface="Helvetica Neue"/>
                <a:cs typeface="Helvetica Neue"/>
              </a:rPr>
              <a:t>Подключение к наблюдению</a:t>
            </a:r>
          </a:p>
        </p:txBody>
      </p:sp>
      <p:sp>
        <p:nvSpPr>
          <p:cNvPr id="65" name="">
            <a:extLst xmlns:a="http://schemas.openxmlformats.org/drawingml/2006/main">
              <a:ext uri="{FF2B5EF4-FFF2-40B4-BE49-F238E27FC236}">
                <a16:creationId xmlns:a16="http://schemas.microsoft.com/office/drawing/2014/main" id="{CC8E0017-096C-46F8-8375-68917DB65A8E}"/>
              </a:ext>
            </a:extLst>
          </p:cNvPr>
          <p:cNvSpPr>
            <a:spLocks xmlns:a="http://schemas.openxmlformats.org/drawingml/2006/main" noGrp="1"/>
          </p:cNvSpPr>
          <p:nvPr/>
        </p:nvSpPr>
        <p:spPr>
          <a:xfrm xmlns:a="http://schemas.openxmlformats.org/drawingml/2006/main">
            <a:off x="533400" y="2305050"/>
            <a:ext cx="11125200" cy="3390900"/>
          </a:xfrm>
          <a:prstGeom xmlns:a="http://schemas.openxmlformats.org/drawingml/2006/main" prst="roundRect">
            <a:avLst>
              <a:gd name="adj" fmla="val 8427"/>
            </a:avLst>
          </a:prstGeom>
          <a:solidFill xmlns:a="http://schemas.openxmlformats.org/drawingml/2006/main">
            <a:srgbClr val="FFFFFF"/>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D030983B-EA49-4B5A-B2B0-01886627854F}"/>
              </a:ext>
            </a:extLst>
          </p:cNvPr>
          <p:cNvSpPr>
            <a:spLocks xmlns:a="http://schemas.openxmlformats.org/drawingml/2006/main" noGrp="1"/>
          </p:cNvSpPr>
          <p:nvPr/>
        </p:nvSpPr>
        <p:spPr>
          <a:xfrm xmlns:a="http://schemas.openxmlformats.org/drawingml/2006/main">
            <a:off x="838200" y="2590800"/>
            <a:ext cx="59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3300" b="0">
                <a:solidFill>
                  <a:srgbClr val="315FD1"/>
                </a:solidFill>
                <a:latin typeface="Helvetica Neue"/>
                <a:ea typeface="Helvetica Neue"/>
                <a:cs typeface="Helvetica Neue"/>
              </a:defRPr>
            </a:defPPr>
            <a:lvl1pPr algn="l">
              <a:defRPr sz="3300" b="0">
                <a:solidFill>
                  <a:srgbClr val="315FD1"/>
                </a:solidFill>
                <a:latin typeface="Helvetica Neue"/>
                <a:ea typeface="Helvetica Neue"/>
                <a:cs typeface="Helvetica Neue"/>
              </a:defRPr>
            </a:lvl1pPr>
            <a:lvl2pPr algn="l">
              <a:defRPr sz="3300" b="0">
                <a:solidFill>
                  <a:srgbClr val="315FD1"/>
                </a:solidFill>
                <a:latin typeface="Helvetica Neue"/>
                <a:ea typeface="Helvetica Neue"/>
                <a:cs typeface="Helvetica Neue"/>
              </a:defRPr>
            </a:lvl2pPr>
            <a:lvl3pPr algn="l">
              <a:defRPr sz="3300" b="0">
                <a:solidFill>
                  <a:srgbClr val="315FD1"/>
                </a:solidFill>
                <a:latin typeface="Helvetica Neue"/>
                <a:ea typeface="Helvetica Neue"/>
                <a:cs typeface="Helvetica Neue"/>
              </a:defRPr>
            </a:lvl3pPr>
            <a:lvl4pPr algn="l">
              <a:defRPr sz="3300" b="0">
                <a:solidFill>
                  <a:srgbClr val="315FD1"/>
                </a:solidFill>
                <a:latin typeface="Helvetica Neue"/>
                <a:ea typeface="Helvetica Neue"/>
                <a:cs typeface="Helvetica Neue"/>
              </a:defRPr>
            </a:lvl4pPr>
            <a:lvl5pPr algn="l">
              <a:defRPr sz="3300" b="0">
                <a:solidFill>
                  <a:srgbClr val="315FD1"/>
                </a:solidFill>
                <a:latin typeface="Helvetica Neue"/>
                <a:ea typeface="Helvetica Neue"/>
                <a:cs typeface="Helvetica Neue"/>
              </a:defRPr>
            </a:lvl5pPr>
            <a:lvl6pPr algn="l">
              <a:defRPr sz="3300" b="0">
                <a:solidFill>
                  <a:srgbClr val="315FD1"/>
                </a:solidFill>
                <a:latin typeface="Helvetica Neue"/>
                <a:ea typeface="Helvetica Neue"/>
                <a:cs typeface="Helvetica Neue"/>
              </a:defRPr>
            </a:lvl6pPr>
            <a:lvl7pPr algn="l">
              <a:defRPr sz="3300" b="0">
                <a:solidFill>
                  <a:srgbClr val="315FD1"/>
                </a:solidFill>
                <a:latin typeface="Helvetica Neue"/>
                <a:ea typeface="Helvetica Neue"/>
                <a:cs typeface="Helvetica Neue"/>
              </a:defRPr>
            </a:lvl7pPr>
            <a:lvl8pPr algn="l">
              <a:defRPr sz="3300" b="0">
                <a:solidFill>
                  <a:srgbClr val="315FD1"/>
                </a:solidFill>
                <a:latin typeface="Helvetica Neue"/>
                <a:ea typeface="Helvetica Neue"/>
                <a:cs typeface="Helvetica Neue"/>
              </a:defRPr>
            </a:lvl8pPr>
            <a:lvl9pPr algn="l">
              <a:defRPr sz="3300" b="0">
                <a:solidFill>
                  <a:srgbClr val="315FD1"/>
                </a:solidFill>
                <a:latin typeface="Helvetica Neue"/>
                <a:ea typeface="Helvetica Neue"/>
                <a:cs typeface="Helvetica Neue"/>
              </a:defRPr>
            </a:lvl9pPr>
          </a:lstStyle>
          <a:p xmlns:a="http://schemas.openxmlformats.org/drawingml/2006/main">
            <a:pPr algn="l">
              <a:defRPr sz="3300" b="0">
                <a:solidFill>
                  <a:srgbClr val="315FD1"/>
                </a:solidFill>
                <a:latin typeface="Helvetica Neue"/>
                <a:ea typeface="Helvetica Neue"/>
                <a:cs typeface="Helvetica Neue"/>
              </a:defRPr>
            </a:pPr>
            <a:r>
              <a:rPr sz="3300" b="0">
                <a:solidFill>
                  <a:srgbClr val="315FD1"/>
                </a:solidFill>
                <a:latin typeface="Helvetica Neue"/>
                <a:ea typeface="Helvetica Neue"/>
                <a:cs typeface="Helvetica Neue"/>
              </a:rPr>
              <a:t>1</a:t>
            </a:r>
          </a:p>
        </p:txBody>
      </p:sp>
      <p:sp>
        <p:nvSpPr>
          <p:cNvPr id="67" name="">
            <a:extLst xmlns:a="http://schemas.openxmlformats.org/drawingml/2006/main">
              <a:ext uri="{FF2B5EF4-FFF2-40B4-BE49-F238E27FC236}">
                <a16:creationId xmlns:a16="http://schemas.microsoft.com/office/drawing/2014/main" id="{C2EB1143-E2B0-4CFA-926B-E98381128803}"/>
              </a:ext>
            </a:extLst>
          </p:cNvPr>
          <p:cNvSpPr>
            <a:spLocks xmlns:a="http://schemas.openxmlformats.org/drawingml/2006/main" noGrp="1"/>
          </p:cNvSpPr>
          <p:nvPr/>
        </p:nvSpPr>
        <p:spPr>
          <a:xfrm xmlns:a="http://schemas.openxmlformats.org/drawingml/2006/main">
            <a:off x="1685925" y="2600325"/>
            <a:ext cx="3857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325" b="1">
                <a:solidFill>
                  <a:srgbClr val="292D42"/>
                </a:solidFill>
                <a:latin typeface="Helvetica Neue"/>
                <a:ea typeface="Helvetica Neue"/>
                <a:cs typeface="Helvetica Neue"/>
              </a:defRPr>
            </a:defPPr>
            <a:lvl1pPr algn="l">
              <a:defRPr sz="2325" b="1">
                <a:solidFill>
                  <a:srgbClr val="292D42"/>
                </a:solidFill>
                <a:latin typeface="Helvetica Neue"/>
                <a:ea typeface="Helvetica Neue"/>
                <a:cs typeface="Helvetica Neue"/>
              </a:defRPr>
            </a:lvl1pPr>
            <a:lvl2pPr algn="l">
              <a:defRPr sz="2325" b="1">
                <a:solidFill>
                  <a:srgbClr val="292D42"/>
                </a:solidFill>
                <a:latin typeface="Helvetica Neue"/>
                <a:ea typeface="Helvetica Neue"/>
                <a:cs typeface="Helvetica Neue"/>
              </a:defRPr>
            </a:lvl2pPr>
            <a:lvl3pPr algn="l">
              <a:defRPr sz="2325" b="1">
                <a:solidFill>
                  <a:srgbClr val="292D42"/>
                </a:solidFill>
                <a:latin typeface="Helvetica Neue"/>
                <a:ea typeface="Helvetica Neue"/>
                <a:cs typeface="Helvetica Neue"/>
              </a:defRPr>
            </a:lvl3pPr>
            <a:lvl4pPr algn="l">
              <a:defRPr sz="2325" b="1">
                <a:solidFill>
                  <a:srgbClr val="292D42"/>
                </a:solidFill>
                <a:latin typeface="Helvetica Neue"/>
                <a:ea typeface="Helvetica Neue"/>
                <a:cs typeface="Helvetica Neue"/>
              </a:defRPr>
            </a:lvl4pPr>
            <a:lvl5pPr algn="l">
              <a:defRPr sz="2325" b="1">
                <a:solidFill>
                  <a:srgbClr val="292D42"/>
                </a:solidFill>
                <a:latin typeface="Helvetica Neue"/>
                <a:ea typeface="Helvetica Neue"/>
                <a:cs typeface="Helvetica Neue"/>
              </a:defRPr>
            </a:lvl5pPr>
            <a:lvl6pPr algn="l">
              <a:defRPr sz="2325" b="1">
                <a:solidFill>
                  <a:srgbClr val="292D42"/>
                </a:solidFill>
                <a:latin typeface="Helvetica Neue"/>
                <a:ea typeface="Helvetica Neue"/>
                <a:cs typeface="Helvetica Neue"/>
              </a:defRPr>
            </a:lvl6pPr>
            <a:lvl7pPr algn="l">
              <a:defRPr sz="2325" b="1">
                <a:solidFill>
                  <a:srgbClr val="292D42"/>
                </a:solidFill>
                <a:latin typeface="Helvetica Neue"/>
                <a:ea typeface="Helvetica Neue"/>
                <a:cs typeface="Helvetica Neue"/>
              </a:defRPr>
            </a:lvl7pPr>
            <a:lvl8pPr algn="l">
              <a:defRPr sz="2325" b="1">
                <a:solidFill>
                  <a:srgbClr val="292D42"/>
                </a:solidFill>
                <a:latin typeface="Helvetica Neue"/>
                <a:ea typeface="Helvetica Neue"/>
                <a:cs typeface="Helvetica Neue"/>
              </a:defRPr>
            </a:lvl8pPr>
            <a:lvl9pPr algn="l">
              <a:defRPr sz="2325" b="1">
                <a:solidFill>
                  <a:srgbClr val="292D42"/>
                </a:solidFill>
                <a:latin typeface="Helvetica Neue"/>
                <a:ea typeface="Helvetica Neue"/>
                <a:cs typeface="Helvetica Neue"/>
              </a:defRPr>
            </a:lvl9pPr>
          </a:lstStyle>
          <a:p xmlns:a="http://schemas.openxmlformats.org/drawingml/2006/main">
            <a:pPr algn="l">
              <a:defRPr sz="2325" b="1">
                <a:solidFill>
                  <a:srgbClr val="292D42"/>
                </a:solidFill>
                <a:latin typeface="Helvetica Neue"/>
                <a:ea typeface="Helvetica Neue"/>
                <a:cs typeface="Helvetica Neue"/>
              </a:defRPr>
            </a:pPr>
            <a:r>
              <a:rPr sz="2325" b="1">
                <a:solidFill>
                  <a:srgbClr val="292D42"/>
                </a:solidFill>
                <a:latin typeface="Helvetica Neue"/>
                <a:ea typeface="Helvetica Neue"/>
                <a:cs typeface="Helvetica Neue"/>
              </a:rPr>
              <a:t>Приглашение</a:t>
            </a:r>
          </a:p>
        </p:txBody>
      </p:sp>
      <p:sp>
        <p:nvSpPr>
          <p:cNvPr id="68" name="">
            <a:extLst xmlns:a="http://schemas.openxmlformats.org/drawingml/2006/main">
              <a:ext uri="{FF2B5EF4-FFF2-40B4-BE49-F238E27FC236}">
                <a16:creationId xmlns:a16="http://schemas.microsoft.com/office/drawing/2014/main" id="{3F873573-BDD2-4773-8E47-7BE85B42168E}"/>
              </a:ext>
            </a:extLst>
          </p:cNvPr>
          <p:cNvSpPr>
            <a:spLocks xmlns:a="http://schemas.openxmlformats.org/drawingml/2006/main" noGrp="1"/>
          </p:cNvSpPr>
          <p:nvPr/>
        </p:nvSpPr>
        <p:spPr>
          <a:xfrm xmlns:a="http://schemas.openxmlformats.org/drawingml/2006/main">
            <a:off x="6019800" y="2600325"/>
            <a:ext cx="5257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025" b="0">
                <a:solidFill>
                  <a:srgbClr val="758099"/>
                </a:solidFill>
                <a:latin typeface="Helvetica Neue"/>
                <a:ea typeface="Helvetica Neue"/>
                <a:cs typeface="Helvetica Neue"/>
              </a:defRPr>
            </a:defPPr>
            <a:lvl1pPr algn="l">
              <a:defRPr sz="2025" b="0">
                <a:solidFill>
                  <a:srgbClr val="758099"/>
                </a:solidFill>
                <a:latin typeface="Helvetica Neue"/>
                <a:ea typeface="Helvetica Neue"/>
                <a:cs typeface="Helvetica Neue"/>
              </a:defRPr>
            </a:lvl1pPr>
            <a:lvl2pPr algn="l">
              <a:defRPr sz="2025" b="0">
                <a:solidFill>
                  <a:srgbClr val="758099"/>
                </a:solidFill>
                <a:latin typeface="Helvetica Neue"/>
                <a:ea typeface="Helvetica Neue"/>
                <a:cs typeface="Helvetica Neue"/>
              </a:defRPr>
            </a:lvl2pPr>
            <a:lvl3pPr algn="l">
              <a:defRPr sz="2025" b="0">
                <a:solidFill>
                  <a:srgbClr val="758099"/>
                </a:solidFill>
                <a:latin typeface="Helvetica Neue"/>
                <a:ea typeface="Helvetica Neue"/>
                <a:cs typeface="Helvetica Neue"/>
              </a:defRPr>
            </a:lvl3pPr>
            <a:lvl4pPr algn="l">
              <a:defRPr sz="2025" b="0">
                <a:solidFill>
                  <a:srgbClr val="758099"/>
                </a:solidFill>
                <a:latin typeface="Helvetica Neue"/>
                <a:ea typeface="Helvetica Neue"/>
                <a:cs typeface="Helvetica Neue"/>
              </a:defRPr>
            </a:lvl4pPr>
            <a:lvl5pPr algn="l">
              <a:defRPr sz="2025" b="0">
                <a:solidFill>
                  <a:srgbClr val="758099"/>
                </a:solidFill>
                <a:latin typeface="Helvetica Neue"/>
                <a:ea typeface="Helvetica Neue"/>
                <a:cs typeface="Helvetica Neue"/>
              </a:defRPr>
            </a:lvl5pPr>
            <a:lvl6pPr algn="l">
              <a:defRPr sz="2025" b="0">
                <a:solidFill>
                  <a:srgbClr val="758099"/>
                </a:solidFill>
                <a:latin typeface="Helvetica Neue"/>
                <a:ea typeface="Helvetica Neue"/>
                <a:cs typeface="Helvetica Neue"/>
              </a:defRPr>
            </a:lvl6pPr>
            <a:lvl7pPr algn="l">
              <a:defRPr sz="2025" b="0">
                <a:solidFill>
                  <a:srgbClr val="758099"/>
                </a:solidFill>
                <a:latin typeface="Helvetica Neue"/>
                <a:ea typeface="Helvetica Neue"/>
                <a:cs typeface="Helvetica Neue"/>
              </a:defRPr>
            </a:lvl7pPr>
            <a:lvl8pPr algn="l">
              <a:defRPr sz="2025" b="0">
                <a:solidFill>
                  <a:srgbClr val="758099"/>
                </a:solidFill>
                <a:latin typeface="Helvetica Neue"/>
                <a:ea typeface="Helvetica Neue"/>
                <a:cs typeface="Helvetica Neue"/>
              </a:defRPr>
            </a:lvl8pPr>
            <a:lvl9pPr algn="l">
              <a:defRPr sz="2025" b="0">
                <a:solidFill>
                  <a:srgbClr val="758099"/>
                </a:solidFill>
                <a:latin typeface="Helvetica Neue"/>
                <a:ea typeface="Helvetica Neue"/>
                <a:cs typeface="Helvetica Neue"/>
              </a:defRPr>
            </a:lvl9pPr>
          </a:lstStyle>
          <a:p xmlns:a="http://schemas.openxmlformats.org/drawingml/2006/main">
            <a:pPr algn="l">
              <a:defRPr sz="2025" b="0">
                <a:solidFill>
                  <a:srgbClr val="758099"/>
                </a:solidFill>
                <a:latin typeface="Helvetica Neue"/>
                <a:ea typeface="Helvetica Neue"/>
                <a:cs typeface="Helvetica Neue"/>
              </a:defRPr>
            </a:pPr>
            <a:r>
              <a:rPr sz="2025" b="0">
                <a:solidFill>
                  <a:srgbClr val="758099"/>
                </a:solidFill>
                <a:latin typeface="Helvetica Neue"/>
                <a:ea typeface="Helvetica Neue"/>
                <a:cs typeface="Helvetica Neue"/>
              </a:rPr>
              <a:t>Врач передаёт персональную ссылку</a:t>
            </a:r>
          </a:p>
          <a:p xmlns:a="http://schemas.openxmlformats.org/drawingml/2006/main">
            <a:pPr algn="l">
              <a:defRPr sz="2025" b="0">
                <a:solidFill>
                  <a:srgbClr val="758099"/>
                </a:solidFill>
                <a:latin typeface="Helvetica Neue"/>
                <a:ea typeface="Helvetica Neue"/>
                <a:cs typeface="Helvetica Neue"/>
              </a:defRPr>
            </a:pPr>
            <a:r>
              <a:rPr sz="2025" b="0">
                <a:solidFill>
                  <a:srgbClr val="758099"/>
                </a:solidFill>
                <a:latin typeface="Helvetica Neue"/>
                <a:ea typeface="Helvetica Neue"/>
                <a:cs typeface="Helvetica Neue"/>
              </a:rPr>
              <a:t>на регистрацию</a:t>
            </a:r>
          </a:p>
        </p:txBody>
      </p:sp>
      <p:sp>
        <p:nvSpPr>
          <p:cNvPr id="69" name="">
            <a:extLst xmlns:a="http://schemas.openxmlformats.org/drawingml/2006/main">
              <a:ext uri="{FF2B5EF4-FFF2-40B4-BE49-F238E27FC236}">
                <a16:creationId xmlns:a16="http://schemas.microsoft.com/office/drawing/2014/main" id="{578F0743-654C-46E7-88EB-4E9262462258}"/>
              </a:ext>
            </a:extLst>
          </p:cNvPr>
          <p:cNvSpPr>
            <a:spLocks xmlns:a="http://schemas.openxmlformats.org/drawingml/2006/main" noGrp="1"/>
          </p:cNvSpPr>
          <p:nvPr/>
        </p:nvSpPr>
        <p:spPr>
          <a:xfrm xmlns:a="http://schemas.openxmlformats.org/drawingml/2006/main">
            <a:off x="838200" y="3638550"/>
            <a:ext cx="59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3300" b="0">
                <a:solidFill>
                  <a:srgbClr val="315FD1"/>
                </a:solidFill>
                <a:latin typeface="Helvetica Neue"/>
                <a:ea typeface="Helvetica Neue"/>
                <a:cs typeface="Helvetica Neue"/>
              </a:defRPr>
            </a:defPPr>
            <a:lvl1pPr algn="l">
              <a:defRPr sz="3300" b="0">
                <a:solidFill>
                  <a:srgbClr val="315FD1"/>
                </a:solidFill>
                <a:latin typeface="Helvetica Neue"/>
                <a:ea typeface="Helvetica Neue"/>
                <a:cs typeface="Helvetica Neue"/>
              </a:defRPr>
            </a:lvl1pPr>
            <a:lvl2pPr algn="l">
              <a:defRPr sz="3300" b="0">
                <a:solidFill>
                  <a:srgbClr val="315FD1"/>
                </a:solidFill>
                <a:latin typeface="Helvetica Neue"/>
                <a:ea typeface="Helvetica Neue"/>
                <a:cs typeface="Helvetica Neue"/>
              </a:defRPr>
            </a:lvl2pPr>
            <a:lvl3pPr algn="l">
              <a:defRPr sz="3300" b="0">
                <a:solidFill>
                  <a:srgbClr val="315FD1"/>
                </a:solidFill>
                <a:latin typeface="Helvetica Neue"/>
                <a:ea typeface="Helvetica Neue"/>
                <a:cs typeface="Helvetica Neue"/>
              </a:defRPr>
            </a:lvl3pPr>
            <a:lvl4pPr algn="l">
              <a:defRPr sz="3300" b="0">
                <a:solidFill>
                  <a:srgbClr val="315FD1"/>
                </a:solidFill>
                <a:latin typeface="Helvetica Neue"/>
                <a:ea typeface="Helvetica Neue"/>
                <a:cs typeface="Helvetica Neue"/>
              </a:defRPr>
            </a:lvl4pPr>
            <a:lvl5pPr algn="l">
              <a:defRPr sz="3300" b="0">
                <a:solidFill>
                  <a:srgbClr val="315FD1"/>
                </a:solidFill>
                <a:latin typeface="Helvetica Neue"/>
                <a:ea typeface="Helvetica Neue"/>
                <a:cs typeface="Helvetica Neue"/>
              </a:defRPr>
            </a:lvl5pPr>
            <a:lvl6pPr algn="l">
              <a:defRPr sz="3300" b="0">
                <a:solidFill>
                  <a:srgbClr val="315FD1"/>
                </a:solidFill>
                <a:latin typeface="Helvetica Neue"/>
                <a:ea typeface="Helvetica Neue"/>
                <a:cs typeface="Helvetica Neue"/>
              </a:defRPr>
            </a:lvl6pPr>
            <a:lvl7pPr algn="l">
              <a:defRPr sz="3300" b="0">
                <a:solidFill>
                  <a:srgbClr val="315FD1"/>
                </a:solidFill>
                <a:latin typeface="Helvetica Neue"/>
                <a:ea typeface="Helvetica Neue"/>
                <a:cs typeface="Helvetica Neue"/>
              </a:defRPr>
            </a:lvl7pPr>
            <a:lvl8pPr algn="l">
              <a:defRPr sz="3300" b="0">
                <a:solidFill>
                  <a:srgbClr val="315FD1"/>
                </a:solidFill>
                <a:latin typeface="Helvetica Neue"/>
                <a:ea typeface="Helvetica Neue"/>
                <a:cs typeface="Helvetica Neue"/>
              </a:defRPr>
            </a:lvl8pPr>
            <a:lvl9pPr algn="l">
              <a:defRPr sz="3300" b="0">
                <a:solidFill>
                  <a:srgbClr val="315FD1"/>
                </a:solidFill>
                <a:latin typeface="Helvetica Neue"/>
                <a:ea typeface="Helvetica Neue"/>
                <a:cs typeface="Helvetica Neue"/>
              </a:defRPr>
            </a:lvl9pPr>
          </a:lstStyle>
          <a:p xmlns:a="http://schemas.openxmlformats.org/drawingml/2006/main">
            <a:pPr algn="l">
              <a:defRPr sz="3300" b="0">
                <a:solidFill>
                  <a:srgbClr val="315FD1"/>
                </a:solidFill>
                <a:latin typeface="Helvetica Neue"/>
                <a:ea typeface="Helvetica Neue"/>
                <a:cs typeface="Helvetica Neue"/>
              </a:defRPr>
            </a:pPr>
            <a:r>
              <a:rPr sz="3300" b="0">
                <a:solidFill>
                  <a:srgbClr val="315FD1"/>
                </a:solidFill>
                <a:latin typeface="Helvetica Neue"/>
                <a:ea typeface="Helvetica Neue"/>
                <a:cs typeface="Helvetica Neue"/>
              </a:rPr>
              <a:t>2</a:t>
            </a:r>
          </a:p>
        </p:txBody>
      </p:sp>
      <p:sp>
        <p:nvSpPr>
          <p:cNvPr id="70" name="">
            <a:extLst xmlns:a="http://schemas.openxmlformats.org/drawingml/2006/main">
              <a:ext uri="{FF2B5EF4-FFF2-40B4-BE49-F238E27FC236}">
                <a16:creationId xmlns:a16="http://schemas.microsoft.com/office/drawing/2014/main" id="{A51EDE0E-886B-4838-8EDF-8B7590185246}"/>
              </a:ext>
            </a:extLst>
          </p:cNvPr>
          <p:cNvSpPr>
            <a:spLocks xmlns:a="http://schemas.openxmlformats.org/drawingml/2006/main" noGrp="1"/>
          </p:cNvSpPr>
          <p:nvPr/>
        </p:nvSpPr>
        <p:spPr>
          <a:xfrm xmlns:a="http://schemas.openxmlformats.org/drawingml/2006/main">
            <a:off x="1685925" y="3648075"/>
            <a:ext cx="3857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325" b="1">
                <a:solidFill>
                  <a:srgbClr val="292D42"/>
                </a:solidFill>
                <a:latin typeface="Helvetica Neue"/>
                <a:ea typeface="Helvetica Neue"/>
                <a:cs typeface="Helvetica Neue"/>
              </a:defRPr>
            </a:defPPr>
            <a:lvl1pPr algn="l">
              <a:defRPr sz="2325" b="1">
                <a:solidFill>
                  <a:srgbClr val="292D42"/>
                </a:solidFill>
                <a:latin typeface="Helvetica Neue"/>
                <a:ea typeface="Helvetica Neue"/>
                <a:cs typeface="Helvetica Neue"/>
              </a:defRPr>
            </a:lvl1pPr>
            <a:lvl2pPr algn="l">
              <a:defRPr sz="2325" b="1">
                <a:solidFill>
                  <a:srgbClr val="292D42"/>
                </a:solidFill>
                <a:latin typeface="Helvetica Neue"/>
                <a:ea typeface="Helvetica Neue"/>
                <a:cs typeface="Helvetica Neue"/>
              </a:defRPr>
            </a:lvl2pPr>
            <a:lvl3pPr algn="l">
              <a:defRPr sz="2325" b="1">
                <a:solidFill>
                  <a:srgbClr val="292D42"/>
                </a:solidFill>
                <a:latin typeface="Helvetica Neue"/>
                <a:ea typeface="Helvetica Neue"/>
                <a:cs typeface="Helvetica Neue"/>
              </a:defRPr>
            </a:lvl3pPr>
            <a:lvl4pPr algn="l">
              <a:defRPr sz="2325" b="1">
                <a:solidFill>
                  <a:srgbClr val="292D42"/>
                </a:solidFill>
                <a:latin typeface="Helvetica Neue"/>
                <a:ea typeface="Helvetica Neue"/>
                <a:cs typeface="Helvetica Neue"/>
              </a:defRPr>
            </a:lvl4pPr>
            <a:lvl5pPr algn="l">
              <a:defRPr sz="2325" b="1">
                <a:solidFill>
                  <a:srgbClr val="292D42"/>
                </a:solidFill>
                <a:latin typeface="Helvetica Neue"/>
                <a:ea typeface="Helvetica Neue"/>
                <a:cs typeface="Helvetica Neue"/>
              </a:defRPr>
            </a:lvl5pPr>
            <a:lvl6pPr algn="l">
              <a:defRPr sz="2325" b="1">
                <a:solidFill>
                  <a:srgbClr val="292D42"/>
                </a:solidFill>
                <a:latin typeface="Helvetica Neue"/>
                <a:ea typeface="Helvetica Neue"/>
                <a:cs typeface="Helvetica Neue"/>
              </a:defRPr>
            </a:lvl6pPr>
            <a:lvl7pPr algn="l">
              <a:defRPr sz="2325" b="1">
                <a:solidFill>
                  <a:srgbClr val="292D42"/>
                </a:solidFill>
                <a:latin typeface="Helvetica Neue"/>
                <a:ea typeface="Helvetica Neue"/>
                <a:cs typeface="Helvetica Neue"/>
              </a:defRPr>
            </a:lvl7pPr>
            <a:lvl8pPr algn="l">
              <a:defRPr sz="2325" b="1">
                <a:solidFill>
                  <a:srgbClr val="292D42"/>
                </a:solidFill>
                <a:latin typeface="Helvetica Neue"/>
                <a:ea typeface="Helvetica Neue"/>
                <a:cs typeface="Helvetica Neue"/>
              </a:defRPr>
            </a:lvl8pPr>
            <a:lvl9pPr algn="l">
              <a:defRPr sz="2325" b="1">
                <a:solidFill>
                  <a:srgbClr val="292D42"/>
                </a:solidFill>
                <a:latin typeface="Helvetica Neue"/>
                <a:ea typeface="Helvetica Neue"/>
                <a:cs typeface="Helvetica Neue"/>
              </a:defRPr>
            </a:lvl9pPr>
          </a:lstStyle>
          <a:p xmlns:a="http://schemas.openxmlformats.org/drawingml/2006/main">
            <a:pPr algn="l">
              <a:defRPr sz="2325" b="1">
                <a:solidFill>
                  <a:srgbClr val="292D42"/>
                </a:solidFill>
                <a:latin typeface="Helvetica Neue"/>
                <a:ea typeface="Helvetica Neue"/>
                <a:cs typeface="Helvetica Neue"/>
              </a:defRPr>
            </a:pPr>
            <a:r>
              <a:rPr sz="2325" b="1">
                <a:solidFill>
                  <a:srgbClr val="292D42"/>
                </a:solidFill>
                <a:latin typeface="Helvetica Neue"/>
                <a:ea typeface="Helvetica Neue"/>
                <a:cs typeface="Helvetica Neue"/>
              </a:rPr>
              <a:t>Сведения пациента</a:t>
            </a:r>
          </a:p>
        </p:txBody>
      </p:sp>
      <p:sp>
        <p:nvSpPr>
          <p:cNvPr id="71" name="">
            <a:extLst xmlns:a="http://schemas.openxmlformats.org/drawingml/2006/main">
              <a:ext uri="{FF2B5EF4-FFF2-40B4-BE49-F238E27FC236}">
                <a16:creationId xmlns:a16="http://schemas.microsoft.com/office/drawing/2014/main" id="{5BE675B7-837E-4D8D-AA86-F2D58574358B}"/>
              </a:ext>
            </a:extLst>
          </p:cNvPr>
          <p:cNvSpPr>
            <a:spLocks xmlns:a="http://schemas.openxmlformats.org/drawingml/2006/main" noGrp="1"/>
          </p:cNvSpPr>
          <p:nvPr/>
        </p:nvSpPr>
        <p:spPr>
          <a:xfrm xmlns:a="http://schemas.openxmlformats.org/drawingml/2006/main">
            <a:off x="6019800" y="3648075"/>
            <a:ext cx="5257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025" b="0">
                <a:solidFill>
                  <a:srgbClr val="758099"/>
                </a:solidFill>
                <a:latin typeface="Helvetica Neue"/>
                <a:ea typeface="Helvetica Neue"/>
                <a:cs typeface="Helvetica Neue"/>
              </a:defRPr>
            </a:defPPr>
            <a:lvl1pPr algn="l">
              <a:defRPr sz="2025" b="0">
                <a:solidFill>
                  <a:srgbClr val="758099"/>
                </a:solidFill>
                <a:latin typeface="Helvetica Neue"/>
                <a:ea typeface="Helvetica Neue"/>
                <a:cs typeface="Helvetica Neue"/>
              </a:defRPr>
            </a:lvl1pPr>
            <a:lvl2pPr algn="l">
              <a:defRPr sz="2025" b="0">
                <a:solidFill>
                  <a:srgbClr val="758099"/>
                </a:solidFill>
                <a:latin typeface="Helvetica Neue"/>
                <a:ea typeface="Helvetica Neue"/>
                <a:cs typeface="Helvetica Neue"/>
              </a:defRPr>
            </a:lvl2pPr>
            <a:lvl3pPr algn="l">
              <a:defRPr sz="2025" b="0">
                <a:solidFill>
                  <a:srgbClr val="758099"/>
                </a:solidFill>
                <a:latin typeface="Helvetica Neue"/>
                <a:ea typeface="Helvetica Neue"/>
                <a:cs typeface="Helvetica Neue"/>
              </a:defRPr>
            </a:lvl3pPr>
            <a:lvl4pPr algn="l">
              <a:defRPr sz="2025" b="0">
                <a:solidFill>
                  <a:srgbClr val="758099"/>
                </a:solidFill>
                <a:latin typeface="Helvetica Neue"/>
                <a:ea typeface="Helvetica Neue"/>
                <a:cs typeface="Helvetica Neue"/>
              </a:defRPr>
            </a:lvl4pPr>
            <a:lvl5pPr algn="l">
              <a:defRPr sz="2025" b="0">
                <a:solidFill>
                  <a:srgbClr val="758099"/>
                </a:solidFill>
                <a:latin typeface="Helvetica Neue"/>
                <a:ea typeface="Helvetica Neue"/>
                <a:cs typeface="Helvetica Neue"/>
              </a:defRPr>
            </a:lvl5pPr>
            <a:lvl6pPr algn="l">
              <a:defRPr sz="2025" b="0">
                <a:solidFill>
                  <a:srgbClr val="758099"/>
                </a:solidFill>
                <a:latin typeface="Helvetica Neue"/>
                <a:ea typeface="Helvetica Neue"/>
                <a:cs typeface="Helvetica Neue"/>
              </a:defRPr>
            </a:lvl6pPr>
            <a:lvl7pPr algn="l">
              <a:defRPr sz="2025" b="0">
                <a:solidFill>
                  <a:srgbClr val="758099"/>
                </a:solidFill>
                <a:latin typeface="Helvetica Neue"/>
                <a:ea typeface="Helvetica Neue"/>
                <a:cs typeface="Helvetica Neue"/>
              </a:defRPr>
            </a:lvl7pPr>
            <a:lvl8pPr algn="l">
              <a:defRPr sz="2025" b="0">
                <a:solidFill>
                  <a:srgbClr val="758099"/>
                </a:solidFill>
                <a:latin typeface="Helvetica Neue"/>
                <a:ea typeface="Helvetica Neue"/>
                <a:cs typeface="Helvetica Neue"/>
              </a:defRPr>
            </a:lvl8pPr>
            <a:lvl9pPr algn="l">
              <a:defRPr sz="2025" b="0">
                <a:solidFill>
                  <a:srgbClr val="758099"/>
                </a:solidFill>
                <a:latin typeface="Helvetica Neue"/>
                <a:ea typeface="Helvetica Neue"/>
                <a:cs typeface="Helvetica Neue"/>
              </a:defRPr>
            </a:lvl9pPr>
          </a:lstStyle>
          <a:p xmlns:a="http://schemas.openxmlformats.org/drawingml/2006/main">
            <a:pPr algn="l">
              <a:defRPr sz="2025" b="0">
                <a:solidFill>
                  <a:srgbClr val="758099"/>
                </a:solidFill>
                <a:latin typeface="Helvetica Neue"/>
                <a:ea typeface="Helvetica Neue"/>
                <a:cs typeface="Helvetica Neue"/>
              </a:defRPr>
            </a:pPr>
            <a:r>
              <a:rPr sz="2025" b="0">
                <a:solidFill>
                  <a:srgbClr val="758099"/>
                </a:solidFill>
                <a:latin typeface="Helvetica Neue"/>
                <a:ea typeface="Helvetica Neue"/>
                <a:cs typeface="Helvetica Neue"/>
              </a:rPr>
              <a:t>Пациент заполняет профиль</a:t>
            </a:r>
          </a:p>
          <a:p xmlns:a="http://schemas.openxmlformats.org/drawingml/2006/main">
            <a:pPr algn="l">
              <a:defRPr sz="2025" b="0">
                <a:solidFill>
                  <a:srgbClr val="758099"/>
                </a:solidFill>
                <a:latin typeface="Helvetica Neue"/>
                <a:ea typeface="Helvetica Neue"/>
                <a:cs typeface="Helvetica Neue"/>
              </a:defRPr>
            </a:pPr>
            <a:r>
              <a:rPr sz="2025" b="0">
                <a:solidFill>
                  <a:srgbClr val="758099"/>
                </a:solidFill>
                <a:latin typeface="Helvetica Neue"/>
                <a:ea typeface="Helvetica Neue"/>
                <a:cs typeface="Helvetica Neue"/>
              </a:rPr>
              <a:t>и добавляет документы</a:t>
            </a:r>
          </a:p>
        </p:txBody>
      </p:sp>
      <p:sp>
        <p:nvSpPr>
          <p:cNvPr id="72" name="">
            <a:extLst xmlns:a="http://schemas.openxmlformats.org/drawingml/2006/main">
              <a:ext uri="{FF2B5EF4-FFF2-40B4-BE49-F238E27FC236}">
                <a16:creationId xmlns:a16="http://schemas.microsoft.com/office/drawing/2014/main" id="{FA47E904-C468-4692-BA78-4E39C5363F3E}"/>
              </a:ext>
            </a:extLst>
          </p:cNvPr>
          <p:cNvSpPr>
            <a:spLocks xmlns:a="http://schemas.openxmlformats.org/drawingml/2006/main" noGrp="1"/>
          </p:cNvSpPr>
          <p:nvPr/>
        </p:nvSpPr>
        <p:spPr>
          <a:xfrm xmlns:a="http://schemas.openxmlformats.org/drawingml/2006/main">
            <a:off x="838200" y="4686300"/>
            <a:ext cx="59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3300" b="0">
                <a:solidFill>
                  <a:srgbClr val="315FD1"/>
                </a:solidFill>
                <a:latin typeface="Helvetica Neue"/>
                <a:ea typeface="Helvetica Neue"/>
                <a:cs typeface="Helvetica Neue"/>
              </a:defRPr>
            </a:defPPr>
            <a:lvl1pPr algn="l">
              <a:defRPr sz="3300" b="0">
                <a:solidFill>
                  <a:srgbClr val="315FD1"/>
                </a:solidFill>
                <a:latin typeface="Helvetica Neue"/>
                <a:ea typeface="Helvetica Neue"/>
                <a:cs typeface="Helvetica Neue"/>
              </a:defRPr>
            </a:lvl1pPr>
            <a:lvl2pPr algn="l">
              <a:defRPr sz="3300" b="0">
                <a:solidFill>
                  <a:srgbClr val="315FD1"/>
                </a:solidFill>
                <a:latin typeface="Helvetica Neue"/>
                <a:ea typeface="Helvetica Neue"/>
                <a:cs typeface="Helvetica Neue"/>
              </a:defRPr>
            </a:lvl2pPr>
            <a:lvl3pPr algn="l">
              <a:defRPr sz="3300" b="0">
                <a:solidFill>
                  <a:srgbClr val="315FD1"/>
                </a:solidFill>
                <a:latin typeface="Helvetica Neue"/>
                <a:ea typeface="Helvetica Neue"/>
                <a:cs typeface="Helvetica Neue"/>
              </a:defRPr>
            </a:lvl3pPr>
            <a:lvl4pPr algn="l">
              <a:defRPr sz="3300" b="0">
                <a:solidFill>
                  <a:srgbClr val="315FD1"/>
                </a:solidFill>
                <a:latin typeface="Helvetica Neue"/>
                <a:ea typeface="Helvetica Neue"/>
                <a:cs typeface="Helvetica Neue"/>
              </a:defRPr>
            </a:lvl4pPr>
            <a:lvl5pPr algn="l">
              <a:defRPr sz="3300" b="0">
                <a:solidFill>
                  <a:srgbClr val="315FD1"/>
                </a:solidFill>
                <a:latin typeface="Helvetica Neue"/>
                <a:ea typeface="Helvetica Neue"/>
                <a:cs typeface="Helvetica Neue"/>
              </a:defRPr>
            </a:lvl5pPr>
            <a:lvl6pPr algn="l">
              <a:defRPr sz="3300" b="0">
                <a:solidFill>
                  <a:srgbClr val="315FD1"/>
                </a:solidFill>
                <a:latin typeface="Helvetica Neue"/>
                <a:ea typeface="Helvetica Neue"/>
                <a:cs typeface="Helvetica Neue"/>
              </a:defRPr>
            </a:lvl6pPr>
            <a:lvl7pPr algn="l">
              <a:defRPr sz="3300" b="0">
                <a:solidFill>
                  <a:srgbClr val="315FD1"/>
                </a:solidFill>
                <a:latin typeface="Helvetica Neue"/>
                <a:ea typeface="Helvetica Neue"/>
                <a:cs typeface="Helvetica Neue"/>
              </a:defRPr>
            </a:lvl7pPr>
            <a:lvl8pPr algn="l">
              <a:defRPr sz="3300" b="0">
                <a:solidFill>
                  <a:srgbClr val="315FD1"/>
                </a:solidFill>
                <a:latin typeface="Helvetica Neue"/>
                <a:ea typeface="Helvetica Neue"/>
                <a:cs typeface="Helvetica Neue"/>
              </a:defRPr>
            </a:lvl8pPr>
            <a:lvl9pPr algn="l">
              <a:defRPr sz="3300" b="0">
                <a:solidFill>
                  <a:srgbClr val="315FD1"/>
                </a:solidFill>
                <a:latin typeface="Helvetica Neue"/>
                <a:ea typeface="Helvetica Neue"/>
                <a:cs typeface="Helvetica Neue"/>
              </a:defRPr>
            </a:lvl9pPr>
          </a:lstStyle>
          <a:p xmlns:a="http://schemas.openxmlformats.org/drawingml/2006/main">
            <a:pPr algn="l">
              <a:defRPr sz="3300" b="0">
                <a:solidFill>
                  <a:srgbClr val="315FD1"/>
                </a:solidFill>
                <a:latin typeface="Helvetica Neue"/>
                <a:ea typeface="Helvetica Neue"/>
                <a:cs typeface="Helvetica Neue"/>
              </a:defRPr>
            </a:pPr>
            <a:r>
              <a:rPr sz="3300" b="0">
                <a:solidFill>
                  <a:srgbClr val="315FD1"/>
                </a:solidFill>
                <a:latin typeface="Helvetica Neue"/>
                <a:ea typeface="Helvetica Neue"/>
                <a:cs typeface="Helvetica Neue"/>
              </a:rPr>
              <a:t>3</a:t>
            </a:r>
          </a:p>
        </p:txBody>
      </p:sp>
      <p:sp>
        <p:nvSpPr>
          <p:cNvPr id="73" name="">
            <a:extLst xmlns:a="http://schemas.openxmlformats.org/drawingml/2006/main">
              <a:ext uri="{FF2B5EF4-FFF2-40B4-BE49-F238E27FC236}">
                <a16:creationId xmlns:a16="http://schemas.microsoft.com/office/drawing/2014/main" id="{945BF1BF-358A-44FA-9A00-56EEA7708C72}"/>
              </a:ext>
            </a:extLst>
          </p:cNvPr>
          <p:cNvSpPr>
            <a:spLocks xmlns:a="http://schemas.openxmlformats.org/drawingml/2006/main" noGrp="1"/>
          </p:cNvSpPr>
          <p:nvPr/>
        </p:nvSpPr>
        <p:spPr>
          <a:xfrm xmlns:a="http://schemas.openxmlformats.org/drawingml/2006/main">
            <a:off x="1685925" y="4695825"/>
            <a:ext cx="3857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325" b="1">
                <a:solidFill>
                  <a:srgbClr val="292D42"/>
                </a:solidFill>
                <a:latin typeface="Helvetica Neue"/>
                <a:ea typeface="Helvetica Neue"/>
                <a:cs typeface="Helvetica Neue"/>
              </a:defRPr>
            </a:defPPr>
            <a:lvl1pPr algn="l">
              <a:defRPr sz="2325" b="1">
                <a:solidFill>
                  <a:srgbClr val="292D42"/>
                </a:solidFill>
                <a:latin typeface="Helvetica Neue"/>
                <a:ea typeface="Helvetica Neue"/>
                <a:cs typeface="Helvetica Neue"/>
              </a:defRPr>
            </a:lvl1pPr>
            <a:lvl2pPr algn="l">
              <a:defRPr sz="2325" b="1">
                <a:solidFill>
                  <a:srgbClr val="292D42"/>
                </a:solidFill>
                <a:latin typeface="Helvetica Neue"/>
                <a:ea typeface="Helvetica Neue"/>
                <a:cs typeface="Helvetica Neue"/>
              </a:defRPr>
            </a:lvl2pPr>
            <a:lvl3pPr algn="l">
              <a:defRPr sz="2325" b="1">
                <a:solidFill>
                  <a:srgbClr val="292D42"/>
                </a:solidFill>
                <a:latin typeface="Helvetica Neue"/>
                <a:ea typeface="Helvetica Neue"/>
                <a:cs typeface="Helvetica Neue"/>
              </a:defRPr>
            </a:lvl3pPr>
            <a:lvl4pPr algn="l">
              <a:defRPr sz="2325" b="1">
                <a:solidFill>
                  <a:srgbClr val="292D42"/>
                </a:solidFill>
                <a:latin typeface="Helvetica Neue"/>
                <a:ea typeface="Helvetica Neue"/>
                <a:cs typeface="Helvetica Neue"/>
              </a:defRPr>
            </a:lvl4pPr>
            <a:lvl5pPr algn="l">
              <a:defRPr sz="2325" b="1">
                <a:solidFill>
                  <a:srgbClr val="292D42"/>
                </a:solidFill>
                <a:latin typeface="Helvetica Neue"/>
                <a:ea typeface="Helvetica Neue"/>
                <a:cs typeface="Helvetica Neue"/>
              </a:defRPr>
            </a:lvl5pPr>
            <a:lvl6pPr algn="l">
              <a:defRPr sz="2325" b="1">
                <a:solidFill>
                  <a:srgbClr val="292D42"/>
                </a:solidFill>
                <a:latin typeface="Helvetica Neue"/>
                <a:ea typeface="Helvetica Neue"/>
                <a:cs typeface="Helvetica Neue"/>
              </a:defRPr>
            </a:lvl6pPr>
            <a:lvl7pPr algn="l">
              <a:defRPr sz="2325" b="1">
                <a:solidFill>
                  <a:srgbClr val="292D42"/>
                </a:solidFill>
                <a:latin typeface="Helvetica Neue"/>
                <a:ea typeface="Helvetica Neue"/>
                <a:cs typeface="Helvetica Neue"/>
              </a:defRPr>
            </a:lvl7pPr>
            <a:lvl8pPr algn="l">
              <a:defRPr sz="2325" b="1">
                <a:solidFill>
                  <a:srgbClr val="292D42"/>
                </a:solidFill>
                <a:latin typeface="Helvetica Neue"/>
                <a:ea typeface="Helvetica Neue"/>
                <a:cs typeface="Helvetica Neue"/>
              </a:defRPr>
            </a:lvl8pPr>
            <a:lvl9pPr algn="l">
              <a:defRPr sz="2325" b="1">
                <a:solidFill>
                  <a:srgbClr val="292D42"/>
                </a:solidFill>
                <a:latin typeface="Helvetica Neue"/>
                <a:ea typeface="Helvetica Neue"/>
                <a:cs typeface="Helvetica Neue"/>
              </a:defRPr>
            </a:lvl9pPr>
          </a:lstStyle>
          <a:p xmlns:a="http://schemas.openxmlformats.org/drawingml/2006/main">
            <a:pPr algn="l">
              <a:defRPr sz="2325" b="1">
                <a:solidFill>
                  <a:srgbClr val="292D42"/>
                </a:solidFill>
                <a:latin typeface="Helvetica Neue"/>
                <a:ea typeface="Helvetica Neue"/>
                <a:cs typeface="Helvetica Neue"/>
              </a:defRPr>
            </a:pPr>
            <a:r>
              <a:rPr sz="2325" b="1">
                <a:solidFill>
                  <a:srgbClr val="292D42"/>
                </a:solidFill>
                <a:latin typeface="Helvetica Neue"/>
                <a:ea typeface="Helvetica Neue"/>
                <a:cs typeface="Helvetica Neue"/>
              </a:rPr>
              <a:t>План наблюдения</a:t>
            </a:r>
          </a:p>
        </p:txBody>
      </p:sp>
      <p:sp>
        <p:nvSpPr>
          <p:cNvPr id="74" name="">
            <a:extLst xmlns:a="http://schemas.openxmlformats.org/drawingml/2006/main">
              <a:ext uri="{FF2B5EF4-FFF2-40B4-BE49-F238E27FC236}">
                <a16:creationId xmlns:a16="http://schemas.microsoft.com/office/drawing/2014/main" id="{590A55A5-3B55-46B7-9023-F4FEC92559F8}"/>
              </a:ext>
            </a:extLst>
          </p:cNvPr>
          <p:cNvSpPr>
            <a:spLocks xmlns:a="http://schemas.openxmlformats.org/drawingml/2006/main" noGrp="1"/>
          </p:cNvSpPr>
          <p:nvPr/>
        </p:nvSpPr>
        <p:spPr>
          <a:xfrm xmlns:a="http://schemas.openxmlformats.org/drawingml/2006/main">
            <a:off x="6019800" y="4695825"/>
            <a:ext cx="5257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025" b="0">
                <a:solidFill>
                  <a:srgbClr val="758099"/>
                </a:solidFill>
                <a:latin typeface="Helvetica Neue"/>
                <a:ea typeface="Helvetica Neue"/>
                <a:cs typeface="Helvetica Neue"/>
              </a:defRPr>
            </a:defPPr>
            <a:lvl1pPr algn="l">
              <a:defRPr sz="2025" b="0">
                <a:solidFill>
                  <a:srgbClr val="758099"/>
                </a:solidFill>
                <a:latin typeface="Helvetica Neue"/>
                <a:ea typeface="Helvetica Neue"/>
                <a:cs typeface="Helvetica Neue"/>
              </a:defRPr>
            </a:lvl1pPr>
            <a:lvl2pPr algn="l">
              <a:defRPr sz="2025" b="0">
                <a:solidFill>
                  <a:srgbClr val="758099"/>
                </a:solidFill>
                <a:latin typeface="Helvetica Neue"/>
                <a:ea typeface="Helvetica Neue"/>
                <a:cs typeface="Helvetica Neue"/>
              </a:defRPr>
            </a:lvl2pPr>
            <a:lvl3pPr algn="l">
              <a:defRPr sz="2025" b="0">
                <a:solidFill>
                  <a:srgbClr val="758099"/>
                </a:solidFill>
                <a:latin typeface="Helvetica Neue"/>
                <a:ea typeface="Helvetica Neue"/>
                <a:cs typeface="Helvetica Neue"/>
              </a:defRPr>
            </a:lvl3pPr>
            <a:lvl4pPr algn="l">
              <a:defRPr sz="2025" b="0">
                <a:solidFill>
                  <a:srgbClr val="758099"/>
                </a:solidFill>
                <a:latin typeface="Helvetica Neue"/>
                <a:ea typeface="Helvetica Neue"/>
                <a:cs typeface="Helvetica Neue"/>
              </a:defRPr>
            </a:lvl4pPr>
            <a:lvl5pPr algn="l">
              <a:defRPr sz="2025" b="0">
                <a:solidFill>
                  <a:srgbClr val="758099"/>
                </a:solidFill>
                <a:latin typeface="Helvetica Neue"/>
                <a:ea typeface="Helvetica Neue"/>
                <a:cs typeface="Helvetica Neue"/>
              </a:defRPr>
            </a:lvl5pPr>
            <a:lvl6pPr algn="l">
              <a:defRPr sz="2025" b="0">
                <a:solidFill>
                  <a:srgbClr val="758099"/>
                </a:solidFill>
                <a:latin typeface="Helvetica Neue"/>
                <a:ea typeface="Helvetica Neue"/>
                <a:cs typeface="Helvetica Neue"/>
              </a:defRPr>
            </a:lvl6pPr>
            <a:lvl7pPr algn="l">
              <a:defRPr sz="2025" b="0">
                <a:solidFill>
                  <a:srgbClr val="758099"/>
                </a:solidFill>
                <a:latin typeface="Helvetica Neue"/>
                <a:ea typeface="Helvetica Neue"/>
                <a:cs typeface="Helvetica Neue"/>
              </a:defRPr>
            </a:lvl7pPr>
            <a:lvl8pPr algn="l">
              <a:defRPr sz="2025" b="0">
                <a:solidFill>
                  <a:srgbClr val="758099"/>
                </a:solidFill>
                <a:latin typeface="Helvetica Neue"/>
                <a:ea typeface="Helvetica Neue"/>
                <a:cs typeface="Helvetica Neue"/>
              </a:defRPr>
            </a:lvl8pPr>
            <a:lvl9pPr algn="l">
              <a:defRPr sz="2025" b="0">
                <a:solidFill>
                  <a:srgbClr val="758099"/>
                </a:solidFill>
                <a:latin typeface="Helvetica Neue"/>
                <a:ea typeface="Helvetica Neue"/>
                <a:cs typeface="Helvetica Neue"/>
              </a:defRPr>
            </a:lvl9pPr>
          </a:lstStyle>
          <a:p xmlns:a="http://schemas.openxmlformats.org/drawingml/2006/main">
            <a:pPr algn="l">
              <a:defRPr sz="2025" b="0">
                <a:solidFill>
                  <a:srgbClr val="758099"/>
                </a:solidFill>
                <a:latin typeface="Helvetica Neue"/>
                <a:ea typeface="Helvetica Neue"/>
                <a:cs typeface="Helvetica Neue"/>
              </a:defRPr>
            </a:pPr>
            <a:r>
              <a:rPr sz="2025" b="0">
                <a:solidFill>
                  <a:srgbClr val="758099"/>
                </a:solidFill>
                <a:latin typeface="Helvetica Neue"/>
                <a:ea typeface="Helvetica Neue"/>
                <a:cs typeface="Helvetica Neue"/>
              </a:rPr>
              <a:t>Врач подтверждает карту</a:t>
            </a:r>
          </a:p>
          <a:p xmlns:a="http://schemas.openxmlformats.org/drawingml/2006/main">
            <a:pPr algn="l">
              <a:defRPr sz="2025" b="0">
                <a:solidFill>
                  <a:srgbClr val="758099"/>
                </a:solidFill>
                <a:latin typeface="Helvetica Neue"/>
                <a:ea typeface="Helvetica Neue"/>
                <a:cs typeface="Helvetica Neue"/>
              </a:defRPr>
            </a:pPr>
            <a:r>
              <a:rPr sz="2025" b="0">
                <a:solidFill>
                  <a:srgbClr val="758099"/>
                </a:solidFill>
                <a:latin typeface="Helvetica Neue"/>
                <a:ea typeface="Helvetica Neue"/>
                <a:cs typeface="Helvetica Neue"/>
              </a:rPr>
              <a:t>и назначает дневник и анкеты</a:t>
            </a:r>
          </a:p>
        </p:txBody>
      </p:sp>
      <p:sp>
        <p:nvSpPr>
          <p:cNvPr id="75" name="">
            <a:extLst xmlns:a="http://schemas.openxmlformats.org/drawingml/2006/main">
              <a:ext uri="{FF2B5EF4-FFF2-40B4-BE49-F238E27FC236}">
                <a16:creationId xmlns:a16="http://schemas.microsoft.com/office/drawing/2014/main" id="{D7EA8342-12DC-486A-BFE2-B0D9DA56480E}"/>
              </a:ext>
            </a:extLst>
          </p:cNvPr>
          <p:cNvSpPr>
            <a:spLocks xmlns:a="http://schemas.openxmlformats.org/drawingml/2006/main" noGrp="1"/>
          </p:cNvSpPr>
          <p:nvPr/>
        </p:nvSpPr>
        <p:spPr>
          <a:xfrm xmlns:a="http://schemas.openxmlformats.org/drawingml/2006/main">
            <a:off x="571500" y="613410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025" b="0">
                <a:solidFill>
                  <a:srgbClr val="ADC5FF"/>
                </a:solidFill>
                <a:latin typeface="Helvetica Neue"/>
                <a:ea typeface="Helvetica Neue"/>
                <a:cs typeface="Helvetica Neue"/>
              </a:defRPr>
            </a:defPPr>
            <a:lvl1pPr algn="l">
              <a:defRPr sz="2025" b="0">
                <a:solidFill>
                  <a:srgbClr val="ADC5FF"/>
                </a:solidFill>
                <a:latin typeface="Helvetica Neue"/>
                <a:ea typeface="Helvetica Neue"/>
                <a:cs typeface="Helvetica Neue"/>
              </a:defRPr>
            </a:lvl1pPr>
            <a:lvl2pPr algn="l">
              <a:defRPr sz="2025" b="0">
                <a:solidFill>
                  <a:srgbClr val="ADC5FF"/>
                </a:solidFill>
                <a:latin typeface="Helvetica Neue"/>
                <a:ea typeface="Helvetica Neue"/>
                <a:cs typeface="Helvetica Neue"/>
              </a:defRPr>
            </a:lvl2pPr>
            <a:lvl3pPr algn="l">
              <a:defRPr sz="2025" b="0">
                <a:solidFill>
                  <a:srgbClr val="ADC5FF"/>
                </a:solidFill>
                <a:latin typeface="Helvetica Neue"/>
                <a:ea typeface="Helvetica Neue"/>
                <a:cs typeface="Helvetica Neue"/>
              </a:defRPr>
            </a:lvl3pPr>
            <a:lvl4pPr algn="l">
              <a:defRPr sz="2025" b="0">
                <a:solidFill>
                  <a:srgbClr val="ADC5FF"/>
                </a:solidFill>
                <a:latin typeface="Helvetica Neue"/>
                <a:ea typeface="Helvetica Neue"/>
                <a:cs typeface="Helvetica Neue"/>
              </a:defRPr>
            </a:lvl4pPr>
            <a:lvl5pPr algn="l">
              <a:defRPr sz="2025" b="0">
                <a:solidFill>
                  <a:srgbClr val="ADC5FF"/>
                </a:solidFill>
                <a:latin typeface="Helvetica Neue"/>
                <a:ea typeface="Helvetica Neue"/>
                <a:cs typeface="Helvetica Neue"/>
              </a:defRPr>
            </a:lvl5pPr>
            <a:lvl6pPr algn="l">
              <a:defRPr sz="2025" b="0">
                <a:solidFill>
                  <a:srgbClr val="ADC5FF"/>
                </a:solidFill>
                <a:latin typeface="Helvetica Neue"/>
                <a:ea typeface="Helvetica Neue"/>
                <a:cs typeface="Helvetica Neue"/>
              </a:defRPr>
            </a:lvl6pPr>
            <a:lvl7pPr algn="l">
              <a:defRPr sz="2025" b="0">
                <a:solidFill>
                  <a:srgbClr val="ADC5FF"/>
                </a:solidFill>
                <a:latin typeface="Helvetica Neue"/>
                <a:ea typeface="Helvetica Neue"/>
                <a:cs typeface="Helvetica Neue"/>
              </a:defRPr>
            </a:lvl7pPr>
            <a:lvl8pPr algn="l">
              <a:defRPr sz="2025" b="0">
                <a:solidFill>
                  <a:srgbClr val="ADC5FF"/>
                </a:solidFill>
                <a:latin typeface="Helvetica Neue"/>
                <a:ea typeface="Helvetica Neue"/>
                <a:cs typeface="Helvetica Neue"/>
              </a:defRPr>
            </a:lvl8pPr>
            <a:lvl9pPr algn="l">
              <a:defRPr sz="2025" b="0">
                <a:solidFill>
                  <a:srgbClr val="ADC5FF"/>
                </a:solidFill>
                <a:latin typeface="Helvetica Neue"/>
                <a:ea typeface="Helvetica Neue"/>
                <a:cs typeface="Helvetica Neue"/>
              </a:defRPr>
            </a:lvl9pPr>
          </a:lstStyle>
          <a:p xmlns:a="http://schemas.openxmlformats.org/drawingml/2006/main">
            <a:pPr algn="l">
              <a:defRPr sz="2025" b="0">
                <a:solidFill>
                  <a:srgbClr val="ADC5FF"/>
                </a:solidFill>
                <a:latin typeface="Helvetica Neue"/>
                <a:ea typeface="Helvetica Neue"/>
                <a:cs typeface="Helvetica Neue"/>
              </a:defRPr>
            </a:pPr>
            <a:r>
              <a:rPr sz="2025" b="0">
                <a:solidFill>
                  <a:srgbClr val="ADC5FF"/>
                </a:solidFill>
                <a:latin typeface="Helvetica Neue"/>
                <a:ea typeface="Helvetica Neue"/>
                <a:cs typeface="Helvetica Neue"/>
              </a:rPr>
              <a:t>Подтверждённые данные отделены от сведений со слов пациента.</a:t>
            </a:r>
          </a:p>
        </p:txBody>
      </p:sp>
    </p:spTree>
    <p:extLst>
      <p:ext uri="{BB962C8B-B14F-4D97-AF65-F5344CB8AC3E}">
        <p14:creationId xmlns:p14="http://schemas.microsoft.com/office/powerpoint/2010/main" val="303848741"/>
      </p:ext>
    </p:extLst>
  </p:cSld>
</p:sld>
</file>

<file path=ppt/slides/slide5.xml><?xml version="1.0" encoding="utf-8"?>
<p:sld xmlns:p="http://schemas.openxmlformats.org/presentationml/2006/main">
  <p:cSld>
    <p:bg>
      <p:bgPr>
        <a:solidFill xmlns:a="http://schemas.openxmlformats.org/drawingml/2006/main">
          <a:srgbClr val="191D2D"/>
        </a:solidFill>
      </p:bgPr>
    </p:bg>
    <p:spTree>
      <p:nvGrpSpPr>
        <p:cNvPr id="1" name=""/>
        <p:cNvGrpSpPr/>
        <p:nvPr/>
      </p:nvGrpSpPr>
      <p:grpSpPr>
        <a:xfrm xmlns:a="http://schemas.openxmlformats.org/drawingml/2006/main"/>
      </p:grpSpPr>
      <p:sp>
        <p:nvSpPr>
          <p:cNvPr id="69" name="Google Shape;69;p12">
            <a:extLst xmlns:a="http://schemas.openxmlformats.org/drawingml/2006/main">
              <a:ext uri="{FF2B5EF4-FFF2-40B4-BE49-F238E27FC236}">
                <a16:creationId xmlns:a16="http://schemas.microsoft.com/office/drawing/2014/main" id="{0B424EC5-CD86-42CF-B483-5BB5D003CC45}"/>
              </a:ext>
            </a:extLst>
          </p:cNvPr>
          <p:cNvSpPr>
            <a:spLocks xmlns:a="http://schemas.openxmlformats.org/drawingml/2006/main" noGrp="1"/>
          </p:cNvSpPr>
          <p:nvPr/>
        </p:nvSpPr>
        <p:spPr>
          <a:xfrm xmlns:a="http://schemas.openxmlformats.org/drawingml/2006/main">
            <a:off x="381000" y="247650"/>
            <a:ext cx="11430000" cy="628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0" name="Google Shape;70;p12">
            <a:extLst xmlns:a="http://schemas.openxmlformats.org/drawingml/2006/main">
              <a:ext uri="{FF2B5EF4-FFF2-40B4-BE49-F238E27FC236}">
                <a16:creationId xmlns:a16="http://schemas.microsoft.com/office/drawing/2014/main" id="{DBB33510-947D-42AC-B942-1FF5CD19E116}"/>
              </a:ext>
            </a:extLst>
          </p:cNvPr>
          <p:cNvSpPr>
            <a:spLocks xmlns:a="http://schemas.openxmlformats.org/drawingml/2006/main" noGrp="1"/>
          </p:cNvSpPr>
          <p:nvPr/>
        </p:nvSpPr>
        <p:spPr>
          <a:xfrm xmlns:a="http://schemas.openxmlformats.org/drawingml/2006/main">
            <a:off x="1066800" y="371400"/>
            <a:ext cx="7961400" cy="3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450" b="1">
                <a:solidFill>
                  <a:srgbClr val="292D42"/>
                </a:solidFill>
                <a:latin typeface="Helvetica Neue"/>
                <a:ea typeface="Helvetica Neue"/>
                <a:cs typeface="Helvetica Neue"/>
              </a:rPr>
              <a:t>Путь пациента: наблюдение</a:t>
            </a:r>
            <a:endParaRPr sz="1900"/>
          </a:p>
        </p:txBody>
      </p:sp>
      <p:pic>
        <p:nvPicPr>
          <p:cNvPr id="72" name="Google Shape;72;p12">
            <a:extLst xmlns:a="http://schemas.openxmlformats.org/drawingml/2006/main">
              <a:ext uri="{FF2B5EF4-FFF2-40B4-BE49-F238E27FC236}">
                <a16:creationId xmlns:a16="http://schemas.microsoft.com/office/drawing/2014/main" id="{0E530380-0F5D-4295-9A57-05DA7D5E4661}"/>
              </a:ext>
            </a:extLst>
          </p:cNvPr>
          <p:cNvPicPr>
            <a:picLocks xmlns:a="http://schemas.openxmlformats.org/drawingml/2006/main" noChangeAspect="1"/>
          </p:cNvPicPr>
          <p:nvPr/>
        </p:nvPicPr>
        <p:blipFill>
          <a:blip xmlns:r="http://schemas.openxmlformats.org/officeDocument/2006/relationships" xmlns:a="http://schemas.openxmlformats.org/drawingml/2006/main" r:embed="R1787577785db48be">
            <a:alphaModFix/>
          </a:blip>
          <a:stretch xmlns:a="http://schemas.openxmlformats.org/drawingml/2006/main">
            <a:fillRect l="0" t="0" r="0" b="0"/>
          </a:stretch>
        </p:blipFill>
        <p:spPr>
          <a:xfrm xmlns:a="http://schemas.openxmlformats.org/drawingml/2006/main">
            <a:off x="523875" y="352425"/>
            <a:ext cx="419100" cy="419100"/>
          </a:xfrm>
          <a:prstGeom xmlns:a="http://schemas.openxmlformats.org/drawingml/2006/main" prst="rect">
            <a:avLst/>
          </a:prstGeom>
          <a:ln xmlns:a="http://schemas.openxmlformats.org/drawingml/2006/main">
            <a:noFill/>
          </a:ln>
        </p:spPr>
      </p:pic>
      <p:sp>
        <p:nvSpPr>
          <p:cNvPr id="73" name="Google Shape;73;p12">
            <a:extLst xmlns:a="http://schemas.openxmlformats.org/drawingml/2006/main">
              <a:ext uri="{FF2B5EF4-FFF2-40B4-BE49-F238E27FC236}">
                <a16:creationId xmlns:a16="http://schemas.microsoft.com/office/drawing/2014/main" id="{C6461703-3310-4357-B061-AA43BBEB0C7B}"/>
              </a:ext>
            </a:extLst>
          </p:cNvPr>
          <p:cNvSpPr>
            <a:spLocks xmlns:a="http://schemas.openxmlformats.org/drawingml/2006/main" noGrp="1"/>
          </p:cNvSpPr>
          <p:nvPr/>
        </p:nvSpPr>
        <p:spPr>
          <a:xfrm xmlns:a="http://schemas.openxmlformats.org/drawingml/2006/main">
            <a:off x="11087100" y="371380"/>
            <a:ext cx="571500" cy="36214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lgn="ctr">
              <a:defRPr sz="2450" b="1">
                <a:solidFill>
                  <a:srgbClr val="292D42"/>
                </a:solidFill>
                <a:latin typeface="Helvetica Neue"/>
                <a:ea typeface="Helvetica Neue"/>
                <a:cs typeface="Helvetica Neue"/>
              </a:defRPr>
            </a:defPPr>
            <a:lvl1pPr algn="ctr">
              <a:defRPr sz="2450" b="1">
                <a:solidFill>
                  <a:srgbClr val="292D42"/>
                </a:solidFill>
                <a:latin typeface="Helvetica Neue"/>
                <a:ea typeface="Helvetica Neue"/>
                <a:cs typeface="Helvetica Neue"/>
              </a:defRPr>
            </a:lvl1pPr>
            <a:lvl2pPr algn="ctr">
              <a:defRPr sz="2450" b="1">
                <a:solidFill>
                  <a:srgbClr val="292D42"/>
                </a:solidFill>
                <a:latin typeface="Helvetica Neue"/>
                <a:ea typeface="Helvetica Neue"/>
                <a:cs typeface="Helvetica Neue"/>
              </a:defRPr>
            </a:lvl2pPr>
            <a:lvl3pPr algn="ctr">
              <a:defRPr sz="2450" b="1">
                <a:solidFill>
                  <a:srgbClr val="292D42"/>
                </a:solidFill>
                <a:latin typeface="Helvetica Neue"/>
                <a:ea typeface="Helvetica Neue"/>
                <a:cs typeface="Helvetica Neue"/>
              </a:defRPr>
            </a:lvl3pPr>
            <a:lvl4pPr algn="ctr">
              <a:defRPr sz="2450" b="1">
                <a:solidFill>
                  <a:srgbClr val="292D42"/>
                </a:solidFill>
                <a:latin typeface="Helvetica Neue"/>
                <a:ea typeface="Helvetica Neue"/>
                <a:cs typeface="Helvetica Neue"/>
              </a:defRPr>
            </a:lvl4pPr>
            <a:lvl5pPr algn="ctr">
              <a:defRPr sz="2450" b="1">
                <a:solidFill>
                  <a:srgbClr val="292D42"/>
                </a:solidFill>
                <a:latin typeface="Helvetica Neue"/>
                <a:ea typeface="Helvetica Neue"/>
                <a:cs typeface="Helvetica Neue"/>
              </a:defRPr>
            </a:lvl5pPr>
            <a:lvl6pPr algn="ctr">
              <a:defRPr sz="2450" b="1">
                <a:solidFill>
                  <a:srgbClr val="292D42"/>
                </a:solidFill>
                <a:latin typeface="Helvetica Neue"/>
                <a:ea typeface="Helvetica Neue"/>
                <a:cs typeface="Helvetica Neue"/>
              </a:defRPr>
            </a:lvl6pPr>
            <a:lvl7pPr algn="ctr">
              <a:defRPr sz="2450" b="1">
                <a:solidFill>
                  <a:srgbClr val="292D42"/>
                </a:solidFill>
                <a:latin typeface="Helvetica Neue"/>
                <a:ea typeface="Helvetica Neue"/>
                <a:cs typeface="Helvetica Neue"/>
              </a:defRPr>
            </a:lvl7pPr>
            <a:lvl8pPr algn="ctr">
              <a:defRPr sz="2450" b="1">
                <a:solidFill>
                  <a:srgbClr val="292D42"/>
                </a:solidFill>
                <a:latin typeface="Helvetica Neue"/>
                <a:ea typeface="Helvetica Neue"/>
                <a:cs typeface="Helvetica Neue"/>
              </a:defRPr>
            </a:lvl8pPr>
            <a:lvl9pPr algn="ctr">
              <a:defRPr sz="2450" b="1">
                <a:solidFill>
                  <a:srgbClr val="292D42"/>
                </a:solidFill>
                <a:latin typeface="Helvetica Neue"/>
                <a:ea typeface="Helvetica Neue"/>
                <a:cs typeface="Helvetica Neue"/>
              </a:defRPr>
            </a:lvl9pPr>
          </a:lstStyle>
          <a:p xmlns:a="http://schemas.openxmlformats.org/drawingml/2006/main">
            <a:pPr marL="0" marR="0" lvl="0" indent="0" algn="ctr">
              <a:spcBef>
                <a:spcPts val="0"/>
              </a:spcBef>
              <a:spcAft>
                <a:spcPts val="0"/>
              </a:spcAft>
              <a:buNone/>
              <a:defRPr sz="2450" b="1">
                <a:solidFill>
                  <a:srgbClr val="292D42"/>
                </a:solidFill>
                <a:latin typeface="Helvetica Neue"/>
                <a:ea typeface="Helvetica Neue"/>
                <a:cs typeface="Helvetica Neue"/>
              </a:defRPr>
            </a:pPr>
            <a:r>
              <a:rPr sz="2450" b="1">
                <a:solidFill>
                  <a:srgbClr val="292D42"/>
                </a:solidFill>
                <a:latin typeface="Helvetica Neue"/>
                <a:ea typeface="Helvetica Neue"/>
                <a:cs typeface="Helvetica Neue"/>
              </a:rPr>
              <a:t>5</a:t>
            </a:r>
            <a:endParaRPr sz="1900"/>
          </a:p>
        </p:txBody>
      </p:sp>
      <p:sp>
        <p:nvSpPr>
          <p:cNvPr id="74" name="">
            <a:extLst xmlns:a="http://schemas.openxmlformats.org/drawingml/2006/main">
              <a:ext uri="{FF2B5EF4-FFF2-40B4-BE49-F238E27FC236}">
                <a16:creationId xmlns:a16="http://schemas.microsoft.com/office/drawing/2014/main" id="{1E69A972-35DC-4AE4-964B-0A0337AE7420}"/>
              </a:ext>
            </a:extLst>
          </p:cNvPr>
          <p:cNvSpPr>
            <a:spLocks xmlns:a="http://schemas.openxmlformats.org/drawingml/2006/main" noGrp="1"/>
          </p:cNvSpPr>
          <p:nvPr/>
        </p:nvSpPr>
        <p:spPr>
          <a:xfrm xmlns:a="http://schemas.openxmlformats.org/drawingml/2006/main">
            <a:off x="533400" y="1238250"/>
            <a:ext cx="11125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3675" b="0">
                <a:solidFill>
                  <a:srgbClr val="FFFFFF"/>
                </a:solidFill>
                <a:latin typeface="Helvetica Neue"/>
                <a:ea typeface="Helvetica Neue"/>
                <a:cs typeface="Helvetica Neue"/>
              </a:defRPr>
            </a:defPPr>
            <a:lvl1pPr algn="l">
              <a:defRPr sz="3675" b="0">
                <a:solidFill>
                  <a:srgbClr val="FFFFFF"/>
                </a:solidFill>
                <a:latin typeface="Helvetica Neue"/>
                <a:ea typeface="Helvetica Neue"/>
                <a:cs typeface="Helvetica Neue"/>
              </a:defRPr>
            </a:lvl1pPr>
            <a:lvl2pPr algn="l">
              <a:defRPr sz="3675" b="0">
                <a:solidFill>
                  <a:srgbClr val="FFFFFF"/>
                </a:solidFill>
                <a:latin typeface="Helvetica Neue"/>
                <a:ea typeface="Helvetica Neue"/>
                <a:cs typeface="Helvetica Neue"/>
              </a:defRPr>
            </a:lvl2pPr>
            <a:lvl3pPr algn="l">
              <a:defRPr sz="3675" b="0">
                <a:solidFill>
                  <a:srgbClr val="FFFFFF"/>
                </a:solidFill>
                <a:latin typeface="Helvetica Neue"/>
                <a:ea typeface="Helvetica Neue"/>
                <a:cs typeface="Helvetica Neue"/>
              </a:defRPr>
            </a:lvl3pPr>
            <a:lvl4pPr algn="l">
              <a:defRPr sz="3675" b="0">
                <a:solidFill>
                  <a:srgbClr val="FFFFFF"/>
                </a:solidFill>
                <a:latin typeface="Helvetica Neue"/>
                <a:ea typeface="Helvetica Neue"/>
                <a:cs typeface="Helvetica Neue"/>
              </a:defRPr>
            </a:lvl4pPr>
            <a:lvl5pPr algn="l">
              <a:defRPr sz="3675" b="0">
                <a:solidFill>
                  <a:srgbClr val="FFFFFF"/>
                </a:solidFill>
                <a:latin typeface="Helvetica Neue"/>
                <a:ea typeface="Helvetica Neue"/>
                <a:cs typeface="Helvetica Neue"/>
              </a:defRPr>
            </a:lvl5pPr>
            <a:lvl6pPr algn="l">
              <a:defRPr sz="3675" b="0">
                <a:solidFill>
                  <a:srgbClr val="FFFFFF"/>
                </a:solidFill>
                <a:latin typeface="Helvetica Neue"/>
                <a:ea typeface="Helvetica Neue"/>
                <a:cs typeface="Helvetica Neue"/>
              </a:defRPr>
            </a:lvl6pPr>
            <a:lvl7pPr algn="l">
              <a:defRPr sz="3675" b="0">
                <a:solidFill>
                  <a:srgbClr val="FFFFFF"/>
                </a:solidFill>
                <a:latin typeface="Helvetica Neue"/>
                <a:ea typeface="Helvetica Neue"/>
                <a:cs typeface="Helvetica Neue"/>
              </a:defRPr>
            </a:lvl7pPr>
            <a:lvl8pPr algn="l">
              <a:defRPr sz="3675" b="0">
                <a:solidFill>
                  <a:srgbClr val="FFFFFF"/>
                </a:solidFill>
                <a:latin typeface="Helvetica Neue"/>
                <a:ea typeface="Helvetica Neue"/>
                <a:cs typeface="Helvetica Neue"/>
              </a:defRPr>
            </a:lvl8pPr>
            <a:lvl9pPr algn="l">
              <a:defRPr sz="3675" b="0">
                <a:solidFill>
                  <a:srgbClr val="FFFFFF"/>
                </a:solidFill>
                <a:latin typeface="Helvetica Neue"/>
                <a:ea typeface="Helvetica Neue"/>
                <a:cs typeface="Helvetica Neue"/>
              </a:defRPr>
            </a:lvl9pPr>
          </a:lstStyle>
          <a:p xmlns:a="http://schemas.openxmlformats.org/drawingml/2006/main">
            <a:pPr algn="l">
              <a:defRPr sz="3675" b="0">
                <a:solidFill>
                  <a:srgbClr val="FFFFFF"/>
                </a:solidFill>
                <a:latin typeface="Helvetica Neue"/>
                <a:ea typeface="Helvetica Neue"/>
                <a:cs typeface="Helvetica Neue"/>
              </a:defRPr>
            </a:pPr>
            <a:r>
              <a:rPr sz="3675" b="0">
                <a:solidFill>
                  <a:srgbClr val="FFFFFF"/>
                </a:solidFill>
                <a:latin typeface="Helvetica Neue"/>
                <a:ea typeface="Helvetica Neue"/>
                <a:cs typeface="Helvetica Neue"/>
              </a:rPr>
              <a:t>Записи и ответы между приёмами</a:t>
            </a:r>
          </a:p>
        </p:txBody>
      </p:sp>
      <p:pic>
        <p:nvPicPr>
          <p:cNvPr id="75" name="">
            <a:extLst xmlns:a="http://schemas.openxmlformats.org/drawingml/2006/main">
              <a:ext uri="{FF2B5EF4-FFF2-40B4-BE49-F238E27FC236}">
                <a16:creationId xmlns:a16="http://schemas.microsoft.com/office/drawing/2014/main" id="{277F1DDC-759F-4100-8EB6-D099E7E9E358}"/>
              </a:ext>
            </a:extLst>
          </p:cNvPr>
          <p:cNvPicPr>
            <a:picLocks xmlns:a="http://schemas.openxmlformats.org/drawingml/2006/main" noChangeAspect="1"/>
          </p:cNvPicPr>
          <p:nvPr/>
        </p:nvPicPr>
        <p:blipFill>
          <a:blip xmlns:r="http://schemas.openxmlformats.org/officeDocument/2006/relationships" xmlns:a="http://schemas.openxmlformats.org/drawingml/2006/main" r:embed="Rcf31721be7844eb3"/>
          <a:stretch xmlns:a="http://schemas.openxmlformats.org/drawingml/2006/main"/>
        </p:blipFill>
        <p:spPr>
          <a:xfrm xmlns:a="http://schemas.openxmlformats.org/drawingml/2006/main">
            <a:off x="533400" y="2134439"/>
            <a:ext cx="6572250" cy="4427447"/>
          </a:xfrm>
          <a:prstGeom xmlns:a="http://schemas.openxmlformats.org/drawingml/2006/main" prst="roundRect">
            <a:avLst>
              <a:gd name="adj" fmla="val 5376"/>
            </a:avLst>
          </a:prstGeom>
        </p:spPr>
      </p:pic>
      <p:sp>
        <p:nvSpPr>
          <p:cNvPr id="76" name="">
            <a:extLst xmlns:a="http://schemas.openxmlformats.org/drawingml/2006/main">
              <a:ext uri="{FF2B5EF4-FFF2-40B4-BE49-F238E27FC236}">
                <a16:creationId xmlns:a16="http://schemas.microsoft.com/office/drawing/2014/main" id="{725CE265-E659-409A-989D-A9BF999D762C}"/>
              </a:ext>
            </a:extLst>
          </p:cNvPr>
          <p:cNvSpPr>
            <a:spLocks xmlns:a="http://schemas.openxmlformats.org/drawingml/2006/main" noGrp="1"/>
          </p:cNvSpPr>
          <p:nvPr/>
        </p:nvSpPr>
        <p:spPr>
          <a:xfrm xmlns:a="http://schemas.openxmlformats.org/drawingml/2006/main">
            <a:off x="7620000" y="2228850"/>
            <a:ext cx="403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325" b="1">
                <a:solidFill>
                  <a:srgbClr val="FFFFFF"/>
                </a:solidFill>
                <a:latin typeface="Helvetica Neue"/>
                <a:ea typeface="Helvetica Neue"/>
                <a:cs typeface="Helvetica Neue"/>
              </a:defRPr>
            </a:defPPr>
            <a:lvl1pPr algn="l">
              <a:defRPr sz="2325" b="1">
                <a:solidFill>
                  <a:srgbClr val="FFFFFF"/>
                </a:solidFill>
                <a:latin typeface="Helvetica Neue"/>
                <a:ea typeface="Helvetica Neue"/>
                <a:cs typeface="Helvetica Neue"/>
              </a:defRPr>
            </a:lvl1pPr>
            <a:lvl2pPr algn="l">
              <a:defRPr sz="2325" b="1">
                <a:solidFill>
                  <a:srgbClr val="FFFFFF"/>
                </a:solidFill>
                <a:latin typeface="Helvetica Neue"/>
                <a:ea typeface="Helvetica Neue"/>
                <a:cs typeface="Helvetica Neue"/>
              </a:defRPr>
            </a:lvl2pPr>
            <a:lvl3pPr algn="l">
              <a:defRPr sz="2325" b="1">
                <a:solidFill>
                  <a:srgbClr val="FFFFFF"/>
                </a:solidFill>
                <a:latin typeface="Helvetica Neue"/>
                <a:ea typeface="Helvetica Neue"/>
                <a:cs typeface="Helvetica Neue"/>
              </a:defRPr>
            </a:lvl3pPr>
            <a:lvl4pPr algn="l">
              <a:defRPr sz="2325" b="1">
                <a:solidFill>
                  <a:srgbClr val="FFFFFF"/>
                </a:solidFill>
                <a:latin typeface="Helvetica Neue"/>
                <a:ea typeface="Helvetica Neue"/>
                <a:cs typeface="Helvetica Neue"/>
              </a:defRPr>
            </a:lvl4pPr>
            <a:lvl5pPr algn="l">
              <a:defRPr sz="2325" b="1">
                <a:solidFill>
                  <a:srgbClr val="FFFFFF"/>
                </a:solidFill>
                <a:latin typeface="Helvetica Neue"/>
                <a:ea typeface="Helvetica Neue"/>
                <a:cs typeface="Helvetica Neue"/>
              </a:defRPr>
            </a:lvl5pPr>
            <a:lvl6pPr algn="l">
              <a:defRPr sz="2325" b="1">
                <a:solidFill>
                  <a:srgbClr val="FFFFFF"/>
                </a:solidFill>
                <a:latin typeface="Helvetica Neue"/>
                <a:ea typeface="Helvetica Neue"/>
                <a:cs typeface="Helvetica Neue"/>
              </a:defRPr>
            </a:lvl6pPr>
            <a:lvl7pPr algn="l">
              <a:defRPr sz="2325" b="1">
                <a:solidFill>
                  <a:srgbClr val="FFFFFF"/>
                </a:solidFill>
                <a:latin typeface="Helvetica Neue"/>
                <a:ea typeface="Helvetica Neue"/>
                <a:cs typeface="Helvetica Neue"/>
              </a:defRPr>
            </a:lvl7pPr>
            <a:lvl8pPr algn="l">
              <a:defRPr sz="2325" b="1">
                <a:solidFill>
                  <a:srgbClr val="FFFFFF"/>
                </a:solidFill>
                <a:latin typeface="Helvetica Neue"/>
                <a:ea typeface="Helvetica Neue"/>
                <a:cs typeface="Helvetica Neue"/>
              </a:defRPr>
            </a:lvl8pPr>
            <a:lvl9pPr algn="l">
              <a:defRPr sz="2325" b="1">
                <a:solidFill>
                  <a:srgbClr val="FFFFFF"/>
                </a:solidFill>
                <a:latin typeface="Helvetica Neue"/>
                <a:ea typeface="Helvetica Neue"/>
                <a:cs typeface="Helvetica Neue"/>
              </a:defRPr>
            </a:lvl9pPr>
          </a:lstStyle>
          <a:p xmlns:a="http://schemas.openxmlformats.org/drawingml/2006/main">
            <a:pPr algn="l">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Самочувствие</a:t>
            </a:r>
          </a:p>
        </p:txBody>
      </p:sp>
      <p:sp>
        <p:nvSpPr>
          <p:cNvPr id="77" name="">
            <a:extLst xmlns:a="http://schemas.openxmlformats.org/drawingml/2006/main">
              <a:ext uri="{FF2B5EF4-FFF2-40B4-BE49-F238E27FC236}">
                <a16:creationId xmlns:a16="http://schemas.microsoft.com/office/drawing/2014/main" id="{F6129AF7-68C6-4B73-A713-8CDF9D71C6DB}"/>
              </a:ext>
            </a:extLst>
          </p:cNvPr>
          <p:cNvSpPr>
            <a:spLocks xmlns:a="http://schemas.openxmlformats.org/drawingml/2006/main" noGrp="1"/>
          </p:cNvSpPr>
          <p:nvPr/>
        </p:nvSpPr>
        <p:spPr>
          <a:xfrm xmlns:a="http://schemas.openxmlformats.org/drawingml/2006/main">
            <a:off x="7620000" y="2790825"/>
            <a:ext cx="40386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950" b="0">
                <a:solidFill>
                  <a:srgbClr val="ADC5FF"/>
                </a:solidFill>
                <a:latin typeface="Helvetica Neue"/>
                <a:ea typeface="Helvetica Neue"/>
                <a:cs typeface="Helvetica Neue"/>
              </a:defRPr>
            </a:defPPr>
            <a:lvl1pPr algn="l">
              <a:defRPr sz="1950" b="0">
                <a:solidFill>
                  <a:srgbClr val="ADC5FF"/>
                </a:solidFill>
                <a:latin typeface="Helvetica Neue"/>
                <a:ea typeface="Helvetica Neue"/>
                <a:cs typeface="Helvetica Neue"/>
              </a:defRPr>
            </a:lvl1pPr>
            <a:lvl2pPr algn="l">
              <a:defRPr sz="1950" b="0">
                <a:solidFill>
                  <a:srgbClr val="ADC5FF"/>
                </a:solidFill>
                <a:latin typeface="Helvetica Neue"/>
                <a:ea typeface="Helvetica Neue"/>
                <a:cs typeface="Helvetica Neue"/>
              </a:defRPr>
            </a:lvl2pPr>
            <a:lvl3pPr algn="l">
              <a:defRPr sz="1950" b="0">
                <a:solidFill>
                  <a:srgbClr val="ADC5FF"/>
                </a:solidFill>
                <a:latin typeface="Helvetica Neue"/>
                <a:ea typeface="Helvetica Neue"/>
                <a:cs typeface="Helvetica Neue"/>
              </a:defRPr>
            </a:lvl3pPr>
            <a:lvl4pPr algn="l">
              <a:defRPr sz="1950" b="0">
                <a:solidFill>
                  <a:srgbClr val="ADC5FF"/>
                </a:solidFill>
                <a:latin typeface="Helvetica Neue"/>
                <a:ea typeface="Helvetica Neue"/>
                <a:cs typeface="Helvetica Neue"/>
              </a:defRPr>
            </a:lvl4pPr>
            <a:lvl5pPr algn="l">
              <a:defRPr sz="1950" b="0">
                <a:solidFill>
                  <a:srgbClr val="ADC5FF"/>
                </a:solidFill>
                <a:latin typeface="Helvetica Neue"/>
                <a:ea typeface="Helvetica Neue"/>
                <a:cs typeface="Helvetica Neue"/>
              </a:defRPr>
            </a:lvl5pPr>
            <a:lvl6pPr algn="l">
              <a:defRPr sz="1950" b="0">
                <a:solidFill>
                  <a:srgbClr val="ADC5FF"/>
                </a:solidFill>
                <a:latin typeface="Helvetica Neue"/>
                <a:ea typeface="Helvetica Neue"/>
                <a:cs typeface="Helvetica Neue"/>
              </a:defRPr>
            </a:lvl6pPr>
            <a:lvl7pPr algn="l">
              <a:defRPr sz="1950" b="0">
                <a:solidFill>
                  <a:srgbClr val="ADC5FF"/>
                </a:solidFill>
                <a:latin typeface="Helvetica Neue"/>
                <a:ea typeface="Helvetica Neue"/>
                <a:cs typeface="Helvetica Neue"/>
              </a:defRPr>
            </a:lvl7pPr>
            <a:lvl8pPr algn="l">
              <a:defRPr sz="1950" b="0">
                <a:solidFill>
                  <a:srgbClr val="ADC5FF"/>
                </a:solidFill>
                <a:latin typeface="Helvetica Neue"/>
                <a:ea typeface="Helvetica Neue"/>
                <a:cs typeface="Helvetica Neue"/>
              </a:defRPr>
            </a:lvl8pPr>
            <a:lvl9pPr algn="l">
              <a:defRPr sz="1950" b="0">
                <a:solidFill>
                  <a:srgbClr val="ADC5FF"/>
                </a:solidFill>
                <a:latin typeface="Helvetica Neue"/>
                <a:ea typeface="Helvetica Neue"/>
                <a:cs typeface="Helvetica Neue"/>
              </a:defRPr>
            </a:lvl9pPr>
          </a:lstStyle>
          <a:p xmlns:a="http://schemas.openxmlformats.org/drawingml/2006/main">
            <a:pPr algn="l">
              <a:defRPr sz="1950" b="0">
                <a:solidFill>
                  <a:srgbClr val="ADC5FF"/>
                </a:solidFill>
                <a:latin typeface="Helvetica Neue"/>
                <a:ea typeface="Helvetica Neue"/>
                <a:cs typeface="Helvetica Neue"/>
              </a:defRPr>
            </a:pPr>
            <a:r>
              <a:rPr sz="1950" b="0">
                <a:solidFill>
                  <a:srgbClr val="ADC5FF"/>
                </a:solidFill>
                <a:latin typeface="Helvetica Neue"/>
                <a:ea typeface="Helvetica Neue"/>
                <a:cs typeface="Helvetica Neue"/>
              </a:rPr>
              <a:t>Пять показателей</a:t>
            </a:r>
          </a:p>
          <a:p xmlns:a="http://schemas.openxmlformats.org/drawingml/2006/main">
            <a:pPr algn="l">
              <a:defRPr sz="1950" b="0">
                <a:solidFill>
                  <a:srgbClr val="ADC5FF"/>
                </a:solidFill>
                <a:latin typeface="Helvetica Neue"/>
                <a:ea typeface="Helvetica Neue"/>
                <a:cs typeface="Helvetica Neue"/>
              </a:defRPr>
            </a:pPr>
            <a:r>
              <a:rPr sz="1950" b="0">
                <a:solidFill>
                  <a:srgbClr val="ADC5FF"/>
                </a:solidFill>
                <a:latin typeface="Helvetica Neue"/>
                <a:ea typeface="Helvetica Neue"/>
                <a:cs typeface="Helvetica Neue"/>
              </a:rPr>
              <a:t>и комментарий пациента</a:t>
            </a:r>
          </a:p>
        </p:txBody>
      </p:sp>
      <p:sp>
        <p:nvSpPr>
          <p:cNvPr id="78" name="">
            <a:extLst xmlns:a="http://schemas.openxmlformats.org/drawingml/2006/main">
              <a:ext uri="{FF2B5EF4-FFF2-40B4-BE49-F238E27FC236}">
                <a16:creationId xmlns:a16="http://schemas.microsoft.com/office/drawing/2014/main" id="{920287BA-8622-4409-A005-D9F246242D71}"/>
              </a:ext>
            </a:extLst>
          </p:cNvPr>
          <p:cNvSpPr>
            <a:spLocks xmlns:a="http://schemas.openxmlformats.org/drawingml/2006/main" noGrp="1"/>
          </p:cNvSpPr>
          <p:nvPr/>
        </p:nvSpPr>
        <p:spPr>
          <a:xfrm xmlns:a="http://schemas.openxmlformats.org/drawingml/2006/main">
            <a:off x="7620000" y="3733800"/>
            <a:ext cx="403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325" b="1">
                <a:solidFill>
                  <a:srgbClr val="FFFFFF"/>
                </a:solidFill>
                <a:latin typeface="Helvetica Neue"/>
                <a:ea typeface="Helvetica Neue"/>
                <a:cs typeface="Helvetica Neue"/>
              </a:defRPr>
            </a:defPPr>
            <a:lvl1pPr algn="l">
              <a:defRPr sz="2325" b="1">
                <a:solidFill>
                  <a:srgbClr val="FFFFFF"/>
                </a:solidFill>
                <a:latin typeface="Helvetica Neue"/>
                <a:ea typeface="Helvetica Neue"/>
                <a:cs typeface="Helvetica Neue"/>
              </a:defRPr>
            </a:lvl1pPr>
            <a:lvl2pPr algn="l">
              <a:defRPr sz="2325" b="1">
                <a:solidFill>
                  <a:srgbClr val="FFFFFF"/>
                </a:solidFill>
                <a:latin typeface="Helvetica Neue"/>
                <a:ea typeface="Helvetica Neue"/>
                <a:cs typeface="Helvetica Neue"/>
              </a:defRPr>
            </a:lvl2pPr>
            <a:lvl3pPr algn="l">
              <a:defRPr sz="2325" b="1">
                <a:solidFill>
                  <a:srgbClr val="FFFFFF"/>
                </a:solidFill>
                <a:latin typeface="Helvetica Neue"/>
                <a:ea typeface="Helvetica Neue"/>
                <a:cs typeface="Helvetica Neue"/>
              </a:defRPr>
            </a:lvl3pPr>
            <a:lvl4pPr algn="l">
              <a:defRPr sz="2325" b="1">
                <a:solidFill>
                  <a:srgbClr val="FFFFFF"/>
                </a:solidFill>
                <a:latin typeface="Helvetica Neue"/>
                <a:ea typeface="Helvetica Neue"/>
                <a:cs typeface="Helvetica Neue"/>
              </a:defRPr>
            </a:lvl4pPr>
            <a:lvl5pPr algn="l">
              <a:defRPr sz="2325" b="1">
                <a:solidFill>
                  <a:srgbClr val="FFFFFF"/>
                </a:solidFill>
                <a:latin typeface="Helvetica Neue"/>
                <a:ea typeface="Helvetica Neue"/>
                <a:cs typeface="Helvetica Neue"/>
              </a:defRPr>
            </a:lvl5pPr>
            <a:lvl6pPr algn="l">
              <a:defRPr sz="2325" b="1">
                <a:solidFill>
                  <a:srgbClr val="FFFFFF"/>
                </a:solidFill>
                <a:latin typeface="Helvetica Neue"/>
                <a:ea typeface="Helvetica Neue"/>
                <a:cs typeface="Helvetica Neue"/>
              </a:defRPr>
            </a:lvl6pPr>
            <a:lvl7pPr algn="l">
              <a:defRPr sz="2325" b="1">
                <a:solidFill>
                  <a:srgbClr val="FFFFFF"/>
                </a:solidFill>
                <a:latin typeface="Helvetica Neue"/>
                <a:ea typeface="Helvetica Neue"/>
                <a:cs typeface="Helvetica Neue"/>
              </a:defRPr>
            </a:lvl7pPr>
            <a:lvl8pPr algn="l">
              <a:defRPr sz="2325" b="1">
                <a:solidFill>
                  <a:srgbClr val="FFFFFF"/>
                </a:solidFill>
                <a:latin typeface="Helvetica Neue"/>
                <a:ea typeface="Helvetica Neue"/>
                <a:cs typeface="Helvetica Neue"/>
              </a:defRPr>
            </a:lvl8pPr>
            <a:lvl9pPr algn="l">
              <a:defRPr sz="2325" b="1">
                <a:solidFill>
                  <a:srgbClr val="FFFFFF"/>
                </a:solidFill>
                <a:latin typeface="Helvetica Neue"/>
                <a:ea typeface="Helvetica Neue"/>
                <a:cs typeface="Helvetica Neue"/>
              </a:defRPr>
            </a:lvl9pPr>
          </a:lstStyle>
          <a:p xmlns:a="http://schemas.openxmlformats.org/drawingml/2006/main">
            <a:pPr algn="l">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Приём лекарства</a:t>
            </a:r>
          </a:p>
        </p:txBody>
      </p:sp>
      <p:sp>
        <p:nvSpPr>
          <p:cNvPr id="79" name="">
            <a:extLst xmlns:a="http://schemas.openxmlformats.org/drawingml/2006/main">
              <a:ext uri="{FF2B5EF4-FFF2-40B4-BE49-F238E27FC236}">
                <a16:creationId xmlns:a16="http://schemas.microsoft.com/office/drawing/2014/main" id="{3BB3A09D-8AA6-4BB5-B06E-2A4FC11CC1C4}"/>
              </a:ext>
            </a:extLst>
          </p:cNvPr>
          <p:cNvSpPr>
            <a:spLocks xmlns:a="http://schemas.openxmlformats.org/drawingml/2006/main" noGrp="1"/>
          </p:cNvSpPr>
          <p:nvPr/>
        </p:nvSpPr>
        <p:spPr>
          <a:xfrm xmlns:a="http://schemas.openxmlformats.org/drawingml/2006/main">
            <a:off x="7620000" y="4295775"/>
            <a:ext cx="4038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950" b="0">
                <a:solidFill>
                  <a:srgbClr val="ADC5FF"/>
                </a:solidFill>
                <a:latin typeface="Helvetica Neue"/>
                <a:ea typeface="Helvetica Neue"/>
                <a:cs typeface="Helvetica Neue"/>
              </a:defRPr>
            </a:defPPr>
            <a:lvl1pPr algn="l">
              <a:defRPr sz="1950" b="0">
                <a:solidFill>
                  <a:srgbClr val="ADC5FF"/>
                </a:solidFill>
                <a:latin typeface="Helvetica Neue"/>
                <a:ea typeface="Helvetica Neue"/>
                <a:cs typeface="Helvetica Neue"/>
              </a:defRPr>
            </a:lvl1pPr>
            <a:lvl2pPr algn="l">
              <a:defRPr sz="1950" b="0">
                <a:solidFill>
                  <a:srgbClr val="ADC5FF"/>
                </a:solidFill>
                <a:latin typeface="Helvetica Neue"/>
                <a:ea typeface="Helvetica Neue"/>
                <a:cs typeface="Helvetica Neue"/>
              </a:defRPr>
            </a:lvl2pPr>
            <a:lvl3pPr algn="l">
              <a:defRPr sz="1950" b="0">
                <a:solidFill>
                  <a:srgbClr val="ADC5FF"/>
                </a:solidFill>
                <a:latin typeface="Helvetica Neue"/>
                <a:ea typeface="Helvetica Neue"/>
                <a:cs typeface="Helvetica Neue"/>
              </a:defRPr>
            </a:lvl3pPr>
            <a:lvl4pPr algn="l">
              <a:defRPr sz="1950" b="0">
                <a:solidFill>
                  <a:srgbClr val="ADC5FF"/>
                </a:solidFill>
                <a:latin typeface="Helvetica Neue"/>
                <a:ea typeface="Helvetica Neue"/>
                <a:cs typeface="Helvetica Neue"/>
              </a:defRPr>
            </a:lvl4pPr>
            <a:lvl5pPr algn="l">
              <a:defRPr sz="1950" b="0">
                <a:solidFill>
                  <a:srgbClr val="ADC5FF"/>
                </a:solidFill>
                <a:latin typeface="Helvetica Neue"/>
                <a:ea typeface="Helvetica Neue"/>
                <a:cs typeface="Helvetica Neue"/>
              </a:defRPr>
            </a:lvl5pPr>
            <a:lvl6pPr algn="l">
              <a:defRPr sz="1950" b="0">
                <a:solidFill>
                  <a:srgbClr val="ADC5FF"/>
                </a:solidFill>
                <a:latin typeface="Helvetica Neue"/>
                <a:ea typeface="Helvetica Neue"/>
                <a:cs typeface="Helvetica Neue"/>
              </a:defRPr>
            </a:lvl6pPr>
            <a:lvl7pPr algn="l">
              <a:defRPr sz="1950" b="0">
                <a:solidFill>
                  <a:srgbClr val="ADC5FF"/>
                </a:solidFill>
                <a:latin typeface="Helvetica Neue"/>
                <a:ea typeface="Helvetica Neue"/>
                <a:cs typeface="Helvetica Neue"/>
              </a:defRPr>
            </a:lvl7pPr>
            <a:lvl8pPr algn="l">
              <a:defRPr sz="1950" b="0">
                <a:solidFill>
                  <a:srgbClr val="ADC5FF"/>
                </a:solidFill>
                <a:latin typeface="Helvetica Neue"/>
                <a:ea typeface="Helvetica Neue"/>
                <a:cs typeface="Helvetica Neue"/>
              </a:defRPr>
            </a:lvl8pPr>
            <a:lvl9pPr algn="l">
              <a:defRPr sz="1950" b="0">
                <a:solidFill>
                  <a:srgbClr val="ADC5FF"/>
                </a:solidFill>
                <a:latin typeface="Helvetica Neue"/>
                <a:ea typeface="Helvetica Neue"/>
                <a:cs typeface="Helvetica Neue"/>
              </a:defRPr>
            </a:lvl9pPr>
          </a:lstStyle>
          <a:p xmlns:a="http://schemas.openxmlformats.org/drawingml/2006/main">
            <a:pPr algn="l">
              <a:defRPr sz="1950" b="0">
                <a:solidFill>
                  <a:srgbClr val="ADC5FF"/>
                </a:solidFill>
                <a:latin typeface="Helvetica Neue"/>
                <a:ea typeface="Helvetica Neue"/>
                <a:cs typeface="Helvetica Neue"/>
              </a:defRPr>
            </a:pPr>
            <a:r>
              <a:rPr sz="1950" b="0">
                <a:solidFill>
                  <a:srgbClr val="ADC5FF"/>
                </a:solidFill>
                <a:latin typeface="Helvetica Neue"/>
                <a:ea typeface="Helvetica Neue"/>
                <a:cs typeface="Helvetica Neue"/>
              </a:rPr>
              <a:t>Фактический приём</a:t>
            </a:r>
          </a:p>
          <a:p xmlns:a="http://schemas.openxmlformats.org/drawingml/2006/main">
            <a:pPr algn="l">
              <a:defRPr sz="1950" b="0">
                <a:solidFill>
                  <a:srgbClr val="ADC5FF"/>
                </a:solidFill>
                <a:latin typeface="Helvetica Neue"/>
                <a:ea typeface="Helvetica Neue"/>
                <a:cs typeface="Helvetica Neue"/>
              </a:defRPr>
            </a:pPr>
            <a:r>
              <a:rPr sz="1950" b="0">
                <a:solidFill>
                  <a:srgbClr val="ADC5FF"/>
                </a:solidFill>
                <a:latin typeface="Helvetica Neue"/>
                <a:ea typeface="Helvetica Neue"/>
                <a:cs typeface="Helvetica Neue"/>
              </a:rPr>
              <a:t>или явный пропуск</a:t>
            </a:r>
          </a:p>
        </p:txBody>
      </p:sp>
      <p:sp>
        <p:nvSpPr>
          <p:cNvPr id="80" name="">
            <a:extLst xmlns:a="http://schemas.openxmlformats.org/drawingml/2006/main">
              <a:ext uri="{FF2B5EF4-FFF2-40B4-BE49-F238E27FC236}">
                <a16:creationId xmlns:a16="http://schemas.microsoft.com/office/drawing/2014/main" id="{048E677F-C10B-49AA-B519-D37AB95254E0}"/>
              </a:ext>
            </a:extLst>
          </p:cNvPr>
          <p:cNvSpPr>
            <a:spLocks xmlns:a="http://schemas.openxmlformats.org/drawingml/2006/main" noGrp="1"/>
          </p:cNvSpPr>
          <p:nvPr/>
        </p:nvSpPr>
        <p:spPr>
          <a:xfrm xmlns:a="http://schemas.openxmlformats.org/drawingml/2006/main">
            <a:off x="7620000" y="5219700"/>
            <a:ext cx="403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325" b="1">
                <a:solidFill>
                  <a:srgbClr val="FFFFFF"/>
                </a:solidFill>
                <a:latin typeface="Helvetica Neue"/>
                <a:ea typeface="Helvetica Neue"/>
                <a:cs typeface="Helvetica Neue"/>
              </a:defRPr>
            </a:defPPr>
            <a:lvl1pPr algn="l">
              <a:defRPr sz="2325" b="1">
                <a:solidFill>
                  <a:srgbClr val="FFFFFF"/>
                </a:solidFill>
                <a:latin typeface="Helvetica Neue"/>
                <a:ea typeface="Helvetica Neue"/>
                <a:cs typeface="Helvetica Neue"/>
              </a:defRPr>
            </a:lvl1pPr>
            <a:lvl2pPr algn="l">
              <a:defRPr sz="2325" b="1">
                <a:solidFill>
                  <a:srgbClr val="FFFFFF"/>
                </a:solidFill>
                <a:latin typeface="Helvetica Neue"/>
                <a:ea typeface="Helvetica Neue"/>
                <a:cs typeface="Helvetica Neue"/>
              </a:defRPr>
            </a:lvl2pPr>
            <a:lvl3pPr algn="l">
              <a:defRPr sz="2325" b="1">
                <a:solidFill>
                  <a:srgbClr val="FFFFFF"/>
                </a:solidFill>
                <a:latin typeface="Helvetica Neue"/>
                <a:ea typeface="Helvetica Neue"/>
                <a:cs typeface="Helvetica Neue"/>
              </a:defRPr>
            </a:lvl3pPr>
            <a:lvl4pPr algn="l">
              <a:defRPr sz="2325" b="1">
                <a:solidFill>
                  <a:srgbClr val="FFFFFF"/>
                </a:solidFill>
                <a:latin typeface="Helvetica Neue"/>
                <a:ea typeface="Helvetica Neue"/>
                <a:cs typeface="Helvetica Neue"/>
              </a:defRPr>
            </a:lvl4pPr>
            <a:lvl5pPr algn="l">
              <a:defRPr sz="2325" b="1">
                <a:solidFill>
                  <a:srgbClr val="FFFFFF"/>
                </a:solidFill>
                <a:latin typeface="Helvetica Neue"/>
                <a:ea typeface="Helvetica Neue"/>
                <a:cs typeface="Helvetica Neue"/>
              </a:defRPr>
            </a:lvl5pPr>
            <a:lvl6pPr algn="l">
              <a:defRPr sz="2325" b="1">
                <a:solidFill>
                  <a:srgbClr val="FFFFFF"/>
                </a:solidFill>
                <a:latin typeface="Helvetica Neue"/>
                <a:ea typeface="Helvetica Neue"/>
                <a:cs typeface="Helvetica Neue"/>
              </a:defRPr>
            </a:lvl6pPr>
            <a:lvl7pPr algn="l">
              <a:defRPr sz="2325" b="1">
                <a:solidFill>
                  <a:srgbClr val="FFFFFF"/>
                </a:solidFill>
                <a:latin typeface="Helvetica Neue"/>
                <a:ea typeface="Helvetica Neue"/>
                <a:cs typeface="Helvetica Neue"/>
              </a:defRPr>
            </a:lvl7pPr>
            <a:lvl8pPr algn="l">
              <a:defRPr sz="2325" b="1">
                <a:solidFill>
                  <a:srgbClr val="FFFFFF"/>
                </a:solidFill>
                <a:latin typeface="Helvetica Neue"/>
                <a:ea typeface="Helvetica Neue"/>
                <a:cs typeface="Helvetica Neue"/>
              </a:defRPr>
            </a:lvl8pPr>
            <a:lvl9pPr algn="l">
              <a:defRPr sz="2325" b="1">
                <a:solidFill>
                  <a:srgbClr val="FFFFFF"/>
                </a:solidFill>
                <a:latin typeface="Helvetica Neue"/>
                <a:ea typeface="Helvetica Neue"/>
                <a:cs typeface="Helvetica Neue"/>
              </a:defRPr>
            </a:lvl9pPr>
          </a:lstStyle>
          <a:p xmlns:a="http://schemas.openxmlformats.org/drawingml/2006/main">
            <a:pPr algn="l">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Анкеты</a:t>
            </a:r>
          </a:p>
        </p:txBody>
      </p:sp>
      <p:sp>
        <p:nvSpPr>
          <p:cNvPr id="81" name="">
            <a:extLst xmlns:a="http://schemas.openxmlformats.org/drawingml/2006/main">
              <a:ext uri="{FF2B5EF4-FFF2-40B4-BE49-F238E27FC236}">
                <a16:creationId xmlns:a16="http://schemas.microsoft.com/office/drawing/2014/main" id="{8518AF35-12D4-4996-9040-698DCAA9B362}"/>
              </a:ext>
            </a:extLst>
          </p:cNvPr>
          <p:cNvSpPr>
            <a:spLocks xmlns:a="http://schemas.openxmlformats.org/drawingml/2006/main" noGrp="1"/>
          </p:cNvSpPr>
          <p:nvPr/>
        </p:nvSpPr>
        <p:spPr>
          <a:xfrm xmlns:a="http://schemas.openxmlformats.org/drawingml/2006/main">
            <a:off x="7620000" y="5781675"/>
            <a:ext cx="4038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950" b="0">
                <a:solidFill>
                  <a:srgbClr val="ADC5FF"/>
                </a:solidFill>
                <a:latin typeface="Helvetica Neue"/>
                <a:ea typeface="Helvetica Neue"/>
                <a:cs typeface="Helvetica Neue"/>
              </a:defRPr>
            </a:defPPr>
            <a:lvl1pPr algn="l">
              <a:defRPr sz="1950" b="0">
                <a:solidFill>
                  <a:srgbClr val="ADC5FF"/>
                </a:solidFill>
                <a:latin typeface="Helvetica Neue"/>
                <a:ea typeface="Helvetica Neue"/>
                <a:cs typeface="Helvetica Neue"/>
              </a:defRPr>
            </a:lvl1pPr>
            <a:lvl2pPr algn="l">
              <a:defRPr sz="1950" b="0">
                <a:solidFill>
                  <a:srgbClr val="ADC5FF"/>
                </a:solidFill>
                <a:latin typeface="Helvetica Neue"/>
                <a:ea typeface="Helvetica Neue"/>
                <a:cs typeface="Helvetica Neue"/>
              </a:defRPr>
            </a:lvl2pPr>
            <a:lvl3pPr algn="l">
              <a:defRPr sz="1950" b="0">
                <a:solidFill>
                  <a:srgbClr val="ADC5FF"/>
                </a:solidFill>
                <a:latin typeface="Helvetica Neue"/>
                <a:ea typeface="Helvetica Neue"/>
                <a:cs typeface="Helvetica Neue"/>
              </a:defRPr>
            </a:lvl3pPr>
            <a:lvl4pPr algn="l">
              <a:defRPr sz="1950" b="0">
                <a:solidFill>
                  <a:srgbClr val="ADC5FF"/>
                </a:solidFill>
                <a:latin typeface="Helvetica Neue"/>
                <a:ea typeface="Helvetica Neue"/>
                <a:cs typeface="Helvetica Neue"/>
              </a:defRPr>
            </a:lvl4pPr>
            <a:lvl5pPr algn="l">
              <a:defRPr sz="1950" b="0">
                <a:solidFill>
                  <a:srgbClr val="ADC5FF"/>
                </a:solidFill>
                <a:latin typeface="Helvetica Neue"/>
                <a:ea typeface="Helvetica Neue"/>
                <a:cs typeface="Helvetica Neue"/>
              </a:defRPr>
            </a:lvl5pPr>
            <a:lvl6pPr algn="l">
              <a:defRPr sz="1950" b="0">
                <a:solidFill>
                  <a:srgbClr val="ADC5FF"/>
                </a:solidFill>
                <a:latin typeface="Helvetica Neue"/>
                <a:ea typeface="Helvetica Neue"/>
                <a:cs typeface="Helvetica Neue"/>
              </a:defRPr>
            </a:lvl6pPr>
            <a:lvl7pPr algn="l">
              <a:defRPr sz="1950" b="0">
                <a:solidFill>
                  <a:srgbClr val="ADC5FF"/>
                </a:solidFill>
                <a:latin typeface="Helvetica Neue"/>
                <a:ea typeface="Helvetica Neue"/>
                <a:cs typeface="Helvetica Neue"/>
              </a:defRPr>
            </a:lvl7pPr>
            <a:lvl8pPr algn="l">
              <a:defRPr sz="1950" b="0">
                <a:solidFill>
                  <a:srgbClr val="ADC5FF"/>
                </a:solidFill>
                <a:latin typeface="Helvetica Neue"/>
                <a:ea typeface="Helvetica Neue"/>
                <a:cs typeface="Helvetica Neue"/>
              </a:defRPr>
            </a:lvl8pPr>
            <a:lvl9pPr algn="l">
              <a:defRPr sz="1950" b="0">
                <a:solidFill>
                  <a:srgbClr val="ADC5FF"/>
                </a:solidFill>
                <a:latin typeface="Helvetica Neue"/>
                <a:ea typeface="Helvetica Neue"/>
                <a:cs typeface="Helvetica Neue"/>
              </a:defRPr>
            </a:lvl9pPr>
          </a:lstStyle>
          <a:p xmlns:a="http://schemas.openxmlformats.org/drawingml/2006/main">
            <a:pPr algn="l">
              <a:defRPr sz="1950" b="0">
                <a:solidFill>
                  <a:srgbClr val="ADC5FF"/>
                </a:solidFill>
                <a:latin typeface="Helvetica Neue"/>
                <a:ea typeface="Helvetica Neue"/>
                <a:cs typeface="Helvetica Neue"/>
              </a:defRPr>
            </a:pPr>
            <a:r>
              <a:rPr sz="1950" b="0">
                <a:solidFill>
                  <a:srgbClr val="ADC5FF"/>
                </a:solidFill>
                <a:latin typeface="Helvetica Neue"/>
                <a:ea typeface="Helvetica Neue"/>
                <a:cs typeface="Helvetica Neue"/>
              </a:rPr>
              <a:t>Ответы по плану врача</a:t>
            </a:r>
          </a:p>
        </p:txBody>
      </p:sp>
      <p:sp>
        <p:nvSpPr>
          <p:cNvPr id="82" name="">
            <a:extLst xmlns:a="http://schemas.openxmlformats.org/drawingml/2006/main">
              <a:ext uri="{FF2B5EF4-FFF2-40B4-BE49-F238E27FC236}">
                <a16:creationId xmlns:a16="http://schemas.microsoft.com/office/drawing/2014/main" id="{63C1A534-A94C-42BA-A73D-685FC74DCA8A}"/>
              </a:ext>
            </a:extLst>
          </p:cNvPr>
          <p:cNvSpPr>
            <a:spLocks xmlns:a="http://schemas.openxmlformats.org/drawingml/2006/main" noGrp="1"/>
          </p:cNvSpPr>
          <p:nvPr/>
        </p:nvSpPr>
        <p:spPr>
          <a:xfrm xmlns:a="http://schemas.openxmlformats.org/drawingml/2006/main">
            <a:off x="7620000" y="6477000"/>
            <a:ext cx="4038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275" b="0">
                <a:solidFill>
                  <a:srgbClr val="ADC5FF"/>
                </a:solidFill>
                <a:latin typeface="Helvetica Neue"/>
                <a:ea typeface="Helvetica Neue"/>
                <a:cs typeface="Helvetica Neue"/>
              </a:defRPr>
            </a:defPPr>
            <a:lvl1pPr algn="l">
              <a:defRPr sz="1275" b="0">
                <a:solidFill>
                  <a:srgbClr val="ADC5FF"/>
                </a:solidFill>
                <a:latin typeface="Helvetica Neue"/>
                <a:ea typeface="Helvetica Neue"/>
                <a:cs typeface="Helvetica Neue"/>
              </a:defRPr>
            </a:lvl1pPr>
            <a:lvl2pPr algn="l">
              <a:defRPr sz="1275" b="0">
                <a:solidFill>
                  <a:srgbClr val="ADC5FF"/>
                </a:solidFill>
                <a:latin typeface="Helvetica Neue"/>
                <a:ea typeface="Helvetica Neue"/>
                <a:cs typeface="Helvetica Neue"/>
              </a:defRPr>
            </a:lvl2pPr>
            <a:lvl3pPr algn="l">
              <a:defRPr sz="1275" b="0">
                <a:solidFill>
                  <a:srgbClr val="ADC5FF"/>
                </a:solidFill>
                <a:latin typeface="Helvetica Neue"/>
                <a:ea typeface="Helvetica Neue"/>
                <a:cs typeface="Helvetica Neue"/>
              </a:defRPr>
            </a:lvl3pPr>
            <a:lvl4pPr algn="l">
              <a:defRPr sz="1275" b="0">
                <a:solidFill>
                  <a:srgbClr val="ADC5FF"/>
                </a:solidFill>
                <a:latin typeface="Helvetica Neue"/>
                <a:ea typeface="Helvetica Neue"/>
                <a:cs typeface="Helvetica Neue"/>
              </a:defRPr>
            </a:lvl4pPr>
            <a:lvl5pPr algn="l">
              <a:defRPr sz="1275" b="0">
                <a:solidFill>
                  <a:srgbClr val="ADC5FF"/>
                </a:solidFill>
                <a:latin typeface="Helvetica Neue"/>
                <a:ea typeface="Helvetica Neue"/>
                <a:cs typeface="Helvetica Neue"/>
              </a:defRPr>
            </a:lvl5pPr>
            <a:lvl6pPr algn="l">
              <a:defRPr sz="1275" b="0">
                <a:solidFill>
                  <a:srgbClr val="ADC5FF"/>
                </a:solidFill>
                <a:latin typeface="Helvetica Neue"/>
                <a:ea typeface="Helvetica Neue"/>
                <a:cs typeface="Helvetica Neue"/>
              </a:defRPr>
            </a:lvl6pPr>
            <a:lvl7pPr algn="l">
              <a:defRPr sz="1275" b="0">
                <a:solidFill>
                  <a:srgbClr val="ADC5FF"/>
                </a:solidFill>
                <a:latin typeface="Helvetica Neue"/>
                <a:ea typeface="Helvetica Neue"/>
                <a:cs typeface="Helvetica Neue"/>
              </a:defRPr>
            </a:lvl7pPr>
            <a:lvl8pPr algn="l">
              <a:defRPr sz="1275" b="0">
                <a:solidFill>
                  <a:srgbClr val="ADC5FF"/>
                </a:solidFill>
                <a:latin typeface="Helvetica Neue"/>
                <a:ea typeface="Helvetica Neue"/>
                <a:cs typeface="Helvetica Neue"/>
              </a:defRPr>
            </a:lvl8pPr>
            <a:lvl9pPr algn="l">
              <a:defRPr sz="1275" b="0">
                <a:solidFill>
                  <a:srgbClr val="ADC5FF"/>
                </a:solidFill>
                <a:latin typeface="Helvetica Neue"/>
                <a:ea typeface="Helvetica Neue"/>
                <a:cs typeface="Helvetica Neue"/>
              </a:defRPr>
            </a:lvl9pPr>
          </a:lstStyle>
          <a:p xmlns:a="http://schemas.openxmlformats.org/drawingml/2006/main">
            <a:pPr algn="l">
              <a:defRPr sz="1275" b="0">
                <a:solidFill>
                  <a:srgbClr val="ADC5FF"/>
                </a:solidFill>
                <a:latin typeface="Helvetica Neue"/>
                <a:ea typeface="Helvetica Neue"/>
                <a:cs typeface="Helvetica Neue"/>
              </a:defRPr>
            </a:pPr>
            <a:r>
              <a:rPr sz="1275" b="0">
                <a:solidFill>
                  <a:srgbClr val="ADC5FF"/>
                </a:solidFill>
                <a:latin typeface="Helvetica Neue"/>
                <a:ea typeface="Helvetica Neue"/>
                <a:cs typeface="Helvetica Neue"/>
              </a:rPr>
              <a:t>Форма ввода, значения по умолчанию</a:t>
            </a:r>
          </a:p>
        </p:txBody>
      </p:sp>
    </p:spTree>
    <p:extLst>
      <p:ext uri="{BB962C8B-B14F-4D97-AF65-F5344CB8AC3E}">
        <p14:creationId xmlns:p14="http://schemas.microsoft.com/office/powerpoint/2010/main" val="1932849796"/>
      </p:ext>
    </p:extLst>
  </p:cSld>
</p:sld>
</file>

<file path=ppt/slides/slide6.xml><?xml version="1.0" encoding="utf-8"?>
<p:sld xmlns:p="http://schemas.openxmlformats.org/presentationml/2006/main">
  <p:cSld>
    <p:bg>
      <p:bgPr>
        <a:solidFill xmlns:a="http://schemas.openxmlformats.org/drawingml/2006/main">
          <a:srgbClr val="191D2D"/>
        </a:solidFill>
      </p:bgPr>
    </p:bg>
    <p:spTree>
      <p:nvGrpSpPr>
        <p:cNvPr id="1" name=""/>
        <p:cNvGrpSpPr/>
        <p:nvPr/>
      </p:nvGrpSpPr>
      <p:grpSpPr>
        <a:xfrm xmlns:a="http://schemas.openxmlformats.org/drawingml/2006/main"/>
      </p:grpSpPr>
      <p:sp>
        <p:nvSpPr>
          <p:cNvPr id="79" name="Google Shape;79;p13">
            <a:extLst xmlns:a="http://schemas.openxmlformats.org/drawingml/2006/main">
              <a:ext uri="{FF2B5EF4-FFF2-40B4-BE49-F238E27FC236}">
                <a16:creationId xmlns:a16="http://schemas.microsoft.com/office/drawing/2014/main" id="{E0D615DF-10BB-4780-9CC3-10A7C2368685}"/>
              </a:ext>
            </a:extLst>
          </p:cNvPr>
          <p:cNvSpPr>
            <a:spLocks xmlns:a="http://schemas.openxmlformats.org/drawingml/2006/main" noGrp="1"/>
          </p:cNvSpPr>
          <p:nvPr/>
        </p:nvSpPr>
        <p:spPr>
          <a:xfrm xmlns:a="http://schemas.openxmlformats.org/drawingml/2006/main">
            <a:off x="381000" y="247650"/>
            <a:ext cx="11430000" cy="628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0" name="Google Shape;80;p13">
            <a:extLst xmlns:a="http://schemas.openxmlformats.org/drawingml/2006/main">
              <a:ext uri="{FF2B5EF4-FFF2-40B4-BE49-F238E27FC236}">
                <a16:creationId xmlns:a16="http://schemas.microsoft.com/office/drawing/2014/main" id="{B060CAE8-3D0E-4363-910D-DB44E47CA167}"/>
              </a:ext>
            </a:extLst>
          </p:cNvPr>
          <p:cNvSpPr>
            <a:spLocks xmlns:a="http://schemas.openxmlformats.org/drawingml/2006/main" noGrp="1"/>
          </p:cNvSpPr>
          <p:nvPr/>
        </p:nvSpPr>
        <p:spPr>
          <a:xfrm xmlns:a="http://schemas.openxmlformats.org/drawingml/2006/main">
            <a:off x="1066800" y="371400"/>
            <a:ext cx="7961400" cy="3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450" b="1">
                <a:solidFill>
                  <a:srgbClr val="292D42"/>
                </a:solidFill>
                <a:latin typeface="Helvetica Neue"/>
                <a:ea typeface="Helvetica Neue"/>
                <a:cs typeface="Helvetica Neue"/>
              </a:rPr>
              <a:t>Сводка состояния</a:t>
            </a:r>
            <a:endParaRPr sz="1900"/>
          </a:p>
        </p:txBody>
      </p:sp>
      <p:sp>
        <p:nvSpPr>
          <p:cNvPr id="81" name="Google Shape;81;p13">
            <a:extLst xmlns:a="http://schemas.openxmlformats.org/drawingml/2006/main">
              <a:ext uri="{FF2B5EF4-FFF2-40B4-BE49-F238E27FC236}">
                <a16:creationId xmlns:a16="http://schemas.microsoft.com/office/drawing/2014/main" id="{BB643B88-F57F-4D79-829B-9481ECA9DCAC}"/>
              </a:ext>
            </a:extLst>
          </p:cNvPr>
          <p:cNvSpPr>
            <a:spLocks xmlns:a="http://schemas.openxmlformats.org/drawingml/2006/main" noGrp="1"/>
          </p:cNvSpPr>
          <p:nvPr/>
        </p:nvSpPr>
        <p:spPr>
          <a:xfrm xmlns:a="http://schemas.openxmlformats.org/drawingml/2006/main">
            <a:off x="533400" y="1033500"/>
            <a:ext cx="11125200" cy="11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t/>
            </a:r>
            <a:endParaRPr/>
          </a:p>
        </p:txBody>
      </p:sp>
      <p:pic>
        <p:nvPicPr>
          <p:cNvPr id="82" name="Google Shape;82;p13">
            <a:extLst xmlns:a="http://schemas.openxmlformats.org/drawingml/2006/main">
              <a:ext uri="{FF2B5EF4-FFF2-40B4-BE49-F238E27FC236}">
                <a16:creationId xmlns:a16="http://schemas.microsoft.com/office/drawing/2014/main" id="{5B34799C-20A4-445F-BB9C-7E671E3C27AC}"/>
              </a:ext>
            </a:extLst>
          </p:cNvPr>
          <p:cNvPicPr>
            <a:picLocks xmlns:a="http://schemas.openxmlformats.org/drawingml/2006/main" noChangeAspect="1"/>
          </p:cNvPicPr>
          <p:nvPr/>
        </p:nvPicPr>
        <p:blipFill>
          <a:blip xmlns:r="http://schemas.openxmlformats.org/officeDocument/2006/relationships" xmlns:a="http://schemas.openxmlformats.org/drawingml/2006/main" r:embed="R4506bcbb2ba741fb">
            <a:alphaModFix/>
          </a:blip>
          <a:stretch xmlns:a="http://schemas.openxmlformats.org/drawingml/2006/main">
            <a:fillRect l="0" t="0" r="0" b="0"/>
          </a:stretch>
        </p:blipFill>
        <p:spPr>
          <a:xfrm xmlns:a="http://schemas.openxmlformats.org/drawingml/2006/main">
            <a:off x="523875" y="352425"/>
            <a:ext cx="419100" cy="419100"/>
          </a:xfrm>
          <a:prstGeom xmlns:a="http://schemas.openxmlformats.org/drawingml/2006/main" prst="rect">
            <a:avLst/>
          </a:prstGeom>
          <a:ln xmlns:a="http://schemas.openxmlformats.org/drawingml/2006/main">
            <a:noFill/>
          </a:ln>
        </p:spPr>
      </p:pic>
      <p:sp>
        <p:nvSpPr>
          <p:cNvPr id="83" name="Google Shape;83;p13">
            <a:extLst xmlns:a="http://schemas.openxmlformats.org/drawingml/2006/main">
              <a:ext uri="{FF2B5EF4-FFF2-40B4-BE49-F238E27FC236}">
                <a16:creationId xmlns:a16="http://schemas.microsoft.com/office/drawing/2014/main" id="{D4359377-FDC1-474D-BAEA-87DD81237B2B}"/>
              </a:ext>
            </a:extLst>
          </p:cNvPr>
          <p:cNvSpPr>
            <a:spLocks xmlns:a="http://schemas.openxmlformats.org/drawingml/2006/main" noGrp="1"/>
          </p:cNvSpPr>
          <p:nvPr/>
        </p:nvSpPr>
        <p:spPr>
          <a:xfrm xmlns:a="http://schemas.openxmlformats.org/drawingml/2006/main">
            <a:off x="11087100" y="371380"/>
            <a:ext cx="571500" cy="36214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lgn="ctr">
              <a:defRPr sz="2450" b="1">
                <a:solidFill>
                  <a:srgbClr val="292D42"/>
                </a:solidFill>
                <a:latin typeface="Helvetica Neue"/>
                <a:ea typeface="Helvetica Neue"/>
                <a:cs typeface="Helvetica Neue"/>
              </a:defRPr>
            </a:defPPr>
            <a:lvl1pPr algn="ctr">
              <a:defRPr sz="2450" b="1">
                <a:solidFill>
                  <a:srgbClr val="292D42"/>
                </a:solidFill>
                <a:latin typeface="Helvetica Neue"/>
                <a:ea typeface="Helvetica Neue"/>
                <a:cs typeface="Helvetica Neue"/>
              </a:defRPr>
            </a:lvl1pPr>
            <a:lvl2pPr algn="ctr">
              <a:defRPr sz="2450" b="1">
                <a:solidFill>
                  <a:srgbClr val="292D42"/>
                </a:solidFill>
                <a:latin typeface="Helvetica Neue"/>
                <a:ea typeface="Helvetica Neue"/>
                <a:cs typeface="Helvetica Neue"/>
              </a:defRPr>
            </a:lvl2pPr>
            <a:lvl3pPr algn="ctr">
              <a:defRPr sz="2450" b="1">
                <a:solidFill>
                  <a:srgbClr val="292D42"/>
                </a:solidFill>
                <a:latin typeface="Helvetica Neue"/>
                <a:ea typeface="Helvetica Neue"/>
                <a:cs typeface="Helvetica Neue"/>
              </a:defRPr>
            </a:lvl3pPr>
            <a:lvl4pPr algn="ctr">
              <a:defRPr sz="2450" b="1">
                <a:solidFill>
                  <a:srgbClr val="292D42"/>
                </a:solidFill>
                <a:latin typeface="Helvetica Neue"/>
                <a:ea typeface="Helvetica Neue"/>
                <a:cs typeface="Helvetica Neue"/>
              </a:defRPr>
            </a:lvl4pPr>
            <a:lvl5pPr algn="ctr">
              <a:defRPr sz="2450" b="1">
                <a:solidFill>
                  <a:srgbClr val="292D42"/>
                </a:solidFill>
                <a:latin typeface="Helvetica Neue"/>
                <a:ea typeface="Helvetica Neue"/>
                <a:cs typeface="Helvetica Neue"/>
              </a:defRPr>
            </a:lvl5pPr>
            <a:lvl6pPr algn="ctr">
              <a:defRPr sz="2450" b="1">
                <a:solidFill>
                  <a:srgbClr val="292D42"/>
                </a:solidFill>
                <a:latin typeface="Helvetica Neue"/>
                <a:ea typeface="Helvetica Neue"/>
                <a:cs typeface="Helvetica Neue"/>
              </a:defRPr>
            </a:lvl6pPr>
            <a:lvl7pPr algn="ctr">
              <a:defRPr sz="2450" b="1">
                <a:solidFill>
                  <a:srgbClr val="292D42"/>
                </a:solidFill>
                <a:latin typeface="Helvetica Neue"/>
                <a:ea typeface="Helvetica Neue"/>
                <a:cs typeface="Helvetica Neue"/>
              </a:defRPr>
            </a:lvl7pPr>
            <a:lvl8pPr algn="ctr">
              <a:defRPr sz="2450" b="1">
                <a:solidFill>
                  <a:srgbClr val="292D42"/>
                </a:solidFill>
                <a:latin typeface="Helvetica Neue"/>
                <a:ea typeface="Helvetica Neue"/>
                <a:cs typeface="Helvetica Neue"/>
              </a:defRPr>
            </a:lvl8pPr>
            <a:lvl9pPr algn="ctr">
              <a:defRPr sz="2450" b="1">
                <a:solidFill>
                  <a:srgbClr val="292D42"/>
                </a:solidFill>
                <a:latin typeface="Helvetica Neue"/>
                <a:ea typeface="Helvetica Neue"/>
                <a:cs typeface="Helvetica Neue"/>
              </a:defRPr>
            </a:lvl9pPr>
          </a:lstStyle>
          <a:p xmlns:a="http://schemas.openxmlformats.org/drawingml/2006/main">
            <a:pPr marL="0" marR="0" lvl="0" indent="0" algn="ctr">
              <a:spcBef>
                <a:spcPts val="0"/>
              </a:spcBef>
              <a:spcAft>
                <a:spcPts val="0"/>
              </a:spcAft>
              <a:buNone/>
              <a:defRPr sz="2450" b="1">
                <a:solidFill>
                  <a:srgbClr val="292D42"/>
                </a:solidFill>
                <a:latin typeface="Helvetica Neue"/>
                <a:ea typeface="Helvetica Neue"/>
                <a:cs typeface="Helvetica Neue"/>
              </a:defRPr>
            </a:pPr>
            <a:r>
              <a:rPr sz="2450" b="1">
                <a:solidFill>
                  <a:srgbClr val="292D42"/>
                </a:solidFill>
                <a:latin typeface="Helvetica Neue"/>
                <a:ea typeface="Helvetica Neue"/>
                <a:cs typeface="Helvetica Neue"/>
              </a:rPr>
              <a:t>6</a:t>
            </a:r>
            <a:endParaRPr sz="1900"/>
          </a:p>
        </p:txBody>
      </p:sp>
      <p:sp>
        <p:nvSpPr>
          <p:cNvPr id="84" name="Google Shape;84;p13">
            <a:extLst xmlns:a="http://schemas.openxmlformats.org/drawingml/2006/main">
              <a:ext uri="{FF2B5EF4-FFF2-40B4-BE49-F238E27FC236}">
                <a16:creationId xmlns:a16="http://schemas.microsoft.com/office/drawing/2014/main" id="{B4B67AD8-86AB-4385-90CD-D4BF0EE24AAE}"/>
              </a:ext>
            </a:extLst>
          </p:cNvPr>
          <p:cNvSpPr>
            <a:spLocks xmlns:a="http://schemas.openxmlformats.org/drawingml/2006/main" noGrp="1"/>
          </p:cNvSpPr>
          <p:nvPr/>
        </p:nvSpPr>
        <p:spPr>
          <a:xfrm xmlns:a="http://schemas.openxmlformats.org/drawingml/2006/main">
            <a:off x="533400" y="2960550"/>
            <a:ext cx="11125200" cy="2688300"/>
          </a:xfrm>
          <a:prstGeom xmlns:a="http://schemas.openxmlformats.org/drawingml/2006/main" prst="roundRect">
            <a:avLst>
              <a:gd name="adj" fmla="val 7557"/>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85" name="Google Shape;85;p13">
            <a:extLst xmlns:a="http://schemas.openxmlformats.org/drawingml/2006/main">
              <a:ext uri="{FF2B5EF4-FFF2-40B4-BE49-F238E27FC236}">
                <a16:creationId xmlns:a16="http://schemas.microsoft.com/office/drawing/2014/main" id="{A2D539C0-ED57-4159-B805-DC2E4DC4110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45cdb73bc4a402d">
            <a:alphaModFix/>
          </a:blip>
          <a:srcRect xmlns:a="http://schemas.openxmlformats.org/drawingml/2006/main" l="0" t="0" r="0" b="0"/>
          <a:stretch xmlns:a="http://schemas.openxmlformats.org/drawingml/2006/main"/>
        </p:blipFill>
        <p:spPr>
          <a:xfrm xmlns:a="http://schemas.openxmlformats.org/drawingml/2006/main">
            <a:off x="742950" y="3194139"/>
            <a:ext cx="10706100" cy="2235000"/>
          </a:xfrm>
          <a:prstGeom xmlns:a="http://schemas.openxmlformats.org/drawingml/2006/main" prst="roundRect">
            <a:avLst>
              <a:gd name="adj" fmla="val 7660"/>
            </a:avLst>
          </a:prstGeom>
          <a:ln xmlns:a="http://schemas.openxmlformats.org/drawingml/2006/main">
            <a:noFill/>
          </a:ln>
        </p:spPr>
      </p:pic>
      <p:sp>
        <p:nvSpPr>
          <p:cNvPr id="87" name="Google Shape;87;p13">
            <a:extLst xmlns:a="http://schemas.openxmlformats.org/drawingml/2006/main">
              <a:ext uri="{FF2B5EF4-FFF2-40B4-BE49-F238E27FC236}">
                <a16:creationId xmlns:a16="http://schemas.microsoft.com/office/drawing/2014/main" id="{C3C14C55-029C-4DC6-8F31-72BC7644828C}"/>
              </a:ext>
            </a:extLst>
          </p:cNvPr>
          <p:cNvSpPr>
            <a:spLocks xmlns:a="http://schemas.openxmlformats.org/drawingml/2006/main" noGrp="1"/>
          </p:cNvSpPr>
          <p:nvPr/>
        </p:nvSpPr>
        <p:spPr>
          <a:xfrm xmlns:a="http://schemas.openxmlformats.org/drawingml/2006/main">
            <a:off x="440225" y="5886975"/>
            <a:ext cx="11125200" cy="56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975">
                <a:solidFill>
                  <a:srgbClr val="ADC5FF"/>
                </a:solidFill>
                <a:latin typeface="Helvetica Neue"/>
                <a:ea typeface="Helvetica Neue"/>
                <a:cs typeface="Helvetica Neue"/>
              </a:defRPr>
            </a:defPPr>
            <a:lvl1pPr algn="r">
              <a:defRPr sz="2975">
                <a:solidFill>
                  <a:srgbClr val="ADC5FF"/>
                </a:solidFill>
                <a:latin typeface="Helvetica Neue"/>
                <a:ea typeface="Helvetica Neue"/>
                <a:cs typeface="Helvetica Neue"/>
              </a:defRPr>
            </a:lvl1pPr>
            <a:lvl2pPr algn="r">
              <a:defRPr sz="2975">
                <a:solidFill>
                  <a:srgbClr val="ADC5FF"/>
                </a:solidFill>
                <a:latin typeface="Helvetica Neue"/>
                <a:ea typeface="Helvetica Neue"/>
                <a:cs typeface="Helvetica Neue"/>
              </a:defRPr>
            </a:lvl2pPr>
            <a:lvl3pPr algn="r">
              <a:defRPr sz="2975">
                <a:solidFill>
                  <a:srgbClr val="ADC5FF"/>
                </a:solidFill>
                <a:latin typeface="Helvetica Neue"/>
                <a:ea typeface="Helvetica Neue"/>
                <a:cs typeface="Helvetica Neue"/>
              </a:defRPr>
            </a:lvl3pPr>
            <a:lvl4pPr algn="r">
              <a:defRPr sz="2975">
                <a:solidFill>
                  <a:srgbClr val="ADC5FF"/>
                </a:solidFill>
                <a:latin typeface="Helvetica Neue"/>
                <a:ea typeface="Helvetica Neue"/>
                <a:cs typeface="Helvetica Neue"/>
              </a:defRPr>
            </a:lvl4pPr>
            <a:lvl5pPr algn="r">
              <a:defRPr sz="2975">
                <a:solidFill>
                  <a:srgbClr val="ADC5FF"/>
                </a:solidFill>
                <a:latin typeface="Helvetica Neue"/>
                <a:ea typeface="Helvetica Neue"/>
                <a:cs typeface="Helvetica Neue"/>
              </a:defRPr>
            </a:lvl5pPr>
            <a:lvl6pPr algn="r">
              <a:defRPr sz="2975">
                <a:solidFill>
                  <a:srgbClr val="ADC5FF"/>
                </a:solidFill>
                <a:latin typeface="Helvetica Neue"/>
                <a:ea typeface="Helvetica Neue"/>
                <a:cs typeface="Helvetica Neue"/>
              </a:defRPr>
            </a:lvl6pPr>
            <a:lvl7pPr algn="r">
              <a:defRPr sz="2975">
                <a:solidFill>
                  <a:srgbClr val="ADC5FF"/>
                </a:solidFill>
                <a:latin typeface="Helvetica Neue"/>
                <a:ea typeface="Helvetica Neue"/>
                <a:cs typeface="Helvetica Neue"/>
              </a:defRPr>
            </a:lvl7pPr>
            <a:lvl8pPr algn="r">
              <a:defRPr sz="2975">
                <a:solidFill>
                  <a:srgbClr val="ADC5FF"/>
                </a:solidFill>
                <a:latin typeface="Helvetica Neue"/>
                <a:ea typeface="Helvetica Neue"/>
                <a:cs typeface="Helvetica Neue"/>
              </a:defRPr>
            </a:lvl8pPr>
            <a:lvl9pPr algn="r">
              <a:defRPr sz="2975">
                <a:solidFill>
                  <a:srgbClr val="ADC5FF"/>
                </a:solidFill>
                <a:latin typeface="Helvetica Neue"/>
                <a:ea typeface="Helvetica Neue"/>
                <a:cs typeface="Helvetica Neue"/>
              </a:defRPr>
            </a:lvl9pPr>
          </a:lstStyle>
          <a:p xmlns:a="http://schemas.openxmlformats.org/drawingml/2006/main">
            <a:pPr marL="0" marR="0" lvl="0" indent="0" algn="r">
              <a:spcBef>
                <a:spcPts val="0"/>
              </a:spcBef>
              <a:spcAft>
                <a:spcPts val="0"/>
              </a:spcAft>
              <a:buNone/>
              <a:defRPr sz="2975">
                <a:solidFill>
                  <a:srgbClr val="ADC5FF"/>
                </a:solidFill>
                <a:latin typeface="Helvetica Neue"/>
                <a:ea typeface="Helvetica Neue"/>
                <a:cs typeface="Helvetica Neue"/>
              </a:defRPr>
            </a:pPr>
            <a:r>
              <a:rPr sz="2975">
                <a:solidFill>
                  <a:srgbClr val="ADC5FF"/>
                </a:solidFill>
                <a:latin typeface="Helvetica Neue"/>
                <a:ea typeface="Helvetica Neue"/>
                <a:cs typeface="Helvetica Neue"/>
              </a:rPr>
              <a:t>Медиана локального замера: 26,4 с</a:t>
            </a:r>
            <a:endParaRPr sz="2975" b="1">
              <a:solidFill>
                <a:srgbClr val="ADC5FF"/>
              </a:solidFill>
              <a:latin typeface="Helvetica Neue"/>
              <a:ea typeface="Helvetica Neue"/>
              <a:cs typeface="Helvetica Neue"/>
            </a:endParaRPr>
          </a:p>
        </p:txBody>
      </p:sp>
      <p:sp>
        <p:nvSpPr>
          <p:cNvPr id="88" name="">
            <a:extLst xmlns:a="http://schemas.openxmlformats.org/drawingml/2006/main">
              <a:ext uri="{FF2B5EF4-FFF2-40B4-BE49-F238E27FC236}">
                <a16:creationId xmlns:a16="http://schemas.microsoft.com/office/drawing/2014/main" id="{7F838AA6-34F9-4E9E-80FB-19BE21016C9A}"/>
              </a:ext>
            </a:extLst>
          </p:cNvPr>
          <p:cNvSpPr>
            <a:spLocks xmlns:a="http://schemas.openxmlformats.org/drawingml/2006/main" noGrp="1"/>
          </p:cNvSpPr>
          <p:nvPr/>
        </p:nvSpPr>
        <p:spPr>
          <a:xfrm xmlns:a="http://schemas.openxmlformats.org/drawingml/2006/main">
            <a:off x="533400" y="1332738"/>
            <a:ext cx="111252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3675" b="0">
                <a:solidFill>
                  <a:srgbClr val="FFFFFF"/>
                </a:solidFill>
                <a:latin typeface="Helvetica Neue"/>
                <a:ea typeface="Helvetica Neue"/>
                <a:cs typeface="Helvetica Neue"/>
              </a:defRPr>
            </a:defPPr>
            <a:lvl1pPr algn="l">
              <a:defRPr sz="3675" b="0">
                <a:solidFill>
                  <a:srgbClr val="FFFFFF"/>
                </a:solidFill>
                <a:latin typeface="Helvetica Neue"/>
                <a:ea typeface="Helvetica Neue"/>
                <a:cs typeface="Helvetica Neue"/>
              </a:defRPr>
            </a:lvl1pPr>
            <a:lvl2pPr algn="l">
              <a:defRPr sz="3675" b="0">
                <a:solidFill>
                  <a:srgbClr val="FFFFFF"/>
                </a:solidFill>
                <a:latin typeface="Helvetica Neue"/>
                <a:ea typeface="Helvetica Neue"/>
                <a:cs typeface="Helvetica Neue"/>
              </a:defRPr>
            </a:lvl2pPr>
            <a:lvl3pPr algn="l">
              <a:defRPr sz="3675" b="0">
                <a:solidFill>
                  <a:srgbClr val="FFFFFF"/>
                </a:solidFill>
                <a:latin typeface="Helvetica Neue"/>
                <a:ea typeface="Helvetica Neue"/>
                <a:cs typeface="Helvetica Neue"/>
              </a:defRPr>
            </a:lvl3pPr>
            <a:lvl4pPr algn="l">
              <a:defRPr sz="3675" b="0">
                <a:solidFill>
                  <a:srgbClr val="FFFFFF"/>
                </a:solidFill>
                <a:latin typeface="Helvetica Neue"/>
                <a:ea typeface="Helvetica Neue"/>
                <a:cs typeface="Helvetica Neue"/>
              </a:defRPr>
            </a:lvl4pPr>
            <a:lvl5pPr algn="l">
              <a:defRPr sz="3675" b="0">
                <a:solidFill>
                  <a:srgbClr val="FFFFFF"/>
                </a:solidFill>
                <a:latin typeface="Helvetica Neue"/>
                <a:ea typeface="Helvetica Neue"/>
                <a:cs typeface="Helvetica Neue"/>
              </a:defRPr>
            </a:lvl5pPr>
            <a:lvl6pPr algn="l">
              <a:defRPr sz="3675" b="0">
                <a:solidFill>
                  <a:srgbClr val="FFFFFF"/>
                </a:solidFill>
                <a:latin typeface="Helvetica Neue"/>
                <a:ea typeface="Helvetica Neue"/>
                <a:cs typeface="Helvetica Neue"/>
              </a:defRPr>
            </a:lvl6pPr>
            <a:lvl7pPr algn="l">
              <a:defRPr sz="3675" b="0">
                <a:solidFill>
                  <a:srgbClr val="FFFFFF"/>
                </a:solidFill>
                <a:latin typeface="Helvetica Neue"/>
                <a:ea typeface="Helvetica Neue"/>
                <a:cs typeface="Helvetica Neue"/>
              </a:defRPr>
            </a:lvl7pPr>
            <a:lvl8pPr algn="l">
              <a:defRPr sz="3675" b="0">
                <a:solidFill>
                  <a:srgbClr val="FFFFFF"/>
                </a:solidFill>
                <a:latin typeface="Helvetica Neue"/>
                <a:ea typeface="Helvetica Neue"/>
                <a:cs typeface="Helvetica Neue"/>
              </a:defRPr>
            </a:lvl8pPr>
            <a:lvl9pPr algn="l">
              <a:defRPr sz="3675" b="0">
                <a:solidFill>
                  <a:srgbClr val="FFFFFF"/>
                </a:solidFill>
                <a:latin typeface="Helvetica Neue"/>
                <a:ea typeface="Helvetica Neue"/>
                <a:cs typeface="Helvetica Neue"/>
              </a:defRPr>
            </a:lvl9pPr>
          </a:lstStyle>
          <a:p xmlns:a="http://schemas.openxmlformats.org/drawingml/2006/main">
            <a:pPr algn="l">
              <a:defRPr sz="3675" b="0">
                <a:solidFill>
                  <a:srgbClr val="FFFFFF"/>
                </a:solidFill>
                <a:latin typeface="Helvetica Neue"/>
                <a:ea typeface="Helvetica Neue"/>
                <a:cs typeface="Helvetica Neue"/>
              </a:defRPr>
            </a:pPr>
            <a:r>
              <a:rPr sz="3675" b="0">
                <a:solidFill>
                  <a:srgbClr val="FFFFFF"/>
                </a:solidFill>
                <a:latin typeface="Helvetica Neue"/>
                <a:ea typeface="Helvetica Neue"/>
                <a:cs typeface="Helvetica Neue"/>
              </a:rPr>
              <a:t>История пациента и динамика состояния</a:t>
            </a:r>
          </a:p>
          <a:p xmlns:a="http://schemas.openxmlformats.org/drawingml/2006/main">
            <a:pPr algn="l">
              <a:defRPr sz="3675" b="0">
                <a:solidFill>
                  <a:srgbClr val="FFFFFF"/>
                </a:solidFill>
                <a:latin typeface="Helvetica Neue"/>
                <a:ea typeface="Helvetica Neue"/>
                <a:cs typeface="Helvetica Neue"/>
              </a:defRPr>
            </a:pPr>
            <a:r>
              <a:rPr sz="3675" b="0">
                <a:solidFill>
                  <a:srgbClr val="FFFFFF"/>
                </a:solidFill>
                <a:latin typeface="Helvetica Neue"/>
                <a:ea typeface="Helvetica Neue"/>
                <a:cs typeface="Helvetica Neue"/>
              </a:rPr>
              <a:t>для подготовки к повторному приёму</a:t>
            </a:r>
          </a:p>
        </p:txBody>
      </p:sp>
      <p:sp>
        <p:nvSpPr>
          <p:cNvPr id="89" name="">
            <a:extLst xmlns:a="http://schemas.openxmlformats.org/drawingml/2006/main">
              <a:ext uri="{FF2B5EF4-FFF2-40B4-BE49-F238E27FC236}">
                <a16:creationId xmlns:a16="http://schemas.microsoft.com/office/drawing/2014/main" id="{BBC6E895-C62E-4B21-9D95-A29AE4F07055}"/>
              </a:ext>
            </a:extLst>
          </p:cNvPr>
          <p:cNvSpPr>
            <a:spLocks xmlns:a="http://schemas.openxmlformats.org/drawingml/2006/main" noGrp="1"/>
          </p:cNvSpPr>
          <p:nvPr/>
        </p:nvSpPr>
        <p:spPr>
          <a:xfrm xmlns:a="http://schemas.openxmlformats.org/drawingml/2006/main">
            <a:off x="571500" y="6515100"/>
            <a:ext cx="1104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350" b="0">
                <a:solidFill>
                  <a:srgbClr val="ADC5FF"/>
                </a:solidFill>
                <a:latin typeface="Helvetica Neue"/>
                <a:ea typeface="Helvetica Neue"/>
                <a:cs typeface="Helvetica Neue"/>
              </a:defRPr>
            </a:defPPr>
            <a:lvl1pPr algn="l">
              <a:defRPr sz="1350" b="0">
                <a:solidFill>
                  <a:srgbClr val="ADC5FF"/>
                </a:solidFill>
                <a:latin typeface="Helvetica Neue"/>
                <a:ea typeface="Helvetica Neue"/>
                <a:cs typeface="Helvetica Neue"/>
              </a:defRPr>
            </a:lvl1pPr>
            <a:lvl2pPr algn="l">
              <a:defRPr sz="1350" b="0">
                <a:solidFill>
                  <a:srgbClr val="ADC5FF"/>
                </a:solidFill>
                <a:latin typeface="Helvetica Neue"/>
                <a:ea typeface="Helvetica Neue"/>
                <a:cs typeface="Helvetica Neue"/>
              </a:defRPr>
            </a:lvl2pPr>
            <a:lvl3pPr algn="l">
              <a:defRPr sz="1350" b="0">
                <a:solidFill>
                  <a:srgbClr val="ADC5FF"/>
                </a:solidFill>
                <a:latin typeface="Helvetica Neue"/>
                <a:ea typeface="Helvetica Neue"/>
                <a:cs typeface="Helvetica Neue"/>
              </a:defRPr>
            </a:lvl3pPr>
            <a:lvl4pPr algn="l">
              <a:defRPr sz="1350" b="0">
                <a:solidFill>
                  <a:srgbClr val="ADC5FF"/>
                </a:solidFill>
                <a:latin typeface="Helvetica Neue"/>
                <a:ea typeface="Helvetica Neue"/>
                <a:cs typeface="Helvetica Neue"/>
              </a:defRPr>
            </a:lvl4pPr>
            <a:lvl5pPr algn="l">
              <a:defRPr sz="1350" b="0">
                <a:solidFill>
                  <a:srgbClr val="ADC5FF"/>
                </a:solidFill>
                <a:latin typeface="Helvetica Neue"/>
                <a:ea typeface="Helvetica Neue"/>
                <a:cs typeface="Helvetica Neue"/>
              </a:defRPr>
            </a:lvl5pPr>
            <a:lvl6pPr algn="l">
              <a:defRPr sz="1350" b="0">
                <a:solidFill>
                  <a:srgbClr val="ADC5FF"/>
                </a:solidFill>
                <a:latin typeface="Helvetica Neue"/>
                <a:ea typeface="Helvetica Neue"/>
                <a:cs typeface="Helvetica Neue"/>
              </a:defRPr>
            </a:lvl6pPr>
            <a:lvl7pPr algn="l">
              <a:defRPr sz="1350" b="0">
                <a:solidFill>
                  <a:srgbClr val="ADC5FF"/>
                </a:solidFill>
                <a:latin typeface="Helvetica Neue"/>
                <a:ea typeface="Helvetica Neue"/>
                <a:cs typeface="Helvetica Neue"/>
              </a:defRPr>
            </a:lvl7pPr>
            <a:lvl8pPr algn="l">
              <a:defRPr sz="1350" b="0">
                <a:solidFill>
                  <a:srgbClr val="ADC5FF"/>
                </a:solidFill>
                <a:latin typeface="Helvetica Neue"/>
                <a:ea typeface="Helvetica Neue"/>
                <a:cs typeface="Helvetica Neue"/>
              </a:defRPr>
            </a:lvl8pPr>
            <a:lvl9pPr algn="l">
              <a:defRPr sz="1350" b="0">
                <a:solidFill>
                  <a:srgbClr val="ADC5FF"/>
                </a:solidFill>
                <a:latin typeface="Helvetica Neue"/>
                <a:ea typeface="Helvetica Neue"/>
                <a:cs typeface="Helvetica Neue"/>
              </a:defRPr>
            </a:lvl9pPr>
          </a:lstStyle>
          <a:p xmlns:a="http://schemas.openxmlformats.org/drawingml/2006/main">
            <a:pPr algn="l">
              <a:defRPr sz="1350" b="0">
                <a:solidFill>
                  <a:srgbClr val="ADC5FF"/>
                </a:solidFill>
                <a:latin typeface="Helvetica Neue"/>
                <a:ea typeface="Helvetica Neue"/>
                <a:cs typeface="Helvetica Neue"/>
              </a:defRPr>
            </a:pPr>
            <a:r>
              <a:rPr sz="1350" b="0">
                <a:solidFill>
                  <a:srgbClr val="ADC5FF"/>
                </a:solidFill>
                <a:latin typeface="Helvetica Neue"/>
                <a:ea typeface="Helvetica Neue"/>
                <a:cs typeface="Helvetica Neue"/>
              </a:rPr>
              <a:t>3 сценария, без очереди и наполненной базы источников. Каждую сводку проверяет врач.</a:t>
            </a:r>
          </a:p>
        </p:txBody>
      </p:sp>
    </p:spTree>
    <p:extLst>
      <p:ext uri="{BB962C8B-B14F-4D97-AF65-F5344CB8AC3E}">
        <p14:creationId xmlns:p14="http://schemas.microsoft.com/office/powerpoint/2010/main" val="1013482170"/>
      </p:ext>
    </p:extLst>
  </p:cSld>
</p:sld>
</file>

<file path=ppt/slides/slide7.xml><?xml version="1.0" encoding="utf-8"?>
<p:sld xmlns:p="http://schemas.openxmlformats.org/presentationml/2006/main">
  <p:cSld>
    <p:bg>
      <p:bgPr>
        <a:solidFill xmlns:a="http://schemas.openxmlformats.org/drawingml/2006/main">
          <a:srgbClr val="191D2D"/>
        </a:solidFill>
      </p:bgPr>
    </p:bg>
    <p:spTree>
      <p:nvGrpSpPr>
        <p:cNvPr id="1" name=""/>
        <p:cNvGrpSpPr/>
        <p:nvPr/>
      </p:nvGrpSpPr>
      <p:grpSpPr>
        <a:xfrm xmlns:a="http://schemas.openxmlformats.org/drawingml/2006/main"/>
      </p:grpSpPr>
      <p:sp>
        <p:nvSpPr>
          <p:cNvPr id="93" name="Google Shape;93;p14">
            <a:extLst xmlns:a="http://schemas.openxmlformats.org/drawingml/2006/main">
              <a:ext uri="{FF2B5EF4-FFF2-40B4-BE49-F238E27FC236}">
                <a16:creationId xmlns:a16="http://schemas.microsoft.com/office/drawing/2014/main" id="{287475A4-88F7-49E8-ABC4-D01080608031}"/>
              </a:ext>
            </a:extLst>
          </p:cNvPr>
          <p:cNvSpPr>
            <a:spLocks xmlns:a="http://schemas.openxmlformats.org/drawingml/2006/main" noGrp="1"/>
          </p:cNvSpPr>
          <p:nvPr/>
        </p:nvSpPr>
        <p:spPr>
          <a:xfrm xmlns:a="http://schemas.openxmlformats.org/drawingml/2006/main">
            <a:off x="381000" y="247650"/>
            <a:ext cx="11430000" cy="628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4" name="Google Shape;94;p14">
            <a:extLst xmlns:a="http://schemas.openxmlformats.org/drawingml/2006/main">
              <a:ext uri="{FF2B5EF4-FFF2-40B4-BE49-F238E27FC236}">
                <a16:creationId xmlns:a16="http://schemas.microsoft.com/office/drawing/2014/main" id="{1CAFA67E-1952-461C-A62C-F0174C2033FF}"/>
              </a:ext>
            </a:extLst>
          </p:cNvPr>
          <p:cNvSpPr>
            <a:spLocks xmlns:a="http://schemas.openxmlformats.org/drawingml/2006/main" noGrp="1"/>
          </p:cNvSpPr>
          <p:nvPr/>
        </p:nvSpPr>
        <p:spPr>
          <a:xfrm xmlns:a="http://schemas.openxmlformats.org/drawingml/2006/main">
            <a:off x="1066800" y="371400"/>
            <a:ext cx="7961400" cy="3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450" b="1">
                <a:solidFill>
                  <a:srgbClr val="292D42"/>
                </a:solidFill>
                <a:latin typeface="Helvetica Neue"/>
                <a:ea typeface="Helvetica Neue"/>
                <a:cs typeface="Helvetica Neue"/>
              </a:rPr>
              <a:t>Приоритет и причина</a:t>
            </a:r>
            <a:endParaRPr sz="1900"/>
          </a:p>
        </p:txBody>
      </p:sp>
      <p:pic>
        <p:nvPicPr>
          <p:cNvPr id="95" name="Google Shape;95;p14">
            <a:extLst xmlns:a="http://schemas.openxmlformats.org/drawingml/2006/main">
              <a:ext uri="{FF2B5EF4-FFF2-40B4-BE49-F238E27FC236}">
                <a16:creationId xmlns:a16="http://schemas.microsoft.com/office/drawing/2014/main" id="{A113B828-F89E-4F22-9E0B-2F4284EE3141}"/>
              </a:ext>
            </a:extLst>
          </p:cNvPr>
          <p:cNvPicPr>
            <a:picLocks xmlns:a="http://schemas.openxmlformats.org/drawingml/2006/main" noChangeAspect="1"/>
          </p:cNvPicPr>
          <p:nvPr/>
        </p:nvPicPr>
        <p:blipFill>
          <a:blip xmlns:r="http://schemas.openxmlformats.org/officeDocument/2006/relationships" xmlns:a="http://schemas.openxmlformats.org/drawingml/2006/main" r:embed="R93793e55bb3e4bf4">
            <a:alphaModFix/>
          </a:blip>
          <a:stretch xmlns:a="http://schemas.openxmlformats.org/drawingml/2006/main">
            <a:fillRect l="0" t="0" r="0" b="0"/>
          </a:stretch>
        </p:blipFill>
        <p:spPr>
          <a:xfrm xmlns:a="http://schemas.openxmlformats.org/drawingml/2006/main">
            <a:off x="523875" y="352425"/>
            <a:ext cx="419100" cy="419100"/>
          </a:xfrm>
          <a:prstGeom xmlns:a="http://schemas.openxmlformats.org/drawingml/2006/main" prst="rect">
            <a:avLst/>
          </a:prstGeom>
          <a:ln xmlns:a="http://schemas.openxmlformats.org/drawingml/2006/main">
            <a:noFill/>
          </a:ln>
        </p:spPr>
      </p:pic>
      <p:sp>
        <p:nvSpPr>
          <p:cNvPr id="96" name="Google Shape;96;p14">
            <a:extLst xmlns:a="http://schemas.openxmlformats.org/drawingml/2006/main">
              <a:ext uri="{FF2B5EF4-FFF2-40B4-BE49-F238E27FC236}">
                <a16:creationId xmlns:a16="http://schemas.microsoft.com/office/drawing/2014/main" id="{28AAD2C5-DDF5-47A9-A815-6F98B2761517}"/>
              </a:ext>
            </a:extLst>
          </p:cNvPr>
          <p:cNvSpPr>
            <a:spLocks xmlns:a="http://schemas.openxmlformats.org/drawingml/2006/main" noGrp="1"/>
          </p:cNvSpPr>
          <p:nvPr/>
        </p:nvSpPr>
        <p:spPr>
          <a:xfrm xmlns:a="http://schemas.openxmlformats.org/drawingml/2006/main">
            <a:off x="11087100" y="371380"/>
            <a:ext cx="571500" cy="36214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lgn="ctr">
              <a:defRPr sz="2450" b="1">
                <a:solidFill>
                  <a:srgbClr val="292D42"/>
                </a:solidFill>
                <a:latin typeface="Helvetica Neue"/>
                <a:ea typeface="Helvetica Neue"/>
                <a:cs typeface="Helvetica Neue"/>
              </a:defRPr>
            </a:defPPr>
            <a:lvl1pPr algn="ctr">
              <a:defRPr sz="2450" b="1">
                <a:solidFill>
                  <a:srgbClr val="292D42"/>
                </a:solidFill>
                <a:latin typeface="Helvetica Neue"/>
                <a:ea typeface="Helvetica Neue"/>
                <a:cs typeface="Helvetica Neue"/>
              </a:defRPr>
            </a:lvl1pPr>
            <a:lvl2pPr algn="ctr">
              <a:defRPr sz="2450" b="1">
                <a:solidFill>
                  <a:srgbClr val="292D42"/>
                </a:solidFill>
                <a:latin typeface="Helvetica Neue"/>
                <a:ea typeface="Helvetica Neue"/>
                <a:cs typeface="Helvetica Neue"/>
              </a:defRPr>
            </a:lvl2pPr>
            <a:lvl3pPr algn="ctr">
              <a:defRPr sz="2450" b="1">
                <a:solidFill>
                  <a:srgbClr val="292D42"/>
                </a:solidFill>
                <a:latin typeface="Helvetica Neue"/>
                <a:ea typeface="Helvetica Neue"/>
                <a:cs typeface="Helvetica Neue"/>
              </a:defRPr>
            </a:lvl3pPr>
            <a:lvl4pPr algn="ctr">
              <a:defRPr sz="2450" b="1">
                <a:solidFill>
                  <a:srgbClr val="292D42"/>
                </a:solidFill>
                <a:latin typeface="Helvetica Neue"/>
                <a:ea typeface="Helvetica Neue"/>
                <a:cs typeface="Helvetica Neue"/>
              </a:defRPr>
            </a:lvl4pPr>
            <a:lvl5pPr algn="ctr">
              <a:defRPr sz="2450" b="1">
                <a:solidFill>
                  <a:srgbClr val="292D42"/>
                </a:solidFill>
                <a:latin typeface="Helvetica Neue"/>
                <a:ea typeface="Helvetica Neue"/>
                <a:cs typeface="Helvetica Neue"/>
              </a:defRPr>
            </a:lvl5pPr>
            <a:lvl6pPr algn="ctr">
              <a:defRPr sz="2450" b="1">
                <a:solidFill>
                  <a:srgbClr val="292D42"/>
                </a:solidFill>
                <a:latin typeface="Helvetica Neue"/>
                <a:ea typeface="Helvetica Neue"/>
                <a:cs typeface="Helvetica Neue"/>
              </a:defRPr>
            </a:lvl6pPr>
            <a:lvl7pPr algn="ctr">
              <a:defRPr sz="2450" b="1">
                <a:solidFill>
                  <a:srgbClr val="292D42"/>
                </a:solidFill>
                <a:latin typeface="Helvetica Neue"/>
                <a:ea typeface="Helvetica Neue"/>
                <a:cs typeface="Helvetica Neue"/>
              </a:defRPr>
            </a:lvl7pPr>
            <a:lvl8pPr algn="ctr">
              <a:defRPr sz="2450" b="1">
                <a:solidFill>
                  <a:srgbClr val="292D42"/>
                </a:solidFill>
                <a:latin typeface="Helvetica Neue"/>
                <a:ea typeface="Helvetica Neue"/>
                <a:cs typeface="Helvetica Neue"/>
              </a:defRPr>
            </a:lvl8pPr>
            <a:lvl9pPr algn="ctr">
              <a:defRPr sz="2450" b="1">
                <a:solidFill>
                  <a:srgbClr val="292D42"/>
                </a:solidFill>
                <a:latin typeface="Helvetica Neue"/>
                <a:ea typeface="Helvetica Neue"/>
                <a:cs typeface="Helvetica Neue"/>
              </a:defRPr>
            </a:lvl9pPr>
          </a:lstStyle>
          <a:p xmlns:a="http://schemas.openxmlformats.org/drawingml/2006/main">
            <a:pPr marL="0" marR="0" lvl="0" indent="0" algn="ctr">
              <a:spcBef>
                <a:spcPts val="0"/>
              </a:spcBef>
              <a:spcAft>
                <a:spcPts val="0"/>
              </a:spcAft>
              <a:buNone/>
              <a:defRPr sz="2450" b="1">
                <a:solidFill>
                  <a:srgbClr val="292D42"/>
                </a:solidFill>
                <a:latin typeface="Helvetica Neue"/>
                <a:ea typeface="Helvetica Neue"/>
                <a:cs typeface="Helvetica Neue"/>
              </a:defRPr>
            </a:pPr>
            <a:r>
              <a:rPr sz="2450" b="1">
                <a:solidFill>
                  <a:srgbClr val="292D42"/>
                </a:solidFill>
                <a:latin typeface="Helvetica Neue"/>
                <a:ea typeface="Helvetica Neue"/>
                <a:cs typeface="Helvetica Neue"/>
              </a:rPr>
              <a:t>7</a:t>
            </a:r>
            <a:endParaRPr sz="1900"/>
          </a:p>
        </p:txBody>
      </p:sp>
      <p:pic>
        <p:nvPicPr>
          <p:cNvPr id="97" name="Google Shape;97;p14">
            <a:extLst xmlns:a="http://schemas.openxmlformats.org/drawingml/2006/main">
              <a:ext uri="{FF2B5EF4-FFF2-40B4-BE49-F238E27FC236}">
                <a16:creationId xmlns:a16="http://schemas.microsoft.com/office/drawing/2014/main" id="{19F84814-511F-4757-BE4A-FC852E0E0CD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ca5f9c0b3ce4670">
            <a:alphaModFix/>
          </a:blip>
          <a:srcRect xmlns:a="http://schemas.openxmlformats.org/drawingml/2006/main" l="0" t="0" r="0" b="0"/>
          <a:stretch xmlns:a="http://schemas.openxmlformats.org/drawingml/2006/main"/>
        </p:blipFill>
        <p:spPr>
          <a:xfrm xmlns:a="http://schemas.openxmlformats.org/drawingml/2006/main">
            <a:off x="955491" y="1621200"/>
            <a:ext cx="10281000" cy="4381500"/>
          </a:xfrm>
          <a:prstGeom xmlns:a="http://schemas.openxmlformats.org/drawingml/2006/main" prst="roundRect">
            <a:avLst>
              <a:gd name="adj" fmla="val 4348"/>
            </a:avLst>
          </a:prstGeom>
          <a:ln xmlns:a="http://schemas.openxmlformats.org/drawingml/2006/main">
            <a:noFill/>
          </a:ln>
        </p:spPr>
      </p:pic>
      <p:sp>
        <p:nvSpPr>
          <p:cNvPr id="98" name="">
            <a:extLst xmlns:a="http://schemas.openxmlformats.org/drawingml/2006/main">
              <a:ext uri="{FF2B5EF4-FFF2-40B4-BE49-F238E27FC236}">
                <a16:creationId xmlns:a16="http://schemas.microsoft.com/office/drawing/2014/main" id="{33BF9FE0-481D-462F-B904-8B7069F44461}"/>
              </a:ext>
            </a:extLst>
          </p:cNvPr>
          <p:cNvSpPr>
            <a:spLocks xmlns:a="http://schemas.openxmlformats.org/drawingml/2006/main" noGrp="1"/>
          </p:cNvSpPr>
          <p:nvPr/>
        </p:nvSpPr>
        <p:spPr>
          <a:xfrm xmlns:a="http://schemas.openxmlformats.org/drawingml/2006/main">
            <a:off x="533400" y="1133475"/>
            <a:ext cx="111252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400" b="0">
                <a:solidFill>
                  <a:srgbClr val="FFFFFF"/>
                </a:solidFill>
                <a:latin typeface="Helvetica Neue"/>
                <a:ea typeface="Helvetica Neue"/>
                <a:cs typeface="Helvetica Neue"/>
              </a:defRPr>
            </a:defPPr>
            <a:lvl1pPr algn="l">
              <a:defRPr sz="2400" b="0">
                <a:solidFill>
                  <a:srgbClr val="FFFFFF"/>
                </a:solidFill>
                <a:latin typeface="Helvetica Neue"/>
                <a:ea typeface="Helvetica Neue"/>
                <a:cs typeface="Helvetica Neue"/>
              </a:defRPr>
            </a:lvl1pPr>
            <a:lvl2pPr algn="l">
              <a:defRPr sz="2400" b="0">
                <a:solidFill>
                  <a:srgbClr val="FFFFFF"/>
                </a:solidFill>
                <a:latin typeface="Helvetica Neue"/>
                <a:ea typeface="Helvetica Neue"/>
                <a:cs typeface="Helvetica Neue"/>
              </a:defRPr>
            </a:lvl2pPr>
            <a:lvl3pPr algn="l">
              <a:defRPr sz="2400" b="0">
                <a:solidFill>
                  <a:srgbClr val="FFFFFF"/>
                </a:solidFill>
                <a:latin typeface="Helvetica Neue"/>
                <a:ea typeface="Helvetica Neue"/>
                <a:cs typeface="Helvetica Neue"/>
              </a:defRPr>
            </a:lvl3pPr>
            <a:lvl4pPr algn="l">
              <a:defRPr sz="2400" b="0">
                <a:solidFill>
                  <a:srgbClr val="FFFFFF"/>
                </a:solidFill>
                <a:latin typeface="Helvetica Neue"/>
                <a:ea typeface="Helvetica Neue"/>
                <a:cs typeface="Helvetica Neue"/>
              </a:defRPr>
            </a:lvl4pPr>
            <a:lvl5pPr algn="l">
              <a:defRPr sz="2400" b="0">
                <a:solidFill>
                  <a:srgbClr val="FFFFFF"/>
                </a:solidFill>
                <a:latin typeface="Helvetica Neue"/>
                <a:ea typeface="Helvetica Neue"/>
                <a:cs typeface="Helvetica Neue"/>
              </a:defRPr>
            </a:lvl5pPr>
            <a:lvl6pPr algn="l">
              <a:defRPr sz="2400" b="0">
                <a:solidFill>
                  <a:srgbClr val="FFFFFF"/>
                </a:solidFill>
                <a:latin typeface="Helvetica Neue"/>
                <a:ea typeface="Helvetica Neue"/>
                <a:cs typeface="Helvetica Neue"/>
              </a:defRPr>
            </a:lvl6pPr>
            <a:lvl7pPr algn="l">
              <a:defRPr sz="2400" b="0">
                <a:solidFill>
                  <a:srgbClr val="FFFFFF"/>
                </a:solidFill>
                <a:latin typeface="Helvetica Neue"/>
                <a:ea typeface="Helvetica Neue"/>
                <a:cs typeface="Helvetica Neue"/>
              </a:defRPr>
            </a:lvl7pPr>
            <a:lvl8pPr algn="l">
              <a:defRPr sz="2400" b="0">
                <a:solidFill>
                  <a:srgbClr val="FFFFFF"/>
                </a:solidFill>
                <a:latin typeface="Helvetica Neue"/>
                <a:ea typeface="Helvetica Neue"/>
                <a:cs typeface="Helvetica Neue"/>
              </a:defRPr>
            </a:lvl8pPr>
            <a:lvl9pPr algn="l">
              <a:defRPr sz="2400" b="0">
                <a:solidFill>
                  <a:srgbClr val="FFFFFF"/>
                </a:solidFill>
                <a:latin typeface="Helvetica Neue"/>
                <a:ea typeface="Helvetica Neue"/>
                <a:cs typeface="Helvetica Neue"/>
              </a:defRPr>
            </a:lvl9pPr>
          </a:lstStyle>
          <a:p xmlns:a="http://schemas.openxmlformats.org/drawingml/2006/main">
            <a:pPr algn="l">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Сначала пациенты с более высоким приоритетом</a:t>
            </a:r>
          </a:p>
        </p:txBody>
      </p:sp>
      <p:sp>
        <p:nvSpPr>
          <p:cNvPr id="99" name="">
            <a:extLst xmlns:a="http://schemas.openxmlformats.org/drawingml/2006/main">
              <a:ext uri="{FF2B5EF4-FFF2-40B4-BE49-F238E27FC236}">
                <a16:creationId xmlns:a16="http://schemas.microsoft.com/office/drawing/2014/main" id="{1BED1E76-0384-46F8-8741-6B252BB10487}"/>
              </a:ext>
            </a:extLst>
          </p:cNvPr>
          <p:cNvSpPr>
            <a:spLocks xmlns:a="http://schemas.openxmlformats.org/drawingml/2006/main" noGrp="1"/>
          </p:cNvSpPr>
          <p:nvPr/>
        </p:nvSpPr>
        <p:spPr>
          <a:xfrm xmlns:a="http://schemas.openxmlformats.org/drawingml/2006/main">
            <a:off x="571500" y="6362700"/>
            <a:ext cx="1104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500" b="0">
                <a:solidFill>
                  <a:srgbClr val="ADC5FF"/>
                </a:solidFill>
                <a:latin typeface="Helvetica Neue"/>
                <a:ea typeface="Helvetica Neue"/>
                <a:cs typeface="Helvetica Neue"/>
              </a:defRPr>
            </a:defPPr>
            <a:lvl1pPr algn="l">
              <a:defRPr sz="1500" b="0">
                <a:solidFill>
                  <a:srgbClr val="ADC5FF"/>
                </a:solidFill>
                <a:latin typeface="Helvetica Neue"/>
                <a:ea typeface="Helvetica Neue"/>
                <a:cs typeface="Helvetica Neue"/>
              </a:defRPr>
            </a:lvl1pPr>
            <a:lvl2pPr algn="l">
              <a:defRPr sz="1500" b="0">
                <a:solidFill>
                  <a:srgbClr val="ADC5FF"/>
                </a:solidFill>
                <a:latin typeface="Helvetica Neue"/>
                <a:ea typeface="Helvetica Neue"/>
                <a:cs typeface="Helvetica Neue"/>
              </a:defRPr>
            </a:lvl2pPr>
            <a:lvl3pPr algn="l">
              <a:defRPr sz="1500" b="0">
                <a:solidFill>
                  <a:srgbClr val="ADC5FF"/>
                </a:solidFill>
                <a:latin typeface="Helvetica Neue"/>
                <a:ea typeface="Helvetica Neue"/>
                <a:cs typeface="Helvetica Neue"/>
              </a:defRPr>
            </a:lvl3pPr>
            <a:lvl4pPr algn="l">
              <a:defRPr sz="1500" b="0">
                <a:solidFill>
                  <a:srgbClr val="ADC5FF"/>
                </a:solidFill>
                <a:latin typeface="Helvetica Neue"/>
                <a:ea typeface="Helvetica Neue"/>
                <a:cs typeface="Helvetica Neue"/>
              </a:defRPr>
            </a:lvl4pPr>
            <a:lvl5pPr algn="l">
              <a:defRPr sz="1500" b="0">
                <a:solidFill>
                  <a:srgbClr val="ADC5FF"/>
                </a:solidFill>
                <a:latin typeface="Helvetica Neue"/>
                <a:ea typeface="Helvetica Neue"/>
                <a:cs typeface="Helvetica Neue"/>
              </a:defRPr>
            </a:lvl5pPr>
            <a:lvl6pPr algn="l">
              <a:defRPr sz="1500" b="0">
                <a:solidFill>
                  <a:srgbClr val="ADC5FF"/>
                </a:solidFill>
                <a:latin typeface="Helvetica Neue"/>
                <a:ea typeface="Helvetica Neue"/>
                <a:cs typeface="Helvetica Neue"/>
              </a:defRPr>
            </a:lvl6pPr>
            <a:lvl7pPr algn="l">
              <a:defRPr sz="1500" b="0">
                <a:solidFill>
                  <a:srgbClr val="ADC5FF"/>
                </a:solidFill>
                <a:latin typeface="Helvetica Neue"/>
                <a:ea typeface="Helvetica Neue"/>
                <a:cs typeface="Helvetica Neue"/>
              </a:defRPr>
            </a:lvl7pPr>
            <a:lvl8pPr algn="l">
              <a:defRPr sz="1500" b="0">
                <a:solidFill>
                  <a:srgbClr val="ADC5FF"/>
                </a:solidFill>
                <a:latin typeface="Helvetica Neue"/>
                <a:ea typeface="Helvetica Neue"/>
                <a:cs typeface="Helvetica Neue"/>
              </a:defRPr>
            </a:lvl8pPr>
            <a:lvl9pPr algn="l">
              <a:defRPr sz="1500" b="0">
                <a:solidFill>
                  <a:srgbClr val="ADC5FF"/>
                </a:solidFill>
                <a:latin typeface="Helvetica Neue"/>
                <a:ea typeface="Helvetica Neue"/>
                <a:cs typeface="Helvetica Neue"/>
              </a:defRPr>
            </a:lvl9pPr>
          </a:lstStyle>
          <a:p xmlns:a="http://schemas.openxmlformats.org/drawingml/2006/main">
            <a:pPr algn="l">
              <a:defRPr sz="1500" b="0">
                <a:solidFill>
                  <a:srgbClr val="ADC5FF"/>
                </a:solidFill>
                <a:latin typeface="Helvetica Neue"/>
                <a:ea typeface="Helvetica Neue"/>
                <a:cs typeface="Helvetica Neue"/>
              </a:defRPr>
            </a:pPr>
            <a:r>
              <a:rPr sz="1500" b="0">
                <a:solidFill>
                  <a:srgbClr val="ADC5FF"/>
                </a:solidFill>
                <a:latin typeface="Helvetica Neue"/>
                <a:ea typeface="Helvetica Neue"/>
                <a:cs typeface="Helvetica Neue"/>
              </a:rPr>
              <a:t>Цвет статуса не является диагнозом. На экране синтетические истории.</a:t>
            </a:r>
          </a:p>
        </p:txBody>
      </p:sp>
    </p:spTree>
    <p:extLst>
      <p:ext uri="{BB962C8B-B14F-4D97-AF65-F5344CB8AC3E}">
        <p14:creationId xmlns:p14="http://schemas.microsoft.com/office/powerpoint/2010/main" val="658065616"/>
      </p:ext>
    </p:extLst>
  </p:cSld>
</p:sld>
</file>

<file path=ppt/slides/slide8.xml><?xml version="1.0" encoding="utf-8"?>
<p:sld xmlns:p="http://schemas.openxmlformats.org/presentationml/2006/main">
  <p:cSld>
    <p:bg>
      <p:bgPr>
        <a:solidFill xmlns:a="http://schemas.openxmlformats.org/drawingml/2006/main">
          <a:srgbClr val="191D2D"/>
        </a:solidFill>
      </p:bgPr>
    </p:bg>
    <p:spTree>
      <p:nvGrpSpPr>
        <p:cNvPr id="1" name=""/>
        <p:cNvGrpSpPr/>
        <p:nvPr/>
      </p:nvGrpSpPr>
      <p:grpSpPr>
        <a:xfrm xmlns:a="http://schemas.openxmlformats.org/drawingml/2006/main"/>
      </p:grpSpPr>
      <p:sp>
        <p:nvSpPr>
          <p:cNvPr id="103" name="Google Shape;103;p15">
            <a:extLst xmlns:a="http://schemas.openxmlformats.org/drawingml/2006/main">
              <a:ext uri="{FF2B5EF4-FFF2-40B4-BE49-F238E27FC236}">
                <a16:creationId xmlns:a16="http://schemas.microsoft.com/office/drawing/2014/main" id="{6E3B60F2-2410-4CD8-9A4E-A808AB4BD1C3}"/>
              </a:ext>
            </a:extLst>
          </p:cNvPr>
          <p:cNvSpPr>
            <a:spLocks xmlns:a="http://schemas.openxmlformats.org/drawingml/2006/main" noGrp="1"/>
          </p:cNvSpPr>
          <p:nvPr/>
        </p:nvSpPr>
        <p:spPr>
          <a:xfrm xmlns:a="http://schemas.openxmlformats.org/drawingml/2006/main">
            <a:off x="381000" y="247650"/>
            <a:ext cx="11430000" cy="628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4" name="Google Shape;104;p15">
            <a:extLst xmlns:a="http://schemas.openxmlformats.org/drawingml/2006/main">
              <a:ext uri="{FF2B5EF4-FFF2-40B4-BE49-F238E27FC236}">
                <a16:creationId xmlns:a16="http://schemas.microsoft.com/office/drawing/2014/main" id="{58AAD208-68A4-4651-8F38-E212CDB164C3}"/>
              </a:ext>
            </a:extLst>
          </p:cNvPr>
          <p:cNvSpPr>
            <a:spLocks xmlns:a="http://schemas.openxmlformats.org/drawingml/2006/main" noGrp="1"/>
          </p:cNvSpPr>
          <p:nvPr/>
        </p:nvSpPr>
        <p:spPr>
          <a:xfrm xmlns:a="http://schemas.openxmlformats.org/drawingml/2006/main">
            <a:off x="1066800" y="371400"/>
            <a:ext cx="7961400" cy="3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450" b="1">
                <a:solidFill>
                  <a:srgbClr val="292D42"/>
                </a:solidFill>
                <a:latin typeface="Helvetica Neue"/>
                <a:ea typeface="Helvetica Neue"/>
                <a:cs typeface="Helvetica Neue"/>
              </a:rPr>
              <a:t>Динамика самочувствия</a:t>
            </a:r>
            <a:endParaRPr sz="1900"/>
          </a:p>
        </p:txBody>
      </p:sp>
      <p:pic>
        <p:nvPicPr>
          <p:cNvPr id="105" name="Google Shape;105;p15">
            <a:extLst xmlns:a="http://schemas.openxmlformats.org/drawingml/2006/main">
              <a:ext uri="{FF2B5EF4-FFF2-40B4-BE49-F238E27FC236}">
                <a16:creationId xmlns:a16="http://schemas.microsoft.com/office/drawing/2014/main" id="{B229F783-EC8D-406F-98BC-19D12631BC04}"/>
              </a:ext>
            </a:extLst>
          </p:cNvPr>
          <p:cNvPicPr>
            <a:picLocks xmlns:a="http://schemas.openxmlformats.org/drawingml/2006/main" noChangeAspect="1"/>
          </p:cNvPicPr>
          <p:nvPr/>
        </p:nvPicPr>
        <p:blipFill>
          <a:blip xmlns:r="http://schemas.openxmlformats.org/officeDocument/2006/relationships" xmlns:a="http://schemas.openxmlformats.org/drawingml/2006/main" r:embed="R5765c3a0a536442d">
            <a:alphaModFix/>
          </a:blip>
          <a:stretch xmlns:a="http://schemas.openxmlformats.org/drawingml/2006/main">
            <a:fillRect l="0" t="0" r="0" b="0"/>
          </a:stretch>
        </p:blipFill>
        <p:spPr>
          <a:xfrm xmlns:a="http://schemas.openxmlformats.org/drawingml/2006/main">
            <a:off x="523875" y="352425"/>
            <a:ext cx="419100" cy="419100"/>
          </a:xfrm>
          <a:prstGeom xmlns:a="http://schemas.openxmlformats.org/drawingml/2006/main" prst="rect">
            <a:avLst/>
          </a:prstGeom>
          <a:ln xmlns:a="http://schemas.openxmlformats.org/drawingml/2006/main">
            <a:noFill/>
          </a:ln>
        </p:spPr>
      </p:pic>
      <p:sp>
        <p:nvSpPr>
          <p:cNvPr id="106" name="Google Shape;106;p15">
            <a:extLst xmlns:a="http://schemas.openxmlformats.org/drawingml/2006/main">
              <a:ext uri="{FF2B5EF4-FFF2-40B4-BE49-F238E27FC236}">
                <a16:creationId xmlns:a16="http://schemas.microsoft.com/office/drawing/2014/main" id="{B1E132C6-3B58-4360-8F56-BC4E3484C9C4}"/>
              </a:ext>
            </a:extLst>
          </p:cNvPr>
          <p:cNvSpPr>
            <a:spLocks xmlns:a="http://schemas.openxmlformats.org/drawingml/2006/main" noGrp="1"/>
          </p:cNvSpPr>
          <p:nvPr/>
        </p:nvSpPr>
        <p:spPr>
          <a:xfrm xmlns:a="http://schemas.openxmlformats.org/drawingml/2006/main">
            <a:off x="11087100" y="371380"/>
            <a:ext cx="571500" cy="36214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lgn="ctr">
              <a:defRPr sz="2450" b="1">
                <a:solidFill>
                  <a:srgbClr val="292D42"/>
                </a:solidFill>
                <a:latin typeface="Helvetica Neue"/>
                <a:ea typeface="Helvetica Neue"/>
                <a:cs typeface="Helvetica Neue"/>
              </a:defRPr>
            </a:defPPr>
            <a:lvl1pPr algn="ctr">
              <a:defRPr sz="2450" b="1">
                <a:solidFill>
                  <a:srgbClr val="292D42"/>
                </a:solidFill>
                <a:latin typeface="Helvetica Neue"/>
                <a:ea typeface="Helvetica Neue"/>
                <a:cs typeface="Helvetica Neue"/>
              </a:defRPr>
            </a:lvl1pPr>
            <a:lvl2pPr algn="ctr">
              <a:defRPr sz="2450" b="1">
                <a:solidFill>
                  <a:srgbClr val="292D42"/>
                </a:solidFill>
                <a:latin typeface="Helvetica Neue"/>
                <a:ea typeface="Helvetica Neue"/>
                <a:cs typeface="Helvetica Neue"/>
              </a:defRPr>
            </a:lvl2pPr>
            <a:lvl3pPr algn="ctr">
              <a:defRPr sz="2450" b="1">
                <a:solidFill>
                  <a:srgbClr val="292D42"/>
                </a:solidFill>
                <a:latin typeface="Helvetica Neue"/>
                <a:ea typeface="Helvetica Neue"/>
                <a:cs typeface="Helvetica Neue"/>
              </a:defRPr>
            </a:lvl3pPr>
            <a:lvl4pPr algn="ctr">
              <a:defRPr sz="2450" b="1">
                <a:solidFill>
                  <a:srgbClr val="292D42"/>
                </a:solidFill>
                <a:latin typeface="Helvetica Neue"/>
                <a:ea typeface="Helvetica Neue"/>
                <a:cs typeface="Helvetica Neue"/>
              </a:defRPr>
            </a:lvl4pPr>
            <a:lvl5pPr algn="ctr">
              <a:defRPr sz="2450" b="1">
                <a:solidFill>
                  <a:srgbClr val="292D42"/>
                </a:solidFill>
                <a:latin typeface="Helvetica Neue"/>
                <a:ea typeface="Helvetica Neue"/>
                <a:cs typeface="Helvetica Neue"/>
              </a:defRPr>
            </a:lvl5pPr>
            <a:lvl6pPr algn="ctr">
              <a:defRPr sz="2450" b="1">
                <a:solidFill>
                  <a:srgbClr val="292D42"/>
                </a:solidFill>
                <a:latin typeface="Helvetica Neue"/>
                <a:ea typeface="Helvetica Neue"/>
                <a:cs typeface="Helvetica Neue"/>
              </a:defRPr>
            </a:lvl6pPr>
            <a:lvl7pPr algn="ctr">
              <a:defRPr sz="2450" b="1">
                <a:solidFill>
                  <a:srgbClr val="292D42"/>
                </a:solidFill>
                <a:latin typeface="Helvetica Neue"/>
                <a:ea typeface="Helvetica Neue"/>
                <a:cs typeface="Helvetica Neue"/>
              </a:defRPr>
            </a:lvl7pPr>
            <a:lvl8pPr algn="ctr">
              <a:defRPr sz="2450" b="1">
                <a:solidFill>
                  <a:srgbClr val="292D42"/>
                </a:solidFill>
                <a:latin typeface="Helvetica Neue"/>
                <a:ea typeface="Helvetica Neue"/>
                <a:cs typeface="Helvetica Neue"/>
              </a:defRPr>
            </a:lvl8pPr>
            <a:lvl9pPr algn="ctr">
              <a:defRPr sz="2450" b="1">
                <a:solidFill>
                  <a:srgbClr val="292D42"/>
                </a:solidFill>
                <a:latin typeface="Helvetica Neue"/>
                <a:ea typeface="Helvetica Neue"/>
                <a:cs typeface="Helvetica Neue"/>
              </a:defRPr>
            </a:lvl9pPr>
          </a:lstStyle>
          <a:p xmlns:a="http://schemas.openxmlformats.org/drawingml/2006/main">
            <a:pPr marL="0" marR="0" lvl="0" indent="0" algn="ctr">
              <a:spcBef>
                <a:spcPts val="0"/>
              </a:spcBef>
              <a:spcAft>
                <a:spcPts val="0"/>
              </a:spcAft>
              <a:buNone/>
              <a:defRPr sz="2450" b="1">
                <a:solidFill>
                  <a:srgbClr val="292D42"/>
                </a:solidFill>
                <a:latin typeface="Helvetica Neue"/>
                <a:ea typeface="Helvetica Neue"/>
                <a:cs typeface="Helvetica Neue"/>
              </a:defRPr>
            </a:pPr>
            <a:r>
              <a:rPr sz="2450" b="1">
                <a:solidFill>
                  <a:srgbClr val="292D42"/>
                </a:solidFill>
                <a:latin typeface="Helvetica Neue"/>
                <a:ea typeface="Helvetica Neue"/>
                <a:cs typeface="Helvetica Neue"/>
              </a:rPr>
              <a:t>8</a:t>
            </a:r>
            <a:endParaRPr sz="1900"/>
          </a:p>
        </p:txBody>
      </p:sp>
      <p:sp>
        <p:nvSpPr>
          <p:cNvPr id="107" name="Google Shape;107;p15">
            <a:extLst xmlns:a="http://schemas.openxmlformats.org/drawingml/2006/main">
              <a:ext uri="{FF2B5EF4-FFF2-40B4-BE49-F238E27FC236}">
                <a16:creationId xmlns:a16="http://schemas.microsoft.com/office/drawing/2014/main" id="{5FDEF649-39A6-4E5C-A61C-3BD5ED80C9C5}"/>
              </a:ext>
            </a:extLst>
          </p:cNvPr>
          <p:cNvSpPr>
            <a:spLocks xmlns:a="http://schemas.openxmlformats.org/drawingml/2006/main" noGrp="1"/>
          </p:cNvSpPr>
          <p:nvPr/>
        </p:nvSpPr>
        <p:spPr>
          <a:xfrm xmlns:a="http://schemas.openxmlformats.org/drawingml/2006/main">
            <a:off x="533400" y="2011850"/>
            <a:ext cx="11125200" cy="37149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108" name="Google Shape;108;p15">
            <a:extLst xmlns:a="http://schemas.openxmlformats.org/drawingml/2006/main">
              <a:ext uri="{FF2B5EF4-FFF2-40B4-BE49-F238E27FC236}">
                <a16:creationId xmlns:a16="http://schemas.microsoft.com/office/drawing/2014/main" id="{7CCD5CA4-60B2-42E3-8E8A-CCDBFC7074A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5a2789c31b64937">
            <a:alphaModFix/>
          </a:blip>
          <a:srcRect xmlns:a="http://schemas.openxmlformats.org/drawingml/2006/main" l="0" t="1200" r="0" b="1200"/>
          <a:stretch xmlns:a="http://schemas.openxmlformats.org/drawingml/2006/main"/>
        </p:blipFill>
        <p:spPr>
          <a:xfrm xmlns:a="http://schemas.openxmlformats.org/drawingml/2006/main">
            <a:off x="742950" y="2307125"/>
            <a:ext cx="10553700" cy="3076500"/>
          </a:xfrm>
          <a:prstGeom xmlns:a="http://schemas.openxmlformats.org/drawingml/2006/main" prst="roundRect">
            <a:avLst>
              <a:gd name="adj" fmla="val 9288"/>
            </a:avLst>
          </a:prstGeom>
          <a:ln xmlns:a="http://schemas.openxmlformats.org/drawingml/2006/main">
            <a:noFill/>
          </a:ln>
        </p:spPr>
      </p:pic>
      <p:sp>
        <p:nvSpPr>
          <p:cNvPr id="109" name="">
            <a:extLst xmlns:a="http://schemas.openxmlformats.org/drawingml/2006/main">
              <a:ext uri="{FF2B5EF4-FFF2-40B4-BE49-F238E27FC236}">
                <a16:creationId xmlns:a16="http://schemas.microsoft.com/office/drawing/2014/main" id="{4A57FA5B-75A5-4618-83D3-DA6221E3ACF6}"/>
              </a:ext>
            </a:extLst>
          </p:cNvPr>
          <p:cNvSpPr>
            <a:spLocks xmlns:a="http://schemas.openxmlformats.org/drawingml/2006/main" noGrp="1"/>
          </p:cNvSpPr>
          <p:nvPr/>
        </p:nvSpPr>
        <p:spPr>
          <a:xfrm xmlns:a="http://schemas.openxmlformats.org/drawingml/2006/main">
            <a:off x="533400" y="1219200"/>
            <a:ext cx="11125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925" b="0">
                <a:solidFill>
                  <a:srgbClr val="FFFFFF"/>
                </a:solidFill>
                <a:latin typeface="Helvetica Neue"/>
                <a:ea typeface="Helvetica Neue"/>
                <a:cs typeface="Helvetica Neue"/>
              </a:defRPr>
            </a:defPPr>
            <a:lvl1pPr algn="l">
              <a:defRPr sz="2925" b="0">
                <a:solidFill>
                  <a:srgbClr val="FFFFFF"/>
                </a:solidFill>
                <a:latin typeface="Helvetica Neue"/>
                <a:ea typeface="Helvetica Neue"/>
                <a:cs typeface="Helvetica Neue"/>
              </a:defRPr>
            </a:lvl1pPr>
            <a:lvl2pPr algn="l">
              <a:defRPr sz="2925" b="0">
                <a:solidFill>
                  <a:srgbClr val="FFFFFF"/>
                </a:solidFill>
                <a:latin typeface="Helvetica Neue"/>
                <a:ea typeface="Helvetica Neue"/>
                <a:cs typeface="Helvetica Neue"/>
              </a:defRPr>
            </a:lvl2pPr>
            <a:lvl3pPr algn="l">
              <a:defRPr sz="2925" b="0">
                <a:solidFill>
                  <a:srgbClr val="FFFFFF"/>
                </a:solidFill>
                <a:latin typeface="Helvetica Neue"/>
                <a:ea typeface="Helvetica Neue"/>
                <a:cs typeface="Helvetica Neue"/>
              </a:defRPr>
            </a:lvl3pPr>
            <a:lvl4pPr algn="l">
              <a:defRPr sz="2925" b="0">
                <a:solidFill>
                  <a:srgbClr val="FFFFFF"/>
                </a:solidFill>
                <a:latin typeface="Helvetica Neue"/>
                <a:ea typeface="Helvetica Neue"/>
                <a:cs typeface="Helvetica Neue"/>
              </a:defRPr>
            </a:lvl4pPr>
            <a:lvl5pPr algn="l">
              <a:defRPr sz="2925" b="0">
                <a:solidFill>
                  <a:srgbClr val="FFFFFF"/>
                </a:solidFill>
                <a:latin typeface="Helvetica Neue"/>
                <a:ea typeface="Helvetica Neue"/>
                <a:cs typeface="Helvetica Neue"/>
              </a:defRPr>
            </a:lvl5pPr>
            <a:lvl6pPr algn="l">
              <a:defRPr sz="2925" b="0">
                <a:solidFill>
                  <a:srgbClr val="FFFFFF"/>
                </a:solidFill>
                <a:latin typeface="Helvetica Neue"/>
                <a:ea typeface="Helvetica Neue"/>
                <a:cs typeface="Helvetica Neue"/>
              </a:defRPr>
            </a:lvl6pPr>
            <a:lvl7pPr algn="l">
              <a:defRPr sz="2925" b="0">
                <a:solidFill>
                  <a:srgbClr val="FFFFFF"/>
                </a:solidFill>
                <a:latin typeface="Helvetica Neue"/>
                <a:ea typeface="Helvetica Neue"/>
                <a:cs typeface="Helvetica Neue"/>
              </a:defRPr>
            </a:lvl7pPr>
            <a:lvl8pPr algn="l">
              <a:defRPr sz="2925" b="0">
                <a:solidFill>
                  <a:srgbClr val="FFFFFF"/>
                </a:solidFill>
                <a:latin typeface="Helvetica Neue"/>
                <a:ea typeface="Helvetica Neue"/>
                <a:cs typeface="Helvetica Neue"/>
              </a:defRPr>
            </a:lvl8pPr>
            <a:lvl9pPr algn="l">
              <a:defRPr sz="2925" b="0">
                <a:solidFill>
                  <a:srgbClr val="FFFFFF"/>
                </a:solidFill>
                <a:latin typeface="Helvetica Neue"/>
                <a:ea typeface="Helvetica Neue"/>
                <a:cs typeface="Helvetica Neue"/>
              </a:defRPr>
            </a:lvl9pPr>
          </a:lstStyle>
          <a:p xmlns:a="http://schemas.openxmlformats.org/drawingml/2006/main">
            <a:pPr algn="l">
              <a:defRPr sz="2925" b="0">
                <a:solidFill>
                  <a:srgbClr val="FFFFFF"/>
                </a:solidFill>
                <a:latin typeface="Helvetica Neue"/>
                <a:ea typeface="Helvetica Neue"/>
                <a:cs typeface="Helvetica Neue"/>
              </a:defRPr>
            </a:pPr>
            <a:r>
              <a:rPr sz="2925" b="0">
                <a:solidFill>
                  <a:srgbClr val="FFFFFF"/>
                </a:solidFill>
                <a:latin typeface="Helvetica Neue"/>
                <a:ea typeface="Helvetica Neue"/>
                <a:cs typeface="Helvetica Neue"/>
              </a:rPr>
              <a:t>Изменения самочувствия по дням</a:t>
            </a:r>
          </a:p>
        </p:txBody>
      </p:sp>
      <p:sp>
        <p:nvSpPr>
          <p:cNvPr id="110" name="">
            <a:extLst xmlns:a="http://schemas.openxmlformats.org/drawingml/2006/main">
              <a:ext uri="{FF2B5EF4-FFF2-40B4-BE49-F238E27FC236}">
                <a16:creationId xmlns:a16="http://schemas.microsoft.com/office/drawing/2014/main" id="{673AEEAA-74E5-438A-8D5B-4F0DCFEDB800}"/>
              </a:ext>
            </a:extLst>
          </p:cNvPr>
          <p:cNvSpPr>
            <a:spLocks xmlns:a="http://schemas.openxmlformats.org/drawingml/2006/main" noGrp="1"/>
          </p:cNvSpPr>
          <p:nvPr/>
        </p:nvSpPr>
        <p:spPr>
          <a:xfrm xmlns:a="http://schemas.openxmlformats.org/drawingml/2006/main">
            <a:off x="571500" y="6029325"/>
            <a:ext cx="5048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175" b="0">
                <a:solidFill>
                  <a:srgbClr val="FFFFFF"/>
                </a:solidFill>
                <a:latin typeface="Helvetica Neue"/>
                <a:ea typeface="Helvetica Neue"/>
                <a:cs typeface="Helvetica Neue"/>
              </a:defRPr>
            </a:defPPr>
            <a:lvl1pPr algn="l">
              <a:defRPr sz="2175" b="0">
                <a:solidFill>
                  <a:srgbClr val="FFFFFF"/>
                </a:solidFill>
                <a:latin typeface="Helvetica Neue"/>
                <a:ea typeface="Helvetica Neue"/>
                <a:cs typeface="Helvetica Neue"/>
              </a:defRPr>
            </a:lvl1pPr>
            <a:lvl2pPr algn="l">
              <a:defRPr sz="2175" b="0">
                <a:solidFill>
                  <a:srgbClr val="FFFFFF"/>
                </a:solidFill>
                <a:latin typeface="Helvetica Neue"/>
                <a:ea typeface="Helvetica Neue"/>
                <a:cs typeface="Helvetica Neue"/>
              </a:defRPr>
            </a:lvl2pPr>
            <a:lvl3pPr algn="l">
              <a:defRPr sz="2175" b="0">
                <a:solidFill>
                  <a:srgbClr val="FFFFFF"/>
                </a:solidFill>
                <a:latin typeface="Helvetica Neue"/>
                <a:ea typeface="Helvetica Neue"/>
                <a:cs typeface="Helvetica Neue"/>
              </a:defRPr>
            </a:lvl3pPr>
            <a:lvl4pPr algn="l">
              <a:defRPr sz="2175" b="0">
                <a:solidFill>
                  <a:srgbClr val="FFFFFF"/>
                </a:solidFill>
                <a:latin typeface="Helvetica Neue"/>
                <a:ea typeface="Helvetica Neue"/>
                <a:cs typeface="Helvetica Neue"/>
              </a:defRPr>
            </a:lvl4pPr>
            <a:lvl5pPr algn="l">
              <a:defRPr sz="2175" b="0">
                <a:solidFill>
                  <a:srgbClr val="FFFFFF"/>
                </a:solidFill>
                <a:latin typeface="Helvetica Neue"/>
                <a:ea typeface="Helvetica Neue"/>
                <a:cs typeface="Helvetica Neue"/>
              </a:defRPr>
            </a:lvl5pPr>
            <a:lvl6pPr algn="l">
              <a:defRPr sz="2175" b="0">
                <a:solidFill>
                  <a:srgbClr val="FFFFFF"/>
                </a:solidFill>
                <a:latin typeface="Helvetica Neue"/>
                <a:ea typeface="Helvetica Neue"/>
                <a:cs typeface="Helvetica Neue"/>
              </a:defRPr>
            </a:lvl6pPr>
            <a:lvl7pPr algn="l">
              <a:defRPr sz="2175" b="0">
                <a:solidFill>
                  <a:srgbClr val="FFFFFF"/>
                </a:solidFill>
                <a:latin typeface="Helvetica Neue"/>
                <a:ea typeface="Helvetica Neue"/>
                <a:cs typeface="Helvetica Neue"/>
              </a:defRPr>
            </a:lvl7pPr>
            <a:lvl8pPr algn="l">
              <a:defRPr sz="2175" b="0">
                <a:solidFill>
                  <a:srgbClr val="FFFFFF"/>
                </a:solidFill>
                <a:latin typeface="Helvetica Neue"/>
                <a:ea typeface="Helvetica Neue"/>
                <a:cs typeface="Helvetica Neue"/>
              </a:defRPr>
            </a:lvl8pPr>
            <a:lvl9pPr algn="l">
              <a:defRPr sz="2175" b="0">
                <a:solidFill>
                  <a:srgbClr val="FFFFFF"/>
                </a:solidFill>
                <a:latin typeface="Helvetica Neue"/>
                <a:ea typeface="Helvetica Neue"/>
                <a:cs typeface="Helvetica Neue"/>
              </a:defRPr>
            </a:lvl9pPr>
          </a:lstStyle>
          <a:p xmlns:a="http://schemas.openxmlformats.org/drawingml/2006/main">
            <a:pPr algn="l">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21 день наблюдений</a:t>
            </a:r>
          </a:p>
        </p:txBody>
      </p:sp>
      <p:sp>
        <p:nvSpPr>
          <p:cNvPr id="111" name="">
            <a:extLst xmlns:a="http://schemas.openxmlformats.org/drawingml/2006/main">
              <a:ext uri="{FF2B5EF4-FFF2-40B4-BE49-F238E27FC236}">
                <a16:creationId xmlns:a16="http://schemas.microsoft.com/office/drawing/2014/main" id="{410EE627-E22F-43EF-B02C-C7B0A6BB5B96}"/>
              </a:ext>
            </a:extLst>
          </p:cNvPr>
          <p:cNvSpPr>
            <a:spLocks xmlns:a="http://schemas.openxmlformats.org/drawingml/2006/main" noGrp="1"/>
          </p:cNvSpPr>
          <p:nvPr/>
        </p:nvSpPr>
        <p:spPr>
          <a:xfrm xmlns:a="http://schemas.openxmlformats.org/drawingml/2006/main">
            <a:off x="5934075" y="6067425"/>
            <a:ext cx="57245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2025" b="0">
                <a:solidFill>
                  <a:srgbClr val="ADC5FF"/>
                </a:solidFill>
                <a:latin typeface="Helvetica Neue"/>
                <a:ea typeface="Helvetica Neue"/>
                <a:cs typeface="Helvetica Neue"/>
              </a:defRPr>
            </a:defPPr>
            <a:lvl1pPr algn="r">
              <a:defRPr sz="2025" b="0">
                <a:solidFill>
                  <a:srgbClr val="ADC5FF"/>
                </a:solidFill>
                <a:latin typeface="Helvetica Neue"/>
                <a:ea typeface="Helvetica Neue"/>
                <a:cs typeface="Helvetica Neue"/>
              </a:defRPr>
            </a:lvl1pPr>
            <a:lvl2pPr algn="r">
              <a:defRPr sz="2025" b="0">
                <a:solidFill>
                  <a:srgbClr val="ADC5FF"/>
                </a:solidFill>
                <a:latin typeface="Helvetica Neue"/>
                <a:ea typeface="Helvetica Neue"/>
                <a:cs typeface="Helvetica Neue"/>
              </a:defRPr>
            </a:lvl2pPr>
            <a:lvl3pPr algn="r">
              <a:defRPr sz="2025" b="0">
                <a:solidFill>
                  <a:srgbClr val="ADC5FF"/>
                </a:solidFill>
                <a:latin typeface="Helvetica Neue"/>
                <a:ea typeface="Helvetica Neue"/>
                <a:cs typeface="Helvetica Neue"/>
              </a:defRPr>
            </a:lvl3pPr>
            <a:lvl4pPr algn="r">
              <a:defRPr sz="2025" b="0">
                <a:solidFill>
                  <a:srgbClr val="ADC5FF"/>
                </a:solidFill>
                <a:latin typeface="Helvetica Neue"/>
                <a:ea typeface="Helvetica Neue"/>
                <a:cs typeface="Helvetica Neue"/>
              </a:defRPr>
            </a:lvl4pPr>
            <a:lvl5pPr algn="r">
              <a:defRPr sz="2025" b="0">
                <a:solidFill>
                  <a:srgbClr val="ADC5FF"/>
                </a:solidFill>
                <a:latin typeface="Helvetica Neue"/>
                <a:ea typeface="Helvetica Neue"/>
                <a:cs typeface="Helvetica Neue"/>
              </a:defRPr>
            </a:lvl5pPr>
            <a:lvl6pPr algn="r">
              <a:defRPr sz="2025" b="0">
                <a:solidFill>
                  <a:srgbClr val="ADC5FF"/>
                </a:solidFill>
                <a:latin typeface="Helvetica Neue"/>
                <a:ea typeface="Helvetica Neue"/>
                <a:cs typeface="Helvetica Neue"/>
              </a:defRPr>
            </a:lvl6pPr>
            <a:lvl7pPr algn="r">
              <a:defRPr sz="2025" b="0">
                <a:solidFill>
                  <a:srgbClr val="ADC5FF"/>
                </a:solidFill>
                <a:latin typeface="Helvetica Neue"/>
                <a:ea typeface="Helvetica Neue"/>
                <a:cs typeface="Helvetica Neue"/>
              </a:defRPr>
            </a:lvl7pPr>
            <a:lvl8pPr algn="r">
              <a:defRPr sz="2025" b="0">
                <a:solidFill>
                  <a:srgbClr val="ADC5FF"/>
                </a:solidFill>
                <a:latin typeface="Helvetica Neue"/>
                <a:ea typeface="Helvetica Neue"/>
                <a:cs typeface="Helvetica Neue"/>
              </a:defRPr>
            </a:lvl8pPr>
            <a:lvl9pPr algn="r">
              <a:defRPr sz="2025" b="0">
                <a:solidFill>
                  <a:srgbClr val="ADC5FF"/>
                </a:solidFill>
                <a:latin typeface="Helvetica Neue"/>
                <a:ea typeface="Helvetica Neue"/>
                <a:cs typeface="Helvetica Neue"/>
              </a:defRPr>
            </a:lvl9pPr>
          </a:lstStyle>
          <a:p xmlns:a="http://schemas.openxmlformats.org/drawingml/2006/main">
            <a:pPr algn="r">
              <a:defRPr sz="2025" b="0">
                <a:solidFill>
                  <a:srgbClr val="ADC5FF"/>
                </a:solidFill>
                <a:latin typeface="Helvetica Neue"/>
                <a:ea typeface="Helvetica Neue"/>
                <a:cs typeface="Helvetica Neue"/>
              </a:defRPr>
            </a:pPr>
            <a:r>
              <a:rPr sz="2025" b="0">
                <a:solidFill>
                  <a:srgbClr val="ADC5FF"/>
                </a:solidFill>
                <a:latin typeface="Helvetica Neue"/>
                <a:ea typeface="Helvetica Neue"/>
                <a:cs typeface="Helvetica Neue"/>
              </a:rPr>
              <a:t>5 показателей по шкале от 0 до 10</a:t>
            </a:r>
          </a:p>
        </p:txBody>
      </p:sp>
      <p:sp>
        <p:nvSpPr>
          <p:cNvPr id="112" name="">
            <a:extLst xmlns:a="http://schemas.openxmlformats.org/drawingml/2006/main">
              <a:ext uri="{FF2B5EF4-FFF2-40B4-BE49-F238E27FC236}">
                <a16:creationId xmlns:a16="http://schemas.microsoft.com/office/drawing/2014/main" id="{A51E2380-DE0A-401A-99AA-A72A0FCFD33A}"/>
              </a:ext>
            </a:extLst>
          </p:cNvPr>
          <p:cNvSpPr>
            <a:spLocks xmlns:a="http://schemas.openxmlformats.org/drawingml/2006/main" noGrp="1"/>
          </p:cNvSpPr>
          <p:nvPr/>
        </p:nvSpPr>
        <p:spPr>
          <a:xfrm xmlns:a="http://schemas.openxmlformats.org/drawingml/2006/main">
            <a:off x="571500" y="6534150"/>
            <a:ext cx="1104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350" b="0">
                <a:solidFill>
                  <a:srgbClr val="ADC5FF"/>
                </a:solidFill>
                <a:latin typeface="Helvetica Neue"/>
                <a:ea typeface="Helvetica Neue"/>
                <a:cs typeface="Helvetica Neue"/>
              </a:defRPr>
            </a:defPPr>
            <a:lvl1pPr algn="l">
              <a:defRPr sz="1350" b="0">
                <a:solidFill>
                  <a:srgbClr val="ADC5FF"/>
                </a:solidFill>
                <a:latin typeface="Helvetica Neue"/>
                <a:ea typeface="Helvetica Neue"/>
                <a:cs typeface="Helvetica Neue"/>
              </a:defRPr>
            </a:lvl1pPr>
            <a:lvl2pPr algn="l">
              <a:defRPr sz="1350" b="0">
                <a:solidFill>
                  <a:srgbClr val="ADC5FF"/>
                </a:solidFill>
                <a:latin typeface="Helvetica Neue"/>
                <a:ea typeface="Helvetica Neue"/>
                <a:cs typeface="Helvetica Neue"/>
              </a:defRPr>
            </a:lvl2pPr>
            <a:lvl3pPr algn="l">
              <a:defRPr sz="1350" b="0">
                <a:solidFill>
                  <a:srgbClr val="ADC5FF"/>
                </a:solidFill>
                <a:latin typeface="Helvetica Neue"/>
                <a:ea typeface="Helvetica Neue"/>
                <a:cs typeface="Helvetica Neue"/>
              </a:defRPr>
            </a:lvl3pPr>
            <a:lvl4pPr algn="l">
              <a:defRPr sz="1350" b="0">
                <a:solidFill>
                  <a:srgbClr val="ADC5FF"/>
                </a:solidFill>
                <a:latin typeface="Helvetica Neue"/>
                <a:ea typeface="Helvetica Neue"/>
                <a:cs typeface="Helvetica Neue"/>
              </a:defRPr>
            </a:lvl4pPr>
            <a:lvl5pPr algn="l">
              <a:defRPr sz="1350" b="0">
                <a:solidFill>
                  <a:srgbClr val="ADC5FF"/>
                </a:solidFill>
                <a:latin typeface="Helvetica Neue"/>
                <a:ea typeface="Helvetica Neue"/>
                <a:cs typeface="Helvetica Neue"/>
              </a:defRPr>
            </a:lvl5pPr>
            <a:lvl6pPr algn="l">
              <a:defRPr sz="1350" b="0">
                <a:solidFill>
                  <a:srgbClr val="ADC5FF"/>
                </a:solidFill>
                <a:latin typeface="Helvetica Neue"/>
                <a:ea typeface="Helvetica Neue"/>
                <a:cs typeface="Helvetica Neue"/>
              </a:defRPr>
            </a:lvl6pPr>
            <a:lvl7pPr algn="l">
              <a:defRPr sz="1350" b="0">
                <a:solidFill>
                  <a:srgbClr val="ADC5FF"/>
                </a:solidFill>
                <a:latin typeface="Helvetica Neue"/>
                <a:ea typeface="Helvetica Neue"/>
                <a:cs typeface="Helvetica Neue"/>
              </a:defRPr>
            </a:lvl7pPr>
            <a:lvl8pPr algn="l">
              <a:defRPr sz="1350" b="0">
                <a:solidFill>
                  <a:srgbClr val="ADC5FF"/>
                </a:solidFill>
                <a:latin typeface="Helvetica Neue"/>
                <a:ea typeface="Helvetica Neue"/>
                <a:cs typeface="Helvetica Neue"/>
              </a:defRPr>
            </a:lvl8pPr>
            <a:lvl9pPr algn="l">
              <a:defRPr sz="1350" b="0">
                <a:solidFill>
                  <a:srgbClr val="ADC5FF"/>
                </a:solidFill>
                <a:latin typeface="Helvetica Neue"/>
                <a:ea typeface="Helvetica Neue"/>
                <a:cs typeface="Helvetica Neue"/>
              </a:defRPr>
            </a:lvl9pPr>
          </a:lstStyle>
          <a:p xmlns:a="http://schemas.openxmlformats.org/drawingml/2006/main">
            <a:pPr algn="l">
              <a:defRPr sz="1350" b="0">
                <a:solidFill>
                  <a:srgbClr val="ADC5FF"/>
                </a:solidFill>
                <a:latin typeface="Helvetica Neue"/>
                <a:ea typeface="Helvetica Neue"/>
                <a:cs typeface="Helvetica Neue"/>
              </a:defRPr>
            </a:pPr>
            <a:r>
              <a:rPr sz="1350" b="0">
                <a:solidFill>
                  <a:srgbClr val="ADC5FF"/>
                </a:solidFill>
                <a:latin typeface="Helvetica Neue"/>
                <a:ea typeface="Helvetica Neue"/>
                <a:cs typeface="Helvetica Neue"/>
              </a:rPr>
              <a:t>Сон в дневнике означает качество сна. Синтетический пример.</a:t>
            </a:r>
          </a:p>
        </p:txBody>
      </p:sp>
    </p:spTree>
    <p:extLst>
      <p:ext uri="{BB962C8B-B14F-4D97-AF65-F5344CB8AC3E}">
        <p14:creationId xmlns:p14="http://schemas.microsoft.com/office/powerpoint/2010/main" val="1903115987"/>
      </p:ext>
    </p:extLst>
  </p:cSld>
</p:sld>
</file>

<file path=ppt/slides/slide9.xml><?xml version="1.0" encoding="utf-8"?>
<p:sld xmlns:p="http://schemas.openxmlformats.org/presentationml/2006/main">
  <p:cSld>
    <p:bg>
      <p:bgPr>
        <a:solidFill xmlns:a="http://schemas.openxmlformats.org/drawingml/2006/main">
          <a:srgbClr val="191D2D"/>
        </a:solidFill>
      </p:bgPr>
    </p:bg>
    <p:spTree>
      <p:nvGrpSpPr>
        <p:cNvPr id="1" name=""/>
        <p:cNvGrpSpPr/>
        <p:nvPr/>
      </p:nvGrpSpPr>
      <p:grpSpPr>
        <a:xfrm xmlns:a="http://schemas.openxmlformats.org/drawingml/2006/main"/>
      </p:grpSpPr>
      <p:sp>
        <p:nvSpPr>
          <p:cNvPr id="114" name="Google Shape;114;p16">
            <a:extLst xmlns:a="http://schemas.openxmlformats.org/drawingml/2006/main">
              <a:ext uri="{FF2B5EF4-FFF2-40B4-BE49-F238E27FC236}">
                <a16:creationId xmlns:a16="http://schemas.microsoft.com/office/drawing/2014/main" id="{8A2624E8-19E3-4B9F-BFA0-60AE98FB68F0}"/>
              </a:ext>
            </a:extLst>
          </p:cNvPr>
          <p:cNvSpPr>
            <a:spLocks xmlns:a="http://schemas.openxmlformats.org/drawingml/2006/main" noGrp="1"/>
          </p:cNvSpPr>
          <p:nvPr/>
        </p:nvSpPr>
        <p:spPr>
          <a:xfrm xmlns:a="http://schemas.openxmlformats.org/drawingml/2006/main">
            <a:off x="381000" y="247650"/>
            <a:ext cx="11430000" cy="628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5" name="Google Shape;115;p16">
            <a:extLst xmlns:a="http://schemas.openxmlformats.org/drawingml/2006/main">
              <a:ext uri="{FF2B5EF4-FFF2-40B4-BE49-F238E27FC236}">
                <a16:creationId xmlns:a16="http://schemas.microsoft.com/office/drawing/2014/main" id="{1FCF0502-87D0-4639-BF48-6B1BD64CAEBD}"/>
              </a:ext>
            </a:extLst>
          </p:cNvPr>
          <p:cNvSpPr>
            <a:spLocks xmlns:a="http://schemas.openxmlformats.org/drawingml/2006/main" noGrp="1"/>
          </p:cNvSpPr>
          <p:nvPr/>
        </p:nvSpPr>
        <p:spPr>
          <a:xfrm xmlns:a="http://schemas.openxmlformats.org/drawingml/2006/main">
            <a:off x="1066800" y="371400"/>
            <a:ext cx="7961400" cy="3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450" b="1">
                <a:solidFill>
                  <a:srgbClr val="292D42"/>
                </a:solidFill>
                <a:latin typeface="Helvetica Neue"/>
                <a:ea typeface="Helvetica Neue"/>
                <a:cs typeface="Helvetica Neue"/>
              </a:rPr>
              <a:t>Оценка состояния</a:t>
            </a:r>
            <a:endParaRPr sz="1900"/>
          </a:p>
        </p:txBody>
      </p:sp>
      <p:pic>
        <p:nvPicPr>
          <p:cNvPr id="116" name="Google Shape;116;p16">
            <a:extLst xmlns:a="http://schemas.openxmlformats.org/drawingml/2006/main">
              <a:ext uri="{FF2B5EF4-FFF2-40B4-BE49-F238E27FC236}">
                <a16:creationId xmlns:a16="http://schemas.microsoft.com/office/drawing/2014/main" id="{9D08D351-008E-4436-BD34-0813157856C3}"/>
              </a:ext>
            </a:extLst>
          </p:cNvPr>
          <p:cNvPicPr>
            <a:picLocks xmlns:a="http://schemas.openxmlformats.org/drawingml/2006/main" noChangeAspect="1"/>
          </p:cNvPicPr>
          <p:nvPr/>
        </p:nvPicPr>
        <p:blipFill>
          <a:blip xmlns:r="http://schemas.openxmlformats.org/officeDocument/2006/relationships" xmlns:a="http://schemas.openxmlformats.org/drawingml/2006/main" r:embed="R712c3ca451764594">
            <a:alphaModFix/>
          </a:blip>
          <a:stretch xmlns:a="http://schemas.openxmlformats.org/drawingml/2006/main">
            <a:fillRect l="0" t="0" r="0" b="0"/>
          </a:stretch>
        </p:blipFill>
        <p:spPr>
          <a:xfrm xmlns:a="http://schemas.openxmlformats.org/drawingml/2006/main">
            <a:off x="523875" y="352425"/>
            <a:ext cx="419100" cy="419100"/>
          </a:xfrm>
          <a:prstGeom xmlns:a="http://schemas.openxmlformats.org/drawingml/2006/main" prst="rect">
            <a:avLst/>
          </a:prstGeom>
          <a:ln xmlns:a="http://schemas.openxmlformats.org/drawingml/2006/main">
            <a:noFill/>
          </a:ln>
        </p:spPr>
      </p:pic>
      <p:sp>
        <p:nvSpPr>
          <p:cNvPr id="117" name="Google Shape;117;p16">
            <a:extLst xmlns:a="http://schemas.openxmlformats.org/drawingml/2006/main">
              <a:ext uri="{FF2B5EF4-FFF2-40B4-BE49-F238E27FC236}">
                <a16:creationId xmlns:a16="http://schemas.microsoft.com/office/drawing/2014/main" id="{9B93E1F1-1DEE-41D2-B72F-6F2CB7C138D6}"/>
              </a:ext>
            </a:extLst>
          </p:cNvPr>
          <p:cNvSpPr>
            <a:spLocks xmlns:a="http://schemas.openxmlformats.org/drawingml/2006/main" noGrp="1"/>
          </p:cNvSpPr>
          <p:nvPr/>
        </p:nvSpPr>
        <p:spPr>
          <a:xfrm xmlns:a="http://schemas.openxmlformats.org/drawingml/2006/main">
            <a:off x="11087100" y="371380"/>
            <a:ext cx="571500" cy="36214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lgn="ctr">
              <a:defRPr sz="2450" b="1">
                <a:solidFill>
                  <a:srgbClr val="292D42"/>
                </a:solidFill>
                <a:latin typeface="Helvetica Neue"/>
                <a:ea typeface="Helvetica Neue"/>
                <a:cs typeface="Helvetica Neue"/>
              </a:defRPr>
            </a:defPPr>
            <a:lvl1pPr algn="ctr">
              <a:defRPr sz="2450" b="1">
                <a:solidFill>
                  <a:srgbClr val="292D42"/>
                </a:solidFill>
                <a:latin typeface="Helvetica Neue"/>
                <a:ea typeface="Helvetica Neue"/>
                <a:cs typeface="Helvetica Neue"/>
              </a:defRPr>
            </a:lvl1pPr>
            <a:lvl2pPr algn="ctr">
              <a:defRPr sz="2450" b="1">
                <a:solidFill>
                  <a:srgbClr val="292D42"/>
                </a:solidFill>
                <a:latin typeface="Helvetica Neue"/>
                <a:ea typeface="Helvetica Neue"/>
                <a:cs typeface="Helvetica Neue"/>
              </a:defRPr>
            </a:lvl2pPr>
            <a:lvl3pPr algn="ctr">
              <a:defRPr sz="2450" b="1">
                <a:solidFill>
                  <a:srgbClr val="292D42"/>
                </a:solidFill>
                <a:latin typeface="Helvetica Neue"/>
                <a:ea typeface="Helvetica Neue"/>
                <a:cs typeface="Helvetica Neue"/>
              </a:defRPr>
            </a:lvl3pPr>
            <a:lvl4pPr algn="ctr">
              <a:defRPr sz="2450" b="1">
                <a:solidFill>
                  <a:srgbClr val="292D42"/>
                </a:solidFill>
                <a:latin typeface="Helvetica Neue"/>
                <a:ea typeface="Helvetica Neue"/>
                <a:cs typeface="Helvetica Neue"/>
              </a:defRPr>
            </a:lvl4pPr>
            <a:lvl5pPr algn="ctr">
              <a:defRPr sz="2450" b="1">
                <a:solidFill>
                  <a:srgbClr val="292D42"/>
                </a:solidFill>
                <a:latin typeface="Helvetica Neue"/>
                <a:ea typeface="Helvetica Neue"/>
                <a:cs typeface="Helvetica Neue"/>
              </a:defRPr>
            </a:lvl5pPr>
            <a:lvl6pPr algn="ctr">
              <a:defRPr sz="2450" b="1">
                <a:solidFill>
                  <a:srgbClr val="292D42"/>
                </a:solidFill>
                <a:latin typeface="Helvetica Neue"/>
                <a:ea typeface="Helvetica Neue"/>
                <a:cs typeface="Helvetica Neue"/>
              </a:defRPr>
            </a:lvl6pPr>
            <a:lvl7pPr algn="ctr">
              <a:defRPr sz="2450" b="1">
                <a:solidFill>
                  <a:srgbClr val="292D42"/>
                </a:solidFill>
                <a:latin typeface="Helvetica Neue"/>
                <a:ea typeface="Helvetica Neue"/>
                <a:cs typeface="Helvetica Neue"/>
              </a:defRPr>
            </a:lvl7pPr>
            <a:lvl8pPr algn="ctr">
              <a:defRPr sz="2450" b="1">
                <a:solidFill>
                  <a:srgbClr val="292D42"/>
                </a:solidFill>
                <a:latin typeface="Helvetica Neue"/>
                <a:ea typeface="Helvetica Neue"/>
                <a:cs typeface="Helvetica Neue"/>
              </a:defRPr>
            </a:lvl8pPr>
            <a:lvl9pPr algn="ctr">
              <a:defRPr sz="2450" b="1">
                <a:solidFill>
                  <a:srgbClr val="292D42"/>
                </a:solidFill>
                <a:latin typeface="Helvetica Neue"/>
                <a:ea typeface="Helvetica Neue"/>
                <a:cs typeface="Helvetica Neue"/>
              </a:defRPr>
            </a:lvl9pPr>
          </a:lstStyle>
          <a:p xmlns:a="http://schemas.openxmlformats.org/drawingml/2006/main">
            <a:pPr marL="0" marR="0" lvl="0" indent="0" algn="ctr">
              <a:spcBef>
                <a:spcPts val="0"/>
              </a:spcBef>
              <a:spcAft>
                <a:spcPts val="0"/>
              </a:spcAft>
              <a:buNone/>
              <a:defRPr sz="2450" b="1">
                <a:solidFill>
                  <a:srgbClr val="292D42"/>
                </a:solidFill>
                <a:latin typeface="Helvetica Neue"/>
                <a:ea typeface="Helvetica Neue"/>
                <a:cs typeface="Helvetica Neue"/>
              </a:defRPr>
            </a:pPr>
            <a:r>
              <a:rPr sz="2450" b="1">
                <a:solidFill>
                  <a:srgbClr val="292D42"/>
                </a:solidFill>
                <a:latin typeface="Helvetica Neue"/>
                <a:ea typeface="Helvetica Neue"/>
                <a:cs typeface="Helvetica Neue"/>
              </a:rPr>
              <a:t>9</a:t>
            </a:r>
            <a:endParaRPr sz="1900"/>
          </a:p>
        </p:txBody>
      </p:sp>
      <p:sp>
        <p:nvSpPr>
          <p:cNvPr id="118" name="Google Shape;118;p16">
            <a:extLst xmlns:a="http://schemas.openxmlformats.org/drawingml/2006/main">
              <a:ext uri="{FF2B5EF4-FFF2-40B4-BE49-F238E27FC236}">
                <a16:creationId xmlns:a16="http://schemas.microsoft.com/office/drawing/2014/main" id="{8B4D9304-035E-4803-8999-F0FE0CB11E23}"/>
              </a:ext>
            </a:extLst>
          </p:cNvPr>
          <p:cNvSpPr>
            <a:spLocks xmlns:a="http://schemas.openxmlformats.org/drawingml/2006/main" noGrp="1"/>
          </p:cNvSpPr>
          <p:nvPr/>
        </p:nvSpPr>
        <p:spPr>
          <a:xfrm xmlns:a="http://schemas.openxmlformats.org/drawingml/2006/main">
            <a:off x="533400" y="2011000"/>
            <a:ext cx="11125200" cy="3619500"/>
          </a:xfrm>
          <a:prstGeom xmlns:a="http://schemas.openxmlformats.org/drawingml/2006/main" prst="roundRect">
            <a:avLst>
              <a:gd name="adj" fmla="val 7895"/>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9" name="Google Shape;119;p16">
            <a:extLst xmlns:a="http://schemas.openxmlformats.org/drawingml/2006/main">
              <a:ext uri="{FF2B5EF4-FFF2-40B4-BE49-F238E27FC236}">
                <a16:creationId xmlns:a16="http://schemas.microsoft.com/office/drawing/2014/main" id="{C3418771-B831-4348-AB1F-F35541663D15}"/>
              </a:ext>
            </a:extLst>
          </p:cNvPr>
          <p:cNvSpPr>
            <a:spLocks xmlns:a="http://schemas.openxmlformats.org/drawingml/2006/main" noGrp="1"/>
          </p:cNvSpPr>
          <p:nvPr/>
        </p:nvSpPr>
        <p:spPr>
          <a:xfrm xmlns:a="http://schemas.openxmlformats.org/drawingml/2006/main">
            <a:off x="819150" y="2296750"/>
            <a:ext cx="2000100" cy="324000"/>
          </a:xfrm>
          <a:prstGeom xmlns:a="http://schemas.openxmlformats.org/drawingml/2006/main" prst="roundRect">
            <a:avLst>
              <a:gd name="adj" fmla="val 50000"/>
            </a:avLst>
          </a:prstGeom>
          <a:solidFill xmlns:a="http://schemas.openxmlformats.org/drawingml/2006/main">
            <a:srgbClr val="FBEAE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0" name="Google Shape;120;p16">
            <a:extLst xmlns:a="http://schemas.openxmlformats.org/drawingml/2006/main">
              <a:ext uri="{FF2B5EF4-FFF2-40B4-BE49-F238E27FC236}">
                <a16:creationId xmlns:a16="http://schemas.microsoft.com/office/drawing/2014/main" id="{F0628F8F-9A55-4958-ADF5-233E3F394087}"/>
              </a:ext>
            </a:extLst>
          </p:cNvPr>
          <p:cNvSpPr>
            <a:spLocks xmlns:a="http://schemas.openxmlformats.org/drawingml/2006/main" noGrp="1"/>
          </p:cNvSpPr>
          <p:nvPr/>
        </p:nvSpPr>
        <p:spPr>
          <a:xfrm xmlns:a="http://schemas.openxmlformats.org/drawingml/2006/main">
            <a:off x="952500" y="2344375"/>
            <a:ext cx="17337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None/>
            </a:pPr>
            <a:r>
              <a:rPr sz="1350" b="0">
                <a:solidFill>
                  <a:srgbClr val="BF4842"/>
                </a:solidFill>
                <a:latin typeface="Helvetica Neue"/>
                <a:ea typeface="Helvetica Neue"/>
                <a:cs typeface="Helvetica Neue"/>
              </a:rPr>
              <a:t>Срочная оценка</a:t>
            </a:r>
            <a:endParaRPr/>
          </a:p>
        </p:txBody>
      </p:sp>
      <p:sp>
        <p:nvSpPr>
          <p:cNvPr id="121" name="Google Shape;121;p16">
            <a:extLst xmlns:a="http://schemas.openxmlformats.org/drawingml/2006/main">
              <a:ext uri="{FF2B5EF4-FFF2-40B4-BE49-F238E27FC236}">
                <a16:creationId xmlns:a16="http://schemas.microsoft.com/office/drawing/2014/main" id="{BC8A5DC1-AEA5-4CBD-B16F-6810D0DA3B7B}"/>
              </a:ext>
            </a:extLst>
          </p:cNvPr>
          <p:cNvSpPr>
            <a:spLocks xmlns:a="http://schemas.openxmlformats.org/drawingml/2006/main" noGrp="1"/>
          </p:cNvSpPr>
          <p:nvPr/>
        </p:nvSpPr>
        <p:spPr>
          <a:xfrm xmlns:a="http://schemas.openxmlformats.org/drawingml/2006/main">
            <a:off x="819150" y="2839675"/>
            <a:ext cx="4953000" cy="4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325" b="1">
                <a:solidFill>
                  <a:srgbClr val="292D42"/>
                </a:solidFill>
                <a:latin typeface="Helvetica Neue"/>
                <a:ea typeface="Helvetica Neue"/>
                <a:cs typeface="Helvetica Neue"/>
              </a:rPr>
              <a:t>Критический ответ в анкете</a:t>
            </a:r>
            <a:endParaRPr/>
          </a:p>
        </p:txBody>
      </p:sp>
      <p:sp>
        <p:nvSpPr>
          <p:cNvPr id="123" name="Google Shape;123;p16">
            <a:extLst xmlns:a="http://schemas.openxmlformats.org/drawingml/2006/main">
              <a:ext uri="{FF2B5EF4-FFF2-40B4-BE49-F238E27FC236}">
                <a16:creationId xmlns:a16="http://schemas.microsoft.com/office/drawing/2014/main" id="{CA4994BD-3797-472E-B839-94870DA533B2}"/>
              </a:ext>
            </a:extLst>
          </p:cNvPr>
          <p:cNvSpPr>
            <a:spLocks xmlns:a="http://schemas.openxmlformats.org/drawingml/2006/main" noGrp="1"/>
          </p:cNvSpPr>
          <p:nvPr/>
        </p:nvSpPr>
        <p:spPr>
          <a:xfrm xmlns:a="http://schemas.openxmlformats.org/drawingml/2006/main">
            <a:off x="6143625" y="2325325"/>
            <a:ext cx="9600" cy="2895600"/>
          </a:xfrm>
          <a:prstGeom xmlns:a="http://schemas.openxmlformats.org/drawingml/2006/main" prst="rect">
            <a:avLst/>
          </a:prstGeom>
          <a:solidFill xmlns:a="http://schemas.openxmlformats.org/drawingml/2006/main">
            <a:srgbClr val="DFE5F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4" name="Google Shape;124;p16">
            <a:extLst xmlns:a="http://schemas.openxmlformats.org/drawingml/2006/main">
              <a:ext uri="{FF2B5EF4-FFF2-40B4-BE49-F238E27FC236}">
                <a16:creationId xmlns:a16="http://schemas.microsoft.com/office/drawing/2014/main" id="{5B30A141-9A56-40A4-B4C7-08FC3EC7F544}"/>
              </a:ext>
            </a:extLst>
          </p:cNvPr>
          <p:cNvSpPr>
            <a:spLocks xmlns:a="http://schemas.openxmlformats.org/drawingml/2006/main" noGrp="1"/>
          </p:cNvSpPr>
          <p:nvPr/>
        </p:nvSpPr>
        <p:spPr>
          <a:xfrm xmlns:a="http://schemas.openxmlformats.org/drawingml/2006/main">
            <a:off x="6534150" y="2296750"/>
            <a:ext cx="1590600" cy="324000"/>
          </a:xfrm>
          <a:prstGeom xmlns:a="http://schemas.openxmlformats.org/drawingml/2006/main" prst="roundRect">
            <a:avLst>
              <a:gd name="adj" fmla="val 50000"/>
            </a:avLst>
          </a:prstGeom>
          <a:solidFill xmlns:a="http://schemas.openxmlformats.org/drawingml/2006/main">
            <a:srgbClr val="FCF2D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5" name="Google Shape;125;p16">
            <a:extLst xmlns:a="http://schemas.openxmlformats.org/drawingml/2006/main">
              <a:ext uri="{FF2B5EF4-FFF2-40B4-BE49-F238E27FC236}">
                <a16:creationId xmlns:a16="http://schemas.microsoft.com/office/drawing/2014/main" id="{DBE48F0B-D67B-4EC7-BCFB-0DA4B1096F3C}"/>
              </a:ext>
            </a:extLst>
          </p:cNvPr>
          <p:cNvSpPr>
            <a:spLocks xmlns:a="http://schemas.openxmlformats.org/drawingml/2006/main" noGrp="1"/>
          </p:cNvSpPr>
          <p:nvPr/>
        </p:nvSpPr>
        <p:spPr>
          <a:xfrm xmlns:a="http://schemas.openxmlformats.org/drawingml/2006/main">
            <a:off x="6667500" y="2344375"/>
            <a:ext cx="13239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None/>
            </a:pPr>
            <a:r>
              <a:rPr sz="1350" b="0">
                <a:solidFill>
                  <a:srgbClr val="95671D"/>
                </a:solidFill>
                <a:latin typeface="Helvetica Neue"/>
                <a:ea typeface="Helvetica Neue"/>
                <a:cs typeface="Helvetica Neue"/>
              </a:rPr>
              <a:t>Внимание</a:t>
            </a:r>
            <a:endParaRPr/>
          </a:p>
        </p:txBody>
      </p:sp>
      <p:sp>
        <p:nvSpPr>
          <p:cNvPr id="126" name="Google Shape;126;p16">
            <a:extLst xmlns:a="http://schemas.openxmlformats.org/drawingml/2006/main">
              <a:ext uri="{FF2B5EF4-FFF2-40B4-BE49-F238E27FC236}">
                <a16:creationId xmlns:a16="http://schemas.microsoft.com/office/drawing/2014/main" id="{F2BF48FE-98BC-4DEF-A079-46AABBB1CFBB}"/>
              </a:ext>
            </a:extLst>
          </p:cNvPr>
          <p:cNvSpPr>
            <a:spLocks xmlns:a="http://schemas.openxmlformats.org/drawingml/2006/main" noGrp="1"/>
          </p:cNvSpPr>
          <p:nvPr/>
        </p:nvSpPr>
        <p:spPr>
          <a:xfrm xmlns:a="http://schemas.openxmlformats.org/drawingml/2006/main">
            <a:off x="6534150" y="2839675"/>
            <a:ext cx="4619700" cy="4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325" b="1">
                <a:solidFill>
                  <a:srgbClr val="292D42"/>
                </a:solidFill>
                <a:latin typeface="Helvetica Neue"/>
                <a:ea typeface="Helvetica Neue"/>
                <a:cs typeface="Helvetica Neue"/>
              </a:rPr>
              <a:t>Основание доступно врачу</a:t>
            </a:r>
            <a:endParaRPr/>
          </a:p>
        </p:txBody>
      </p:sp>
      <p:sp>
        <p:nvSpPr>
          <p:cNvPr id="128" name="">
            <a:extLst xmlns:a="http://schemas.openxmlformats.org/drawingml/2006/main">
              <a:ext uri="{FF2B5EF4-FFF2-40B4-BE49-F238E27FC236}">
                <a16:creationId xmlns:a16="http://schemas.microsoft.com/office/drawing/2014/main" id="{9BC3DC21-52CF-4255-8493-2A2926250903}"/>
              </a:ext>
            </a:extLst>
          </p:cNvPr>
          <p:cNvSpPr>
            <a:spLocks xmlns:a="http://schemas.openxmlformats.org/drawingml/2006/main" noGrp="1"/>
          </p:cNvSpPr>
          <p:nvPr/>
        </p:nvSpPr>
        <p:spPr>
          <a:xfrm xmlns:a="http://schemas.openxmlformats.org/drawingml/2006/main">
            <a:off x="533400" y="1238250"/>
            <a:ext cx="11125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775" b="0">
                <a:solidFill>
                  <a:srgbClr val="FFFFFF"/>
                </a:solidFill>
                <a:latin typeface="Helvetica Neue"/>
                <a:ea typeface="Helvetica Neue"/>
                <a:cs typeface="Helvetica Neue"/>
              </a:defRPr>
            </a:defPPr>
            <a:lvl1pPr algn="l">
              <a:defRPr sz="2775" b="0">
                <a:solidFill>
                  <a:srgbClr val="FFFFFF"/>
                </a:solidFill>
                <a:latin typeface="Helvetica Neue"/>
                <a:ea typeface="Helvetica Neue"/>
                <a:cs typeface="Helvetica Neue"/>
              </a:defRPr>
            </a:lvl1pPr>
            <a:lvl2pPr algn="l">
              <a:defRPr sz="2775" b="0">
                <a:solidFill>
                  <a:srgbClr val="FFFFFF"/>
                </a:solidFill>
                <a:latin typeface="Helvetica Neue"/>
                <a:ea typeface="Helvetica Neue"/>
                <a:cs typeface="Helvetica Neue"/>
              </a:defRPr>
            </a:lvl2pPr>
            <a:lvl3pPr algn="l">
              <a:defRPr sz="2775" b="0">
                <a:solidFill>
                  <a:srgbClr val="FFFFFF"/>
                </a:solidFill>
                <a:latin typeface="Helvetica Neue"/>
                <a:ea typeface="Helvetica Neue"/>
                <a:cs typeface="Helvetica Neue"/>
              </a:defRPr>
            </a:lvl3pPr>
            <a:lvl4pPr algn="l">
              <a:defRPr sz="2775" b="0">
                <a:solidFill>
                  <a:srgbClr val="FFFFFF"/>
                </a:solidFill>
                <a:latin typeface="Helvetica Neue"/>
                <a:ea typeface="Helvetica Neue"/>
                <a:cs typeface="Helvetica Neue"/>
              </a:defRPr>
            </a:lvl4pPr>
            <a:lvl5pPr algn="l">
              <a:defRPr sz="2775" b="0">
                <a:solidFill>
                  <a:srgbClr val="FFFFFF"/>
                </a:solidFill>
                <a:latin typeface="Helvetica Neue"/>
                <a:ea typeface="Helvetica Neue"/>
                <a:cs typeface="Helvetica Neue"/>
              </a:defRPr>
            </a:lvl5pPr>
            <a:lvl6pPr algn="l">
              <a:defRPr sz="2775" b="0">
                <a:solidFill>
                  <a:srgbClr val="FFFFFF"/>
                </a:solidFill>
                <a:latin typeface="Helvetica Neue"/>
                <a:ea typeface="Helvetica Neue"/>
                <a:cs typeface="Helvetica Neue"/>
              </a:defRPr>
            </a:lvl6pPr>
            <a:lvl7pPr algn="l">
              <a:defRPr sz="2775" b="0">
                <a:solidFill>
                  <a:srgbClr val="FFFFFF"/>
                </a:solidFill>
                <a:latin typeface="Helvetica Neue"/>
                <a:ea typeface="Helvetica Neue"/>
                <a:cs typeface="Helvetica Neue"/>
              </a:defRPr>
            </a:lvl7pPr>
            <a:lvl8pPr algn="l">
              <a:defRPr sz="2775" b="0">
                <a:solidFill>
                  <a:srgbClr val="FFFFFF"/>
                </a:solidFill>
                <a:latin typeface="Helvetica Neue"/>
                <a:ea typeface="Helvetica Neue"/>
                <a:cs typeface="Helvetica Neue"/>
              </a:defRPr>
            </a:lvl8pPr>
            <a:lvl9pPr algn="l">
              <a:defRPr sz="2775" b="0">
                <a:solidFill>
                  <a:srgbClr val="FFFFFF"/>
                </a:solidFill>
                <a:latin typeface="Helvetica Neue"/>
                <a:ea typeface="Helvetica Neue"/>
                <a:cs typeface="Helvetica Neue"/>
              </a:defRPr>
            </a:lvl9pPr>
          </a:lstStyle>
          <a:p xmlns:a="http://schemas.openxmlformats.org/drawingml/2006/main">
            <a:pPr algn="l">
              <a:defRPr sz="2775" b="0">
                <a:solidFill>
                  <a:srgbClr val="FFFFFF"/>
                </a:solidFill>
                <a:latin typeface="Helvetica Neue"/>
                <a:ea typeface="Helvetica Neue"/>
                <a:cs typeface="Helvetica Neue"/>
              </a:defRPr>
            </a:pPr>
            <a:r>
              <a:rPr sz="2775" b="0">
                <a:solidFill>
                  <a:srgbClr val="FFFFFF"/>
                </a:solidFill>
                <a:latin typeface="Helvetica Neue"/>
                <a:ea typeface="Helvetica Neue"/>
                <a:cs typeface="Helvetica Neue"/>
              </a:rPr>
              <a:t>Правила формируют сигнал до подготовки сводки</a:t>
            </a:r>
          </a:p>
        </p:txBody>
      </p:sp>
      <p:sp>
        <p:nvSpPr>
          <p:cNvPr id="129" name="">
            <a:extLst xmlns:a="http://schemas.openxmlformats.org/drawingml/2006/main">
              <a:ext uri="{FF2B5EF4-FFF2-40B4-BE49-F238E27FC236}">
                <a16:creationId xmlns:a16="http://schemas.microsoft.com/office/drawing/2014/main" id="{5E0FBEB9-EF03-49C0-AD30-3DF5FFD886FA}"/>
              </a:ext>
            </a:extLst>
          </p:cNvPr>
          <p:cNvSpPr>
            <a:spLocks xmlns:a="http://schemas.openxmlformats.org/drawingml/2006/main" noGrp="1"/>
          </p:cNvSpPr>
          <p:nvPr/>
        </p:nvSpPr>
        <p:spPr>
          <a:xfrm xmlns:a="http://schemas.openxmlformats.org/drawingml/2006/main">
            <a:off x="819150" y="3477850"/>
            <a:ext cx="50481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875" b="0">
                <a:solidFill>
                  <a:srgbClr val="758099"/>
                </a:solidFill>
                <a:latin typeface="Helvetica Neue"/>
                <a:ea typeface="Helvetica Neue"/>
                <a:cs typeface="Helvetica Neue"/>
              </a:defRPr>
            </a:defPPr>
            <a:lvl1pPr algn="l">
              <a:defRPr sz="1875" b="0">
                <a:solidFill>
                  <a:srgbClr val="758099"/>
                </a:solidFill>
                <a:latin typeface="Helvetica Neue"/>
                <a:ea typeface="Helvetica Neue"/>
                <a:cs typeface="Helvetica Neue"/>
              </a:defRPr>
            </a:lvl1pPr>
            <a:lvl2pPr algn="l">
              <a:defRPr sz="1875" b="0">
                <a:solidFill>
                  <a:srgbClr val="758099"/>
                </a:solidFill>
                <a:latin typeface="Helvetica Neue"/>
                <a:ea typeface="Helvetica Neue"/>
                <a:cs typeface="Helvetica Neue"/>
              </a:defRPr>
            </a:lvl2pPr>
            <a:lvl3pPr algn="l">
              <a:defRPr sz="1875" b="0">
                <a:solidFill>
                  <a:srgbClr val="758099"/>
                </a:solidFill>
                <a:latin typeface="Helvetica Neue"/>
                <a:ea typeface="Helvetica Neue"/>
                <a:cs typeface="Helvetica Neue"/>
              </a:defRPr>
            </a:lvl3pPr>
            <a:lvl4pPr algn="l">
              <a:defRPr sz="1875" b="0">
                <a:solidFill>
                  <a:srgbClr val="758099"/>
                </a:solidFill>
                <a:latin typeface="Helvetica Neue"/>
                <a:ea typeface="Helvetica Neue"/>
                <a:cs typeface="Helvetica Neue"/>
              </a:defRPr>
            </a:lvl4pPr>
            <a:lvl5pPr algn="l">
              <a:defRPr sz="1875" b="0">
                <a:solidFill>
                  <a:srgbClr val="758099"/>
                </a:solidFill>
                <a:latin typeface="Helvetica Neue"/>
                <a:ea typeface="Helvetica Neue"/>
                <a:cs typeface="Helvetica Neue"/>
              </a:defRPr>
            </a:lvl5pPr>
            <a:lvl6pPr algn="l">
              <a:defRPr sz="1875" b="0">
                <a:solidFill>
                  <a:srgbClr val="758099"/>
                </a:solidFill>
                <a:latin typeface="Helvetica Neue"/>
                <a:ea typeface="Helvetica Neue"/>
                <a:cs typeface="Helvetica Neue"/>
              </a:defRPr>
            </a:lvl6pPr>
            <a:lvl7pPr algn="l">
              <a:defRPr sz="1875" b="0">
                <a:solidFill>
                  <a:srgbClr val="758099"/>
                </a:solidFill>
                <a:latin typeface="Helvetica Neue"/>
                <a:ea typeface="Helvetica Neue"/>
                <a:cs typeface="Helvetica Neue"/>
              </a:defRPr>
            </a:lvl7pPr>
            <a:lvl8pPr algn="l">
              <a:defRPr sz="1875" b="0">
                <a:solidFill>
                  <a:srgbClr val="758099"/>
                </a:solidFill>
                <a:latin typeface="Helvetica Neue"/>
                <a:ea typeface="Helvetica Neue"/>
                <a:cs typeface="Helvetica Neue"/>
              </a:defRPr>
            </a:lvl8pPr>
            <a:lvl9pPr algn="l">
              <a:defRPr sz="1875" b="0">
                <a:solidFill>
                  <a:srgbClr val="758099"/>
                </a:solidFill>
                <a:latin typeface="Helvetica Neue"/>
                <a:ea typeface="Helvetica Neue"/>
                <a:cs typeface="Helvetica Neue"/>
              </a:defRPr>
            </a:lvl9pPr>
          </a:lstStyle>
          <a:p xmlns:a="http://schemas.openxmlformats.org/drawingml/2006/main">
            <a:pPr algn="l">
              <a:defRPr sz="1875" b="0">
                <a:solidFill>
                  <a:srgbClr val="758099"/>
                </a:solidFill>
                <a:latin typeface="Helvetica Neue"/>
                <a:ea typeface="Helvetica Neue"/>
                <a:cs typeface="Helvetica Neue"/>
              </a:defRPr>
            </a:pPr>
            <a:r>
              <a:rPr sz="1875" b="0">
                <a:solidFill>
                  <a:srgbClr val="758099"/>
                </a:solidFill>
                <a:latin typeface="Helvetica Neue"/>
                <a:ea typeface="Helvetica Neue"/>
                <a:cs typeface="Helvetica Neue"/>
              </a:rPr>
              <a:t>Положительный ответ на критический</a:t>
            </a:r>
          </a:p>
          <a:p xmlns:a="http://schemas.openxmlformats.org/drawingml/2006/main">
            <a:pPr algn="l">
              <a:defRPr sz="1875" b="0">
                <a:solidFill>
                  <a:srgbClr val="758099"/>
                </a:solidFill>
                <a:latin typeface="Helvetica Neue"/>
                <a:ea typeface="Helvetica Neue"/>
                <a:cs typeface="Helvetica Neue"/>
              </a:defRPr>
            </a:pPr>
            <a:r>
              <a:rPr sz="1875" b="0">
                <a:solidFill>
                  <a:srgbClr val="758099"/>
                </a:solidFill>
                <a:latin typeface="Helvetica Neue"/>
                <a:ea typeface="Helvetica Neue"/>
                <a:cs typeface="Helvetica Neue"/>
              </a:rPr>
              <a:t>пункт анкеты.</a:t>
            </a:r>
          </a:p>
          <a:p xmlns:a="http://schemas.openxmlformats.org/drawingml/2006/main">
            <a:r>
              <a:t/>
            </a:r>
          </a:p>
          <a:p xmlns:a="http://schemas.openxmlformats.org/drawingml/2006/main">
            <a:pPr algn="l">
              <a:defRPr sz="1875" b="0">
                <a:solidFill>
                  <a:srgbClr val="758099"/>
                </a:solidFill>
                <a:latin typeface="Helvetica Neue"/>
                <a:ea typeface="Helvetica Neue"/>
                <a:cs typeface="Helvetica Neue"/>
              </a:defRPr>
            </a:pPr>
            <a:r>
              <a:rPr sz="1875" b="0">
                <a:solidFill>
                  <a:srgbClr val="758099"/>
                </a:solidFill>
                <a:latin typeface="Helvetica Neue"/>
                <a:ea typeface="Helvetica Neue"/>
                <a:cs typeface="Helvetica Neue"/>
              </a:rPr>
              <a:t>Сигнал формируется при сохранении</a:t>
            </a:r>
          </a:p>
          <a:p xmlns:a="http://schemas.openxmlformats.org/drawingml/2006/main">
            <a:pPr algn="l">
              <a:defRPr sz="1875" b="0">
                <a:solidFill>
                  <a:srgbClr val="758099"/>
                </a:solidFill>
                <a:latin typeface="Helvetica Neue"/>
                <a:ea typeface="Helvetica Neue"/>
                <a:cs typeface="Helvetica Neue"/>
              </a:defRPr>
            </a:pPr>
            <a:r>
              <a:rPr sz="1875" b="0">
                <a:solidFill>
                  <a:srgbClr val="758099"/>
                </a:solidFill>
                <a:latin typeface="Helvetica Neue"/>
                <a:ea typeface="Helvetica Neue"/>
                <a:cs typeface="Helvetica Neue"/>
              </a:rPr>
              <a:t>ответа.</a:t>
            </a:r>
          </a:p>
        </p:txBody>
      </p:sp>
      <p:sp>
        <p:nvSpPr>
          <p:cNvPr id="130" name="">
            <a:extLst xmlns:a="http://schemas.openxmlformats.org/drawingml/2006/main">
              <a:ext uri="{FF2B5EF4-FFF2-40B4-BE49-F238E27FC236}">
                <a16:creationId xmlns:a16="http://schemas.microsoft.com/office/drawing/2014/main" id="{286BC874-1CD9-4380-A3D0-8D0EF9E0CE2C}"/>
              </a:ext>
            </a:extLst>
          </p:cNvPr>
          <p:cNvSpPr>
            <a:spLocks xmlns:a="http://schemas.openxmlformats.org/drawingml/2006/main" noGrp="1"/>
          </p:cNvSpPr>
          <p:nvPr/>
        </p:nvSpPr>
        <p:spPr>
          <a:xfrm xmlns:a="http://schemas.openxmlformats.org/drawingml/2006/main">
            <a:off x="6534150" y="3477850"/>
            <a:ext cx="45912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875" b="0">
                <a:solidFill>
                  <a:srgbClr val="758099"/>
                </a:solidFill>
                <a:latin typeface="Helvetica Neue"/>
                <a:ea typeface="Helvetica Neue"/>
                <a:cs typeface="Helvetica Neue"/>
              </a:defRPr>
            </a:defPPr>
            <a:lvl1pPr algn="l">
              <a:defRPr sz="1875" b="0">
                <a:solidFill>
                  <a:srgbClr val="758099"/>
                </a:solidFill>
                <a:latin typeface="Helvetica Neue"/>
                <a:ea typeface="Helvetica Neue"/>
                <a:cs typeface="Helvetica Neue"/>
              </a:defRPr>
            </a:lvl1pPr>
            <a:lvl2pPr algn="l">
              <a:defRPr sz="1875" b="0">
                <a:solidFill>
                  <a:srgbClr val="758099"/>
                </a:solidFill>
                <a:latin typeface="Helvetica Neue"/>
                <a:ea typeface="Helvetica Neue"/>
                <a:cs typeface="Helvetica Neue"/>
              </a:defRPr>
            </a:lvl2pPr>
            <a:lvl3pPr algn="l">
              <a:defRPr sz="1875" b="0">
                <a:solidFill>
                  <a:srgbClr val="758099"/>
                </a:solidFill>
                <a:latin typeface="Helvetica Neue"/>
                <a:ea typeface="Helvetica Neue"/>
                <a:cs typeface="Helvetica Neue"/>
              </a:defRPr>
            </a:lvl3pPr>
            <a:lvl4pPr algn="l">
              <a:defRPr sz="1875" b="0">
                <a:solidFill>
                  <a:srgbClr val="758099"/>
                </a:solidFill>
                <a:latin typeface="Helvetica Neue"/>
                <a:ea typeface="Helvetica Neue"/>
                <a:cs typeface="Helvetica Neue"/>
              </a:defRPr>
            </a:lvl4pPr>
            <a:lvl5pPr algn="l">
              <a:defRPr sz="1875" b="0">
                <a:solidFill>
                  <a:srgbClr val="758099"/>
                </a:solidFill>
                <a:latin typeface="Helvetica Neue"/>
                <a:ea typeface="Helvetica Neue"/>
                <a:cs typeface="Helvetica Neue"/>
              </a:defRPr>
            </a:lvl5pPr>
            <a:lvl6pPr algn="l">
              <a:defRPr sz="1875" b="0">
                <a:solidFill>
                  <a:srgbClr val="758099"/>
                </a:solidFill>
                <a:latin typeface="Helvetica Neue"/>
                <a:ea typeface="Helvetica Neue"/>
                <a:cs typeface="Helvetica Neue"/>
              </a:defRPr>
            </a:lvl6pPr>
            <a:lvl7pPr algn="l">
              <a:defRPr sz="1875" b="0">
                <a:solidFill>
                  <a:srgbClr val="758099"/>
                </a:solidFill>
                <a:latin typeface="Helvetica Neue"/>
                <a:ea typeface="Helvetica Neue"/>
                <a:cs typeface="Helvetica Neue"/>
              </a:defRPr>
            </a:lvl7pPr>
            <a:lvl8pPr algn="l">
              <a:defRPr sz="1875" b="0">
                <a:solidFill>
                  <a:srgbClr val="758099"/>
                </a:solidFill>
                <a:latin typeface="Helvetica Neue"/>
                <a:ea typeface="Helvetica Neue"/>
                <a:cs typeface="Helvetica Neue"/>
              </a:defRPr>
            </a:lvl8pPr>
            <a:lvl9pPr algn="l">
              <a:defRPr sz="1875" b="0">
                <a:solidFill>
                  <a:srgbClr val="758099"/>
                </a:solidFill>
                <a:latin typeface="Helvetica Neue"/>
                <a:ea typeface="Helvetica Neue"/>
                <a:cs typeface="Helvetica Neue"/>
              </a:defRPr>
            </a:lvl9pPr>
          </a:lstStyle>
          <a:p xmlns:a="http://schemas.openxmlformats.org/drawingml/2006/main">
            <a:pPr algn="l">
              <a:defRPr sz="1875" b="0">
                <a:solidFill>
                  <a:srgbClr val="758099"/>
                </a:solidFill>
                <a:latin typeface="Helvetica Neue"/>
                <a:ea typeface="Helvetica Neue"/>
                <a:cs typeface="Helvetica Neue"/>
              </a:defRPr>
            </a:pPr>
            <a:r>
              <a:rPr sz="1875" b="0">
                <a:solidFill>
                  <a:srgbClr val="758099"/>
                </a:solidFill>
                <a:latin typeface="Helvetica Neue"/>
                <a:ea typeface="Helvetica Neue"/>
                <a:cs typeface="Helvetica Neue"/>
              </a:rPr>
              <a:t>Повышенные баллы анкеты</a:t>
            </a:r>
          </a:p>
          <a:p xmlns:a="http://schemas.openxmlformats.org/drawingml/2006/main">
            <a:pPr algn="l">
              <a:defRPr sz="1875" b="0">
                <a:solidFill>
                  <a:srgbClr val="758099"/>
                </a:solidFill>
                <a:latin typeface="Helvetica Neue"/>
                <a:ea typeface="Helvetica Neue"/>
                <a:cs typeface="Helvetica Neue"/>
              </a:defRPr>
            </a:pPr>
            <a:r>
              <a:rPr sz="1875" b="0">
                <a:solidFill>
                  <a:srgbClr val="758099"/>
                </a:solidFill>
                <a:latin typeface="Helvetica Neue"/>
                <a:ea typeface="Helvetica Neue"/>
                <a:cs typeface="Helvetica Neue"/>
              </a:rPr>
              <a:t>Повторные явные пропуски приёма</a:t>
            </a:r>
          </a:p>
          <a:p xmlns:a="http://schemas.openxmlformats.org/drawingml/2006/main">
            <a:pPr algn="l">
              <a:defRPr sz="1875" b="0">
                <a:solidFill>
                  <a:srgbClr val="758099"/>
                </a:solidFill>
                <a:latin typeface="Helvetica Neue"/>
                <a:ea typeface="Helvetica Neue"/>
                <a:cs typeface="Helvetica Neue"/>
              </a:defRPr>
            </a:pPr>
            <a:r>
              <a:rPr sz="1875" b="0">
                <a:solidFill>
                  <a:srgbClr val="758099"/>
                </a:solidFill>
                <a:latin typeface="Helvetica Neue"/>
                <a:ea typeface="Helvetica Neue"/>
                <a:cs typeface="Helvetica Neue"/>
              </a:rPr>
              <a:t>Сообщения о нежелательных явлениях</a:t>
            </a:r>
          </a:p>
        </p:txBody>
      </p:sp>
      <p:sp>
        <p:nvSpPr>
          <p:cNvPr id="131" name="">
            <a:extLst xmlns:a="http://schemas.openxmlformats.org/drawingml/2006/main">
              <a:ext uri="{FF2B5EF4-FFF2-40B4-BE49-F238E27FC236}">
                <a16:creationId xmlns:a16="http://schemas.microsoft.com/office/drawing/2014/main" id="{8274D894-267B-4FA4-A2C6-D3D9E038B9A7}"/>
              </a:ext>
            </a:extLst>
          </p:cNvPr>
          <p:cNvSpPr>
            <a:spLocks xmlns:a="http://schemas.openxmlformats.org/drawingml/2006/main" noGrp="1"/>
          </p:cNvSpPr>
          <p:nvPr/>
        </p:nvSpPr>
        <p:spPr>
          <a:xfrm xmlns:a="http://schemas.openxmlformats.org/drawingml/2006/main">
            <a:off x="571500" y="609600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175" b="0">
                <a:solidFill>
                  <a:srgbClr val="ADC5FF"/>
                </a:solidFill>
                <a:latin typeface="Helvetica Neue"/>
                <a:ea typeface="Helvetica Neue"/>
                <a:cs typeface="Helvetica Neue"/>
              </a:defRPr>
            </a:defPPr>
            <a:lvl1pPr algn="l">
              <a:defRPr sz="2175" b="0">
                <a:solidFill>
                  <a:srgbClr val="ADC5FF"/>
                </a:solidFill>
                <a:latin typeface="Helvetica Neue"/>
                <a:ea typeface="Helvetica Neue"/>
                <a:cs typeface="Helvetica Neue"/>
              </a:defRPr>
            </a:lvl1pPr>
            <a:lvl2pPr algn="l">
              <a:defRPr sz="2175" b="0">
                <a:solidFill>
                  <a:srgbClr val="ADC5FF"/>
                </a:solidFill>
                <a:latin typeface="Helvetica Neue"/>
                <a:ea typeface="Helvetica Neue"/>
                <a:cs typeface="Helvetica Neue"/>
              </a:defRPr>
            </a:lvl2pPr>
            <a:lvl3pPr algn="l">
              <a:defRPr sz="2175" b="0">
                <a:solidFill>
                  <a:srgbClr val="ADC5FF"/>
                </a:solidFill>
                <a:latin typeface="Helvetica Neue"/>
                <a:ea typeface="Helvetica Neue"/>
                <a:cs typeface="Helvetica Neue"/>
              </a:defRPr>
            </a:lvl3pPr>
            <a:lvl4pPr algn="l">
              <a:defRPr sz="2175" b="0">
                <a:solidFill>
                  <a:srgbClr val="ADC5FF"/>
                </a:solidFill>
                <a:latin typeface="Helvetica Neue"/>
                <a:ea typeface="Helvetica Neue"/>
                <a:cs typeface="Helvetica Neue"/>
              </a:defRPr>
            </a:lvl4pPr>
            <a:lvl5pPr algn="l">
              <a:defRPr sz="2175" b="0">
                <a:solidFill>
                  <a:srgbClr val="ADC5FF"/>
                </a:solidFill>
                <a:latin typeface="Helvetica Neue"/>
                <a:ea typeface="Helvetica Neue"/>
                <a:cs typeface="Helvetica Neue"/>
              </a:defRPr>
            </a:lvl5pPr>
            <a:lvl6pPr algn="l">
              <a:defRPr sz="2175" b="0">
                <a:solidFill>
                  <a:srgbClr val="ADC5FF"/>
                </a:solidFill>
                <a:latin typeface="Helvetica Neue"/>
                <a:ea typeface="Helvetica Neue"/>
                <a:cs typeface="Helvetica Neue"/>
              </a:defRPr>
            </a:lvl6pPr>
            <a:lvl7pPr algn="l">
              <a:defRPr sz="2175" b="0">
                <a:solidFill>
                  <a:srgbClr val="ADC5FF"/>
                </a:solidFill>
                <a:latin typeface="Helvetica Neue"/>
                <a:ea typeface="Helvetica Neue"/>
                <a:cs typeface="Helvetica Neue"/>
              </a:defRPr>
            </a:lvl7pPr>
            <a:lvl8pPr algn="l">
              <a:defRPr sz="2175" b="0">
                <a:solidFill>
                  <a:srgbClr val="ADC5FF"/>
                </a:solidFill>
                <a:latin typeface="Helvetica Neue"/>
                <a:ea typeface="Helvetica Neue"/>
                <a:cs typeface="Helvetica Neue"/>
              </a:defRPr>
            </a:lvl8pPr>
            <a:lvl9pPr algn="l">
              <a:defRPr sz="2175" b="0">
                <a:solidFill>
                  <a:srgbClr val="ADC5FF"/>
                </a:solidFill>
                <a:latin typeface="Helvetica Neue"/>
                <a:ea typeface="Helvetica Neue"/>
                <a:cs typeface="Helvetica Neue"/>
              </a:defRPr>
            </a:lvl9pPr>
          </a:lstStyle>
          <a:p xmlns:a="http://schemas.openxmlformats.org/drawingml/2006/main">
            <a:pPr algn="l">
              <a:defRPr sz="2175" b="0">
                <a:solidFill>
                  <a:srgbClr val="ADC5FF"/>
                </a:solidFill>
                <a:latin typeface="Helvetica Neue"/>
                <a:ea typeface="Helvetica Neue"/>
                <a:cs typeface="Helvetica Neue"/>
              </a:defRPr>
            </a:pPr>
            <a:r>
              <a:rPr sz="2175" b="0">
                <a:solidFill>
                  <a:srgbClr val="ADC5FF"/>
                </a:solidFill>
                <a:latin typeface="Helvetica Neue"/>
                <a:ea typeface="Helvetica Neue"/>
                <a:cs typeface="Helvetica Neue"/>
              </a:rPr>
              <a:t>Критический сигнал сохраняется до рассмотрения врачом.</a:t>
            </a:r>
          </a:p>
        </p:txBody>
      </p:sp>
    </p:spTree>
    <p:extLst>
      <p:ext uri="{BB962C8B-B14F-4D97-AF65-F5344CB8AC3E}">
        <p14:creationId xmlns:p14="http://schemas.microsoft.com/office/powerpoint/2010/main" val="1914638407"/>
      </p:ext>
    </p:extLst>
  </p:cSld>
</p:sld>
</file>

<file path=ppt/slides/slide10.xml><?xml version="1.0" encoding="utf-8"?>
<p:sld xmlns:p="http://schemas.openxmlformats.org/presentationml/2006/main">
  <p:cSld>
    <p:bg>
      <p:bgPr>
        <a:solidFill xmlns:a="http://schemas.openxmlformats.org/drawingml/2006/main">
          <a:srgbClr val="191D2D"/>
        </a:solidFill>
      </p:bgPr>
    </p:bg>
    <p:spTree>
      <p:nvGrpSpPr>
        <p:cNvPr id="1" name=""/>
        <p:cNvGrpSpPr/>
        <p:nvPr/>
      </p:nvGrpSpPr>
      <p:grpSpPr>
        <a:xfrm xmlns:a="http://schemas.openxmlformats.org/drawingml/2006/main"/>
      </p:grpSpPr>
      <p:sp>
        <p:nvSpPr>
          <p:cNvPr id="133" name="Google Shape;133;p17">
            <a:extLst xmlns:a="http://schemas.openxmlformats.org/drawingml/2006/main">
              <a:ext uri="{FF2B5EF4-FFF2-40B4-BE49-F238E27FC236}">
                <a16:creationId xmlns:a16="http://schemas.microsoft.com/office/drawing/2014/main" id="{6070FEB1-73C9-429B-9F8F-02727DD9BB6C}"/>
              </a:ext>
            </a:extLst>
          </p:cNvPr>
          <p:cNvSpPr>
            <a:spLocks xmlns:a="http://schemas.openxmlformats.org/drawingml/2006/main" noGrp="1"/>
          </p:cNvSpPr>
          <p:nvPr/>
        </p:nvSpPr>
        <p:spPr>
          <a:xfrm xmlns:a="http://schemas.openxmlformats.org/drawingml/2006/main">
            <a:off x="381000" y="247650"/>
            <a:ext cx="11430000" cy="628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4" name="Google Shape;134;p17">
            <a:extLst xmlns:a="http://schemas.openxmlformats.org/drawingml/2006/main">
              <a:ext uri="{FF2B5EF4-FFF2-40B4-BE49-F238E27FC236}">
                <a16:creationId xmlns:a16="http://schemas.microsoft.com/office/drawing/2014/main" id="{E31C2608-1FAC-49DB-8EE0-2DF69FAD3EBA}"/>
              </a:ext>
            </a:extLst>
          </p:cNvPr>
          <p:cNvSpPr>
            <a:spLocks xmlns:a="http://schemas.openxmlformats.org/drawingml/2006/main" noGrp="1"/>
          </p:cNvSpPr>
          <p:nvPr/>
        </p:nvSpPr>
        <p:spPr>
          <a:xfrm xmlns:a="http://schemas.openxmlformats.org/drawingml/2006/main">
            <a:off x="1066800" y="381000"/>
            <a:ext cx="7961400" cy="3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450" b="1">
                <a:solidFill>
                  <a:srgbClr val="292D42"/>
                </a:solidFill>
                <a:latin typeface="Helvetica Neue"/>
                <a:ea typeface="Helvetica Neue"/>
                <a:cs typeface="Helvetica Neue"/>
              </a:rPr>
              <a:t>Чат</a:t>
            </a:r>
            <a:endParaRPr sz="1900"/>
          </a:p>
        </p:txBody>
      </p:sp>
      <p:pic>
        <p:nvPicPr>
          <p:cNvPr id="135" name="Google Shape;135;p17">
            <a:extLst xmlns:a="http://schemas.openxmlformats.org/drawingml/2006/main">
              <a:ext uri="{FF2B5EF4-FFF2-40B4-BE49-F238E27FC236}">
                <a16:creationId xmlns:a16="http://schemas.microsoft.com/office/drawing/2014/main" id="{AAD48B3B-67FF-4BEC-85BF-452CC7AD7319}"/>
              </a:ext>
            </a:extLst>
          </p:cNvPr>
          <p:cNvPicPr>
            <a:picLocks xmlns:a="http://schemas.openxmlformats.org/drawingml/2006/main" noChangeAspect="1"/>
          </p:cNvPicPr>
          <p:nvPr/>
        </p:nvPicPr>
        <p:blipFill>
          <a:blip xmlns:r="http://schemas.openxmlformats.org/officeDocument/2006/relationships" xmlns:a="http://schemas.openxmlformats.org/drawingml/2006/main" r:embed="Rf801b56b55be4c80">
            <a:alphaModFix/>
          </a:blip>
          <a:stretch xmlns:a="http://schemas.openxmlformats.org/drawingml/2006/main">
            <a:fillRect l="0" t="0" r="0" b="0"/>
          </a:stretch>
        </p:blipFill>
        <p:spPr>
          <a:xfrm xmlns:a="http://schemas.openxmlformats.org/drawingml/2006/main">
            <a:off x="533400" y="352500"/>
            <a:ext cx="419100" cy="419100"/>
          </a:xfrm>
          <a:prstGeom xmlns:a="http://schemas.openxmlformats.org/drawingml/2006/main" prst="rect">
            <a:avLst/>
          </a:prstGeom>
          <a:ln xmlns:a="http://schemas.openxmlformats.org/drawingml/2006/main">
            <a:noFill/>
          </a:ln>
        </p:spPr>
      </p:pic>
      <p:sp>
        <p:nvSpPr>
          <p:cNvPr id="136" name="Google Shape;136;p17">
            <a:extLst xmlns:a="http://schemas.openxmlformats.org/drawingml/2006/main">
              <a:ext uri="{FF2B5EF4-FFF2-40B4-BE49-F238E27FC236}">
                <a16:creationId xmlns:a16="http://schemas.microsoft.com/office/drawing/2014/main" id="{846652DE-AE79-46C6-B2B4-BC99E53DEFAB}"/>
              </a:ext>
            </a:extLst>
          </p:cNvPr>
          <p:cNvSpPr>
            <a:spLocks xmlns:a="http://schemas.openxmlformats.org/drawingml/2006/main" noGrp="1"/>
          </p:cNvSpPr>
          <p:nvPr/>
        </p:nvSpPr>
        <p:spPr>
          <a:xfrm xmlns:a="http://schemas.openxmlformats.org/drawingml/2006/main">
            <a:off x="11087100" y="371380"/>
            <a:ext cx="571500" cy="36214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lgn="ctr">
              <a:defRPr sz="2450" b="1">
                <a:solidFill>
                  <a:srgbClr val="292D42"/>
                </a:solidFill>
                <a:latin typeface="Helvetica Neue"/>
                <a:ea typeface="Helvetica Neue"/>
                <a:cs typeface="Helvetica Neue"/>
              </a:defRPr>
            </a:defPPr>
            <a:lvl1pPr algn="ctr">
              <a:defRPr sz="2450" b="1">
                <a:solidFill>
                  <a:srgbClr val="292D42"/>
                </a:solidFill>
                <a:latin typeface="Helvetica Neue"/>
                <a:ea typeface="Helvetica Neue"/>
                <a:cs typeface="Helvetica Neue"/>
              </a:defRPr>
            </a:lvl1pPr>
            <a:lvl2pPr algn="ctr">
              <a:defRPr sz="2450" b="1">
                <a:solidFill>
                  <a:srgbClr val="292D42"/>
                </a:solidFill>
                <a:latin typeface="Helvetica Neue"/>
                <a:ea typeface="Helvetica Neue"/>
                <a:cs typeface="Helvetica Neue"/>
              </a:defRPr>
            </a:lvl2pPr>
            <a:lvl3pPr algn="ctr">
              <a:defRPr sz="2450" b="1">
                <a:solidFill>
                  <a:srgbClr val="292D42"/>
                </a:solidFill>
                <a:latin typeface="Helvetica Neue"/>
                <a:ea typeface="Helvetica Neue"/>
                <a:cs typeface="Helvetica Neue"/>
              </a:defRPr>
            </a:lvl3pPr>
            <a:lvl4pPr algn="ctr">
              <a:defRPr sz="2450" b="1">
                <a:solidFill>
                  <a:srgbClr val="292D42"/>
                </a:solidFill>
                <a:latin typeface="Helvetica Neue"/>
                <a:ea typeface="Helvetica Neue"/>
                <a:cs typeface="Helvetica Neue"/>
              </a:defRPr>
            </a:lvl4pPr>
            <a:lvl5pPr algn="ctr">
              <a:defRPr sz="2450" b="1">
                <a:solidFill>
                  <a:srgbClr val="292D42"/>
                </a:solidFill>
                <a:latin typeface="Helvetica Neue"/>
                <a:ea typeface="Helvetica Neue"/>
                <a:cs typeface="Helvetica Neue"/>
              </a:defRPr>
            </a:lvl5pPr>
            <a:lvl6pPr algn="ctr">
              <a:defRPr sz="2450" b="1">
                <a:solidFill>
                  <a:srgbClr val="292D42"/>
                </a:solidFill>
                <a:latin typeface="Helvetica Neue"/>
                <a:ea typeface="Helvetica Neue"/>
                <a:cs typeface="Helvetica Neue"/>
              </a:defRPr>
            </a:lvl6pPr>
            <a:lvl7pPr algn="ctr">
              <a:defRPr sz="2450" b="1">
                <a:solidFill>
                  <a:srgbClr val="292D42"/>
                </a:solidFill>
                <a:latin typeface="Helvetica Neue"/>
                <a:ea typeface="Helvetica Neue"/>
                <a:cs typeface="Helvetica Neue"/>
              </a:defRPr>
            </a:lvl7pPr>
            <a:lvl8pPr algn="ctr">
              <a:defRPr sz="2450" b="1">
                <a:solidFill>
                  <a:srgbClr val="292D42"/>
                </a:solidFill>
                <a:latin typeface="Helvetica Neue"/>
                <a:ea typeface="Helvetica Neue"/>
                <a:cs typeface="Helvetica Neue"/>
              </a:defRPr>
            </a:lvl8pPr>
            <a:lvl9pPr algn="ctr">
              <a:defRPr sz="2450" b="1">
                <a:solidFill>
                  <a:srgbClr val="292D42"/>
                </a:solidFill>
                <a:latin typeface="Helvetica Neue"/>
                <a:ea typeface="Helvetica Neue"/>
                <a:cs typeface="Helvetica Neue"/>
              </a:defRPr>
            </a:lvl9pPr>
          </a:lstStyle>
          <a:p xmlns:a="http://schemas.openxmlformats.org/drawingml/2006/main">
            <a:pPr marL="0" marR="0" lvl="0" indent="0" algn="ctr">
              <a:spcBef>
                <a:spcPts val="0"/>
              </a:spcBef>
              <a:spcAft>
                <a:spcPts val="0"/>
              </a:spcAft>
              <a:buNone/>
              <a:defRPr sz="2450" b="1">
                <a:solidFill>
                  <a:srgbClr val="292D42"/>
                </a:solidFill>
                <a:latin typeface="Helvetica Neue"/>
                <a:ea typeface="Helvetica Neue"/>
                <a:cs typeface="Helvetica Neue"/>
              </a:defRPr>
            </a:pPr>
            <a:r>
              <a:rPr sz="2450" b="1">
                <a:solidFill>
                  <a:srgbClr val="292D42"/>
                </a:solidFill>
                <a:latin typeface="Helvetica Neue"/>
                <a:ea typeface="Helvetica Neue"/>
                <a:cs typeface="Helvetica Neue"/>
              </a:rPr>
              <a:t>10</a:t>
            </a:r>
            <a:endParaRPr sz="1900"/>
          </a:p>
        </p:txBody>
      </p:sp>
      <p:pic>
        <p:nvPicPr>
          <p:cNvPr id="137" name="Google Shape;137;p17">
            <a:extLst xmlns:a="http://schemas.openxmlformats.org/drawingml/2006/main">
              <a:ext uri="{FF2B5EF4-FFF2-40B4-BE49-F238E27FC236}">
                <a16:creationId xmlns:a16="http://schemas.microsoft.com/office/drawing/2014/main" id="{394164F4-5971-4D80-9DC6-2AC200352CF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c3d3a7971f447bd">
            <a:alphaModFix/>
          </a:blip>
          <a:srcRect xmlns:a="http://schemas.openxmlformats.org/drawingml/2006/main" l="0" t="0" r="0" b="40001"/>
          <a:stretch xmlns:a="http://schemas.openxmlformats.org/drawingml/2006/main"/>
        </p:blipFill>
        <p:spPr>
          <a:xfrm xmlns:a="http://schemas.openxmlformats.org/drawingml/2006/main">
            <a:off x="533400" y="1928600"/>
            <a:ext cx="11125200" cy="3695700"/>
          </a:xfrm>
          <a:prstGeom xmlns:a="http://schemas.openxmlformats.org/drawingml/2006/main" prst="roundRect">
            <a:avLst>
              <a:gd name="adj" fmla="val 5155"/>
            </a:avLst>
          </a:prstGeom>
          <a:ln xmlns:a="http://schemas.openxmlformats.org/drawingml/2006/main">
            <a:noFill/>
          </a:ln>
        </p:spPr>
      </p:pic>
      <p:sp>
        <p:nvSpPr>
          <p:cNvPr id="138" name="">
            <a:extLst xmlns:a="http://schemas.openxmlformats.org/drawingml/2006/main">
              <a:ext uri="{FF2B5EF4-FFF2-40B4-BE49-F238E27FC236}">
                <a16:creationId xmlns:a16="http://schemas.microsoft.com/office/drawing/2014/main" id="{CAE6FBA4-3634-403F-B578-442681978F7C}"/>
              </a:ext>
            </a:extLst>
          </p:cNvPr>
          <p:cNvSpPr>
            <a:spLocks xmlns:a="http://schemas.openxmlformats.org/drawingml/2006/main" noGrp="1"/>
          </p:cNvSpPr>
          <p:nvPr/>
        </p:nvSpPr>
        <p:spPr>
          <a:xfrm xmlns:a="http://schemas.openxmlformats.org/drawingml/2006/main">
            <a:off x="533400" y="1238250"/>
            <a:ext cx="111252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400" b="0">
                <a:solidFill>
                  <a:srgbClr val="FFFFFF"/>
                </a:solidFill>
                <a:latin typeface="Helvetica Neue"/>
                <a:ea typeface="Helvetica Neue"/>
                <a:cs typeface="Helvetica Neue"/>
              </a:defRPr>
            </a:defPPr>
            <a:lvl1pPr algn="l">
              <a:defRPr sz="2400" b="0">
                <a:solidFill>
                  <a:srgbClr val="FFFFFF"/>
                </a:solidFill>
                <a:latin typeface="Helvetica Neue"/>
                <a:ea typeface="Helvetica Neue"/>
                <a:cs typeface="Helvetica Neue"/>
              </a:defRPr>
            </a:lvl1pPr>
            <a:lvl2pPr algn="l">
              <a:defRPr sz="2400" b="0">
                <a:solidFill>
                  <a:srgbClr val="FFFFFF"/>
                </a:solidFill>
                <a:latin typeface="Helvetica Neue"/>
                <a:ea typeface="Helvetica Neue"/>
                <a:cs typeface="Helvetica Neue"/>
              </a:defRPr>
            </a:lvl2pPr>
            <a:lvl3pPr algn="l">
              <a:defRPr sz="2400" b="0">
                <a:solidFill>
                  <a:srgbClr val="FFFFFF"/>
                </a:solidFill>
                <a:latin typeface="Helvetica Neue"/>
                <a:ea typeface="Helvetica Neue"/>
                <a:cs typeface="Helvetica Neue"/>
              </a:defRPr>
            </a:lvl3pPr>
            <a:lvl4pPr algn="l">
              <a:defRPr sz="2400" b="0">
                <a:solidFill>
                  <a:srgbClr val="FFFFFF"/>
                </a:solidFill>
                <a:latin typeface="Helvetica Neue"/>
                <a:ea typeface="Helvetica Neue"/>
                <a:cs typeface="Helvetica Neue"/>
              </a:defRPr>
            </a:lvl4pPr>
            <a:lvl5pPr algn="l">
              <a:defRPr sz="2400" b="0">
                <a:solidFill>
                  <a:srgbClr val="FFFFFF"/>
                </a:solidFill>
                <a:latin typeface="Helvetica Neue"/>
                <a:ea typeface="Helvetica Neue"/>
                <a:cs typeface="Helvetica Neue"/>
              </a:defRPr>
            </a:lvl5pPr>
            <a:lvl6pPr algn="l">
              <a:defRPr sz="2400" b="0">
                <a:solidFill>
                  <a:srgbClr val="FFFFFF"/>
                </a:solidFill>
                <a:latin typeface="Helvetica Neue"/>
                <a:ea typeface="Helvetica Neue"/>
                <a:cs typeface="Helvetica Neue"/>
              </a:defRPr>
            </a:lvl6pPr>
            <a:lvl7pPr algn="l">
              <a:defRPr sz="2400" b="0">
                <a:solidFill>
                  <a:srgbClr val="FFFFFF"/>
                </a:solidFill>
                <a:latin typeface="Helvetica Neue"/>
                <a:ea typeface="Helvetica Neue"/>
                <a:cs typeface="Helvetica Neue"/>
              </a:defRPr>
            </a:lvl7pPr>
            <a:lvl8pPr algn="l">
              <a:defRPr sz="2400" b="0">
                <a:solidFill>
                  <a:srgbClr val="FFFFFF"/>
                </a:solidFill>
                <a:latin typeface="Helvetica Neue"/>
                <a:ea typeface="Helvetica Neue"/>
                <a:cs typeface="Helvetica Neue"/>
              </a:defRPr>
            </a:lvl8pPr>
            <a:lvl9pPr algn="l">
              <a:defRPr sz="2400" b="0">
                <a:solidFill>
                  <a:srgbClr val="FFFFFF"/>
                </a:solidFill>
                <a:latin typeface="Helvetica Neue"/>
                <a:ea typeface="Helvetica Neue"/>
                <a:cs typeface="Helvetica Neue"/>
              </a:defRPr>
            </a:lvl9pPr>
          </a:lstStyle>
          <a:p xmlns:a="http://schemas.openxmlformats.org/drawingml/2006/main">
            <a:pPr algn="l">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Врач видит диалоги со своими пациентами в одном разделе</a:t>
            </a:r>
          </a:p>
        </p:txBody>
      </p:sp>
      <p:sp>
        <p:nvSpPr>
          <p:cNvPr id="139" name="">
            <a:extLst xmlns:a="http://schemas.openxmlformats.org/drawingml/2006/main">
              <a:ext uri="{FF2B5EF4-FFF2-40B4-BE49-F238E27FC236}">
                <a16:creationId xmlns:a16="http://schemas.microsoft.com/office/drawing/2014/main" id="{3928224D-70DA-4AD2-A2DE-7634ED65426C}"/>
              </a:ext>
            </a:extLst>
          </p:cNvPr>
          <p:cNvSpPr>
            <a:spLocks xmlns:a="http://schemas.openxmlformats.org/drawingml/2006/main" noGrp="1"/>
          </p:cNvSpPr>
          <p:nvPr/>
        </p:nvSpPr>
        <p:spPr>
          <a:xfrm xmlns:a="http://schemas.openxmlformats.org/drawingml/2006/main">
            <a:off x="571500" y="6067425"/>
            <a:ext cx="1104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325" b="0">
                <a:solidFill>
                  <a:srgbClr val="ADC5FF"/>
                </a:solidFill>
                <a:latin typeface="Helvetica Neue"/>
                <a:ea typeface="Helvetica Neue"/>
                <a:cs typeface="Helvetica Neue"/>
              </a:defRPr>
            </a:defPPr>
            <a:lvl1pPr algn="l">
              <a:defRPr sz="2325" b="0">
                <a:solidFill>
                  <a:srgbClr val="ADC5FF"/>
                </a:solidFill>
                <a:latin typeface="Helvetica Neue"/>
                <a:ea typeface="Helvetica Neue"/>
                <a:cs typeface="Helvetica Neue"/>
              </a:defRPr>
            </a:lvl1pPr>
            <a:lvl2pPr algn="l">
              <a:defRPr sz="2325" b="0">
                <a:solidFill>
                  <a:srgbClr val="ADC5FF"/>
                </a:solidFill>
                <a:latin typeface="Helvetica Neue"/>
                <a:ea typeface="Helvetica Neue"/>
                <a:cs typeface="Helvetica Neue"/>
              </a:defRPr>
            </a:lvl2pPr>
            <a:lvl3pPr algn="l">
              <a:defRPr sz="2325" b="0">
                <a:solidFill>
                  <a:srgbClr val="ADC5FF"/>
                </a:solidFill>
                <a:latin typeface="Helvetica Neue"/>
                <a:ea typeface="Helvetica Neue"/>
                <a:cs typeface="Helvetica Neue"/>
              </a:defRPr>
            </a:lvl3pPr>
            <a:lvl4pPr algn="l">
              <a:defRPr sz="2325" b="0">
                <a:solidFill>
                  <a:srgbClr val="ADC5FF"/>
                </a:solidFill>
                <a:latin typeface="Helvetica Neue"/>
                <a:ea typeface="Helvetica Neue"/>
                <a:cs typeface="Helvetica Neue"/>
              </a:defRPr>
            </a:lvl4pPr>
            <a:lvl5pPr algn="l">
              <a:defRPr sz="2325" b="0">
                <a:solidFill>
                  <a:srgbClr val="ADC5FF"/>
                </a:solidFill>
                <a:latin typeface="Helvetica Neue"/>
                <a:ea typeface="Helvetica Neue"/>
                <a:cs typeface="Helvetica Neue"/>
              </a:defRPr>
            </a:lvl5pPr>
            <a:lvl6pPr algn="l">
              <a:defRPr sz="2325" b="0">
                <a:solidFill>
                  <a:srgbClr val="ADC5FF"/>
                </a:solidFill>
                <a:latin typeface="Helvetica Neue"/>
                <a:ea typeface="Helvetica Neue"/>
                <a:cs typeface="Helvetica Neue"/>
              </a:defRPr>
            </a:lvl6pPr>
            <a:lvl7pPr algn="l">
              <a:defRPr sz="2325" b="0">
                <a:solidFill>
                  <a:srgbClr val="ADC5FF"/>
                </a:solidFill>
                <a:latin typeface="Helvetica Neue"/>
                <a:ea typeface="Helvetica Neue"/>
                <a:cs typeface="Helvetica Neue"/>
              </a:defRPr>
            </a:lvl7pPr>
            <a:lvl8pPr algn="l">
              <a:defRPr sz="2325" b="0">
                <a:solidFill>
                  <a:srgbClr val="ADC5FF"/>
                </a:solidFill>
                <a:latin typeface="Helvetica Neue"/>
                <a:ea typeface="Helvetica Neue"/>
                <a:cs typeface="Helvetica Neue"/>
              </a:defRPr>
            </a:lvl8pPr>
            <a:lvl9pPr algn="l">
              <a:defRPr sz="2325" b="0">
                <a:solidFill>
                  <a:srgbClr val="ADC5FF"/>
                </a:solidFill>
                <a:latin typeface="Helvetica Neue"/>
                <a:ea typeface="Helvetica Neue"/>
                <a:cs typeface="Helvetica Neue"/>
              </a:defRPr>
            </a:lvl9pPr>
          </a:lstStyle>
          <a:p xmlns:a="http://schemas.openxmlformats.org/drawingml/2006/main">
            <a:pPr algn="l">
              <a:defRPr sz="2325" b="0">
                <a:solidFill>
                  <a:srgbClr val="ADC5FF"/>
                </a:solidFill>
                <a:latin typeface="Helvetica Neue"/>
                <a:ea typeface="Helvetica Neue"/>
                <a:cs typeface="Helvetica Neue"/>
              </a:defRPr>
            </a:pPr>
            <a:r>
              <a:rPr sz="2325" b="0">
                <a:solidFill>
                  <a:srgbClr val="ADC5FF"/>
                </a:solidFill>
                <a:latin typeface="Helvetica Neue"/>
                <a:ea typeface="Helvetica Neue"/>
                <a:cs typeface="Helvetica Neue"/>
              </a:rPr>
              <a:t>Сообщения и вложения сохраняются в истории.</a:t>
            </a:r>
          </a:p>
        </p:txBody>
      </p:sp>
      <p:sp>
        <p:nvSpPr>
          <p:cNvPr id="140" name="">
            <a:extLst xmlns:a="http://schemas.openxmlformats.org/drawingml/2006/main">
              <a:ext uri="{FF2B5EF4-FFF2-40B4-BE49-F238E27FC236}">
                <a16:creationId xmlns:a16="http://schemas.microsoft.com/office/drawing/2014/main" id="{5B5A6E27-A940-4125-B076-B450A918A00F}"/>
              </a:ext>
            </a:extLst>
          </p:cNvPr>
          <p:cNvSpPr>
            <a:spLocks xmlns:a="http://schemas.openxmlformats.org/drawingml/2006/main" noGrp="1"/>
          </p:cNvSpPr>
          <p:nvPr/>
        </p:nvSpPr>
        <p:spPr>
          <a:xfrm xmlns:a="http://schemas.openxmlformats.org/drawingml/2006/main">
            <a:off x="571500" y="6515100"/>
            <a:ext cx="1104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500" b="0">
                <a:solidFill>
                  <a:srgbClr val="ADC5FF"/>
                </a:solidFill>
                <a:latin typeface="Helvetica Neue"/>
                <a:ea typeface="Helvetica Neue"/>
                <a:cs typeface="Helvetica Neue"/>
              </a:defRPr>
            </a:defPPr>
            <a:lvl1pPr algn="l">
              <a:defRPr sz="1500" b="0">
                <a:solidFill>
                  <a:srgbClr val="ADC5FF"/>
                </a:solidFill>
                <a:latin typeface="Helvetica Neue"/>
                <a:ea typeface="Helvetica Neue"/>
                <a:cs typeface="Helvetica Neue"/>
              </a:defRPr>
            </a:lvl1pPr>
            <a:lvl2pPr algn="l">
              <a:defRPr sz="1500" b="0">
                <a:solidFill>
                  <a:srgbClr val="ADC5FF"/>
                </a:solidFill>
                <a:latin typeface="Helvetica Neue"/>
                <a:ea typeface="Helvetica Neue"/>
                <a:cs typeface="Helvetica Neue"/>
              </a:defRPr>
            </a:lvl2pPr>
            <a:lvl3pPr algn="l">
              <a:defRPr sz="1500" b="0">
                <a:solidFill>
                  <a:srgbClr val="ADC5FF"/>
                </a:solidFill>
                <a:latin typeface="Helvetica Neue"/>
                <a:ea typeface="Helvetica Neue"/>
                <a:cs typeface="Helvetica Neue"/>
              </a:defRPr>
            </a:lvl3pPr>
            <a:lvl4pPr algn="l">
              <a:defRPr sz="1500" b="0">
                <a:solidFill>
                  <a:srgbClr val="ADC5FF"/>
                </a:solidFill>
                <a:latin typeface="Helvetica Neue"/>
                <a:ea typeface="Helvetica Neue"/>
                <a:cs typeface="Helvetica Neue"/>
              </a:defRPr>
            </a:lvl4pPr>
            <a:lvl5pPr algn="l">
              <a:defRPr sz="1500" b="0">
                <a:solidFill>
                  <a:srgbClr val="ADC5FF"/>
                </a:solidFill>
                <a:latin typeface="Helvetica Neue"/>
                <a:ea typeface="Helvetica Neue"/>
                <a:cs typeface="Helvetica Neue"/>
              </a:defRPr>
            </a:lvl5pPr>
            <a:lvl6pPr algn="l">
              <a:defRPr sz="1500" b="0">
                <a:solidFill>
                  <a:srgbClr val="ADC5FF"/>
                </a:solidFill>
                <a:latin typeface="Helvetica Neue"/>
                <a:ea typeface="Helvetica Neue"/>
                <a:cs typeface="Helvetica Neue"/>
              </a:defRPr>
            </a:lvl6pPr>
            <a:lvl7pPr algn="l">
              <a:defRPr sz="1500" b="0">
                <a:solidFill>
                  <a:srgbClr val="ADC5FF"/>
                </a:solidFill>
                <a:latin typeface="Helvetica Neue"/>
                <a:ea typeface="Helvetica Neue"/>
                <a:cs typeface="Helvetica Neue"/>
              </a:defRPr>
            </a:lvl7pPr>
            <a:lvl8pPr algn="l">
              <a:defRPr sz="1500" b="0">
                <a:solidFill>
                  <a:srgbClr val="ADC5FF"/>
                </a:solidFill>
                <a:latin typeface="Helvetica Neue"/>
                <a:ea typeface="Helvetica Neue"/>
                <a:cs typeface="Helvetica Neue"/>
              </a:defRPr>
            </a:lvl8pPr>
            <a:lvl9pPr algn="l">
              <a:defRPr sz="1500" b="0">
                <a:solidFill>
                  <a:srgbClr val="ADC5FF"/>
                </a:solidFill>
                <a:latin typeface="Helvetica Neue"/>
                <a:ea typeface="Helvetica Neue"/>
                <a:cs typeface="Helvetica Neue"/>
              </a:defRPr>
            </a:lvl9pPr>
          </a:lstStyle>
          <a:p xmlns:a="http://schemas.openxmlformats.org/drawingml/2006/main">
            <a:pPr algn="l">
              <a:defRPr sz="1500" b="0">
                <a:solidFill>
                  <a:srgbClr val="ADC5FF"/>
                </a:solidFill>
                <a:latin typeface="Helvetica Neue"/>
                <a:ea typeface="Helvetica Neue"/>
                <a:cs typeface="Helvetica Neue"/>
              </a:defRPr>
            </a:pPr>
            <a:r>
              <a:rPr sz="1500" b="0">
                <a:solidFill>
                  <a:srgbClr val="ADC5FF"/>
                </a:solidFill>
                <a:latin typeface="Helvetica Neue"/>
                <a:ea typeface="Helvetica Neue"/>
                <a:cs typeface="Helvetica Neue"/>
              </a:rPr>
              <a:t>Переписка доступна после восстановления связи.</a:t>
            </a:r>
          </a:p>
        </p:txBody>
      </p:sp>
    </p:spTree>
    <p:extLst>
      <p:ext uri="{BB962C8B-B14F-4D97-AF65-F5344CB8AC3E}">
        <p14:creationId xmlns:p14="http://schemas.microsoft.com/office/powerpoint/2010/main" val="637908810"/>
      </p:ext>
    </p:extLst>
  </p:cSld>
</p:sld>
</file>

<file path=ppt/slides/slide11.xml><?xml version="1.0" encoding="utf-8"?>
<p:sld xmlns:p="http://schemas.openxmlformats.org/presentationml/2006/main">
  <p:cSld>
    <p:bg>
      <p:bgPr>
        <a:solidFill xmlns:a="http://schemas.openxmlformats.org/drawingml/2006/main">
          <a:srgbClr val="191D2D"/>
        </a:solidFill>
      </p:bgPr>
    </p:bg>
    <p:spTree>
      <p:nvGrpSpPr>
        <p:cNvPr id="1" name=""/>
        <p:cNvGrpSpPr/>
        <p:nvPr/>
      </p:nvGrpSpPr>
      <p:grpSpPr>
        <a:xfrm xmlns:a="http://schemas.openxmlformats.org/drawingml/2006/main"/>
      </p:grpSpPr>
      <p:sp>
        <p:nvSpPr>
          <p:cNvPr id="143" name="Google Shape;143;p18">
            <a:extLst xmlns:a="http://schemas.openxmlformats.org/drawingml/2006/main">
              <a:ext uri="{FF2B5EF4-FFF2-40B4-BE49-F238E27FC236}">
                <a16:creationId xmlns:a16="http://schemas.microsoft.com/office/drawing/2014/main" id="{81267CD1-701A-4160-AEAD-A55CE64AFFB5}"/>
              </a:ext>
            </a:extLst>
          </p:cNvPr>
          <p:cNvSpPr>
            <a:spLocks xmlns:a="http://schemas.openxmlformats.org/drawingml/2006/main" noGrp="1"/>
          </p:cNvSpPr>
          <p:nvPr/>
        </p:nvSpPr>
        <p:spPr>
          <a:xfrm xmlns:a="http://schemas.openxmlformats.org/drawingml/2006/main">
            <a:off x="381000" y="247650"/>
            <a:ext cx="11430000" cy="628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4" name="Google Shape;144;p18">
            <a:extLst xmlns:a="http://schemas.openxmlformats.org/drawingml/2006/main">
              <a:ext uri="{FF2B5EF4-FFF2-40B4-BE49-F238E27FC236}">
                <a16:creationId xmlns:a16="http://schemas.microsoft.com/office/drawing/2014/main" id="{EEEF3DA3-5EC7-4CA4-B76C-9881DF439B3B}"/>
              </a:ext>
            </a:extLst>
          </p:cNvPr>
          <p:cNvSpPr>
            <a:spLocks xmlns:a="http://schemas.openxmlformats.org/drawingml/2006/main" noGrp="1"/>
          </p:cNvSpPr>
          <p:nvPr/>
        </p:nvSpPr>
        <p:spPr>
          <a:xfrm xmlns:a="http://schemas.openxmlformats.org/drawingml/2006/main">
            <a:off x="1066800" y="371400"/>
            <a:ext cx="7961400" cy="3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450" b="1">
                <a:solidFill>
                  <a:srgbClr val="292D42"/>
                </a:solidFill>
                <a:latin typeface="Helvetica Neue"/>
                <a:ea typeface="Helvetica Neue"/>
                <a:cs typeface="Helvetica Neue"/>
              </a:rPr>
              <a:t>Функции и время обработки</a:t>
            </a:r>
            <a:endParaRPr sz="1900"/>
          </a:p>
        </p:txBody>
      </p:sp>
      <p:pic>
        <p:nvPicPr>
          <p:cNvPr id="146" name="Google Shape;146;p18">
            <a:extLst xmlns:a="http://schemas.openxmlformats.org/drawingml/2006/main">
              <a:ext uri="{FF2B5EF4-FFF2-40B4-BE49-F238E27FC236}">
                <a16:creationId xmlns:a16="http://schemas.microsoft.com/office/drawing/2014/main" id="{BC8CCBD1-9C34-45A5-8726-F2AEA97D6635}"/>
              </a:ext>
            </a:extLst>
          </p:cNvPr>
          <p:cNvPicPr>
            <a:picLocks xmlns:a="http://schemas.openxmlformats.org/drawingml/2006/main" noChangeAspect="1"/>
          </p:cNvPicPr>
          <p:nvPr/>
        </p:nvPicPr>
        <p:blipFill>
          <a:blip xmlns:r="http://schemas.openxmlformats.org/officeDocument/2006/relationships" xmlns:a="http://schemas.openxmlformats.org/drawingml/2006/main" r:embed="Rbaaf993be8c644c6">
            <a:alphaModFix/>
          </a:blip>
          <a:stretch xmlns:a="http://schemas.openxmlformats.org/drawingml/2006/main">
            <a:fillRect l="0" t="0" r="0" b="0"/>
          </a:stretch>
        </p:blipFill>
        <p:spPr>
          <a:xfrm xmlns:a="http://schemas.openxmlformats.org/drawingml/2006/main">
            <a:off x="523875" y="352425"/>
            <a:ext cx="419100" cy="419100"/>
          </a:xfrm>
          <a:prstGeom xmlns:a="http://schemas.openxmlformats.org/drawingml/2006/main" prst="rect">
            <a:avLst/>
          </a:prstGeom>
          <a:ln xmlns:a="http://schemas.openxmlformats.org/drawingml/2006/main">
            <a:noFill/>
          </a:ln>
        </p:spPr>
      </p:pic>
      <p:sp>
        <p:nvSpPr>
          <p:cNvPr id="147" name="Google Shape;147;p18">
            <a:extLst xmlns:a="http://schemas.openxmlformats.org/drawingml/2006/main">
              <a:ext uri="{FF2B5EF4-FFF2-40B4-BE49-F238E27FC236}">
                <a16:creationId xmlns:a16="http://schemas.microsoft.com/office/drawing/2014/main" id="{94E1027B-53FA-425F-91AB-CFE38EF71571}"/>
              </a:ext>
            </a:extLst>
          </p:cNvPr>
          <p:cNvSpPr>
            <a:spLocks xmlns:a="http://schemas.openxmlformats.org/drawingml/2006/main" noGrp="1"/>
          </p:cNvSpPr>
          <p:nvPr/>
        </p:nvSpPr>
        <p:spPr>
          <a:xfrm xmlns:a="http://schemas.openxmlformats.org/drawingml/2006/main">
            <a:off x="11087100" y="371380"/>
            <a:ext cx="571500" cy="36214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lgn="ctr">
              <a:defRPr sz="2450" b="1">
                <a:solidFill>
                  <a:srgbClr val="292D42"/>
                </a:solidFill>
                <a:latin typeface="Helvetica Neue"/>
                <a:ea typeface="Helvetica Neue"/>
                <a:cs typeface="Helvetica Neue"/>
              </a:defRPr>
            </a:defPPr>
            <a:lvl1pPr algn="ctr">
              <a:defRPr sz="2450" b="1">
                <a:solidFill>
                  <a:srgbClr val="292D42"/>
                </a:solidFill>
                <a:latin typeface="Helvetica Neue"/>
                <a:ea typeface="Helvetica Neue"/>
                <a:cs typeface="Helvetica Neue"/>
              </a:defRPr>
            </a:lvl1pPr>
            <a:lvl2pPr algn="ctr">
              <a:defRPr sz="2450" b="1">
                <a:solidFill>
                  <a:srgbClr val="292D42"/>
                </a:solidFill>
                <a:latin typeface="Helvetica Neue"/>
                <a:ea typeface="Helvetica Neue"/>
                <a:cs typeface="Helvetica Neue"/>
              </a:defRPr>
            </a:lvl2pPr>
            <a:lvl3pPr algn="ctr">
              <a:defRPr sz="2450" b="1">
                <a:solidFill>
                  <a:srgbClr val="292D42"/>
                </a:solidFill>
                <a:latin typeface="Helvetica Neue"/>
                <a:ea typeface="Helvetica Neue"/>
                <a:cs typeface="Helvetica Neue"/>
              </a:defRPr>
            </a:lvl3pPr>
            <a:lvl4pPr algn="ctr">
              <a:defRPr sz="2450" b="1">
                <a:solidFill>
                  <a:srgbClr val="292D42"/>
                </a:solidFill>
                <a:latin typeface="Helvetica Neue"/>
                <a:ea typeface="Helvetica Neue"/>
                <a:cs typeface="Helvetica Neue"/>
              </a:defRPr>
            </a:lvl4pPr>
            <a:lvl5pPr algn="ctr">
              <a:defRPr sz="2450" b="1">
                <a:solidFill>
                  <a:srgbClr val="292D42"/>
                </a:solidFill>
                <a:latin typeface="Helvetica Neue"/>
                <a:ea typeface="Helvetica Neue"/>
                <a:cs typeface="Helvetica Neue"/>
              </a:defRPr>
            </a:lvl5pPr>
            <a:lvl6pPr algn="ctr">
              <a:defRPr sz="2450" b="1">
                <a:solidFill>
                  <a:srgbClr val="292D42"/>
                </a:solidFill>
                <a:latin typeface="Helvetica Neue"/>
                <a:ea typeface="Helvetica Neue"/>
                <a:cs typeface="Helvetica Neue"/>
              </a:defRPr>
            </a:lvl6pPr>
            <a:lvl7pPr algn="ctr">
              <a:defRPr sz="2450" b="1">
                <a:solidFill>
                  <a:srgbClr val="292D42"/>
                </a:solidFill>
                <a:latin typeface="Helvetica Neue"/>
                <a:ea typeface="Helvetica Neue"/>
                <a:cs typeface="Helvetica Neue"/>
              </a:defRPr>
            </a:lvl7pPr>
            <a:lvl8pPr algn="ctr">
              <a:defRPr sz="2450" b="1">
                <a:solidFill>
                  <a:srgbClr val="292D42"/>
                </a:solidFill>
                <a:latin typeface="Helvetica Neue"/>
                <a:ea typeface="Helvetica Neue"/>
                <a:cs typeface="Helvetica Neue"/>
              </a:defRPr>
            </a:lvl8pPr>
            <a:lvl9pPr algn="ctr">
              <a:defRPr sz="2450" b="1">
                <a:solidFill>
                  <a:srgbClr val="292D42"/>
                </a:solidFill>
                <a:latin typeface="Helvetica Neue"/>
                <a:ea typeface="Helvetica Neue"/>
                <a:cs typeface="Helvetica Neue"/>
              </a:defRPr>
            </a:lvl9pPr>
          </a:lstStyle>
          <a:p xmlns:a="http://schemas.openxmlformats.org/drawingml/2006/main">
            <a:pPr marL="0" marR="0" lvl="0" indent="0" algn="ctr">
              <a:spcBef>
                <a:spcPts val="0"/>
              </a:spcBef>
              <a:spcAft>
                <a:spcPts val="0"/>
              </a:spcAft>
              <a:buNone/>
              <a:defRPr sz="2450" b="1">
                <a:solidFill>
                  <a:srgbClr val="292D42"/>
                </a:solidFill>
                <a:latin typeface="Helvetica Neue"/>
                <a:ea typeface="Helvetica Neue"/>
                <a:cs typeface="Helvetica Neue"/>
              </a:defRPr>
            </a:pPr>
            <a:r>
              <a:rPr sz="2450" b="1">
                <a:solidFill>
                  <a:srgbClr val="292D42"/>
                </a:solidFill>
                <a:latin typeface="Helvetica Neue"/>
                <a:ea typeface="Helvetica Neue"/>
                <a:cs typeface="Helvetica Neue"/>
              </a:rPr>
              <a:t>11</a:t>
            </a:r>
            <a:endParaRPr sz="1900"/>
          </a:p>
        </p:txBody>
      </p:sp>
      <p:sp>
        <p:nvSpPr>
          <p:cNvPr id="148" name="">
            <a:extLst xmlns:a="http://schemas.openxmlformats.org/drawingml/2006/main">
              <a:ext uri="{FF2B5EF4-FFF2-40B4-BE49-F238E27FC236}">
                <a16:creationId xmlns:a16="http://schemas.microsoft.com/office/drawing/2014/main" id="{DAB8C548-9DA7-42A4-90CC-C2B3305802D9}"/>
              </a:ext>
            </a:extLst>
          </p:cNvPr>
          <p:cNvSpPr>
            <a:spLocks xmlns:a="http://schemas.openxmlformats.org/drawingml/2006/main" noGrp="1"/>
          </p:cNvSpPr>
          <p:nvPr/>
        </p:nvSpPr>
        <p:spPr>
          <a:xfrm xmlns:a="http://schemas.openxmlformats.org/drawingml/2006/main">
            <a:off x="533400" y="1238250"/>
            <a:ext cx="111252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925" b="0">
                <a:solidFill>
                  <a:srgbClr val="FFFFFF"/>
                </a:solidFill>
                <a:latin typeface="Helvetica Neue"/>
                <a:ea typeface="Helvetica Neue"/>
                <a:cs typeface="Helvetica Neue"/>
              </a:defRPr>
            </a:defPPr>
            <a:lvl1pPr algn="l">
              <a:defRPr sz="2925" b="0">
                <a:solidFill>
                  <a:srgbClr val="FFFFFF"/>
                </a:solidFill>
                <a:latin typeface="Helvetica Neue"/>
                <a:ea typeface="Helvetica Neue"/>
                <a:cs typeface="Helvetica Neue"/>
              </a:defRPr>
            </a:lvl1pPr>
            <a:lvl2pPr algn="l">
              <a:defRPr sz="2925" b="0">
                <a:solidFill>
                  <a:srgbClr val="FFFFFF"/>
                </a:solidFill>
                <a:latin typeface="Helvetica Neue"/>
                <a:ea typeface="Helvetica Neue"/>
                <a:cs typeface="Helvetica Neue"/>
              </a:defRPr>
            </a:lvl2pPr>
            <a:lvl3pPr algn="l">
              <a:defRPr sz="2925" b="0">
                <a:solidFill>
                  <a:srgbClr val="FFFFFF"/>
                </a:solidFill>
                <a:latin typeface="Helvetica Neue"/>
                <a:ea typeface="Helvetica Neue"/>
                <a:cs typeface="Helvetica Neue"/>
              </a:defRPr>
            </a:lvl3pPr>
            <a:lvl4pPr algn="l">
              <a:defRPr sz="2925" b="0">
                <a:solidFill>
                  <a:srgbClr val="FFFFFF"/>
                </a:solidFill>
                <a:latin typeface="Helvetica Neue"/>
                <a:ea typeface="Helvetica Neue"/>
                <a:cs typeface="Helvetica Neue"/>
              </a:defRPr>
            </a:lvl4pPr>
            <a:lvl5pPr algn="l">
              <a:defRPr sz="2925" b="0">
                <a:solidFill>
                  <a:srgbClr val="FFFFFF"/>
                </a:solidFill>
                <a:latin typeface="Helvetica Neue"/>
                <a:ea typeface="Helvetica Neue"/>
                <a:cs typeface="Helvetica Neue"/>
              </a:defRPr>
            </a:lvl5pPr>
            <a:lvl6pPr algn="l">
              <a:defRPr sz="2925" b="0">
                <a:solidFill>
                  <a:srgbClr val="FFFFFF"/>
                </a:solidFill>
                <a:latin typeface="Helvetica Neue"/>
                <a:ea typeface="Helvetica Neue"/>
                <a:cs typeface="Helvetica Neue"/>
              </a:defRPr>
            </a:lvl6pPr>
            <a:lvl7pPr algn="l">
              <a:defRPr sz="2925" b="0">
                <a:solidFill>
                  <a:srgbClr val="FFFFFF"/>
                </a:solidFill>
                <a:latin typeface="Helvetica Neue"/>
                <a:ea typeface="Helvetica Neue"/>
                <a:cs typeface="Helvetica Neue"/>
              </a:defRPr>
            </a:lvl7pPr>
            <a:lvl8pPr algn="l">
              <a:defRPr sz="2925" b="0">
                <a:solidFill>
                  <a:srgbClr val="FFFFFF"/>
                </a:solidFill>
                <a:latin typeface="Helvetica Neue"/>
                <a:ea typeface="Helvetica Neue"/>
                <a:cs typeface="Helvetica Neue"/>
              </a:defRPr>
            </a:lvl8pPr>
            <a:lvl9pPr algn="l">
              <a:defRPr sz="2925" b="0">
                <a:solidFill>
                  <a:srgbClr val="FFFFFF"/>
                </a:solidFill>
                <a:latin typeface="Helvetica Neue"/>
                <a:ea typeface="Helvetica Neue"/>
                <a:cs typeface="Helvetica Neue"/>
              </a:defRPr>
            </a:lvl9pPr>
          </a:lstStyle>
          <a:p xmlns:a="http://schemas.openxmlformats.org/drawingml/2006/main">
            <a:pPr algn="l">
              <a:defRPr sz="2925" b="0">
                <a:solidFill>
                  <a:srgbClr val="FFFFFF"/>
                </a:solidFill>
                <a:latin typeface="Helvetica Neue"/>
                <a:ea typeface="Helvetica Neue"/>
                <a:cs typeface="Helvetica Neue"/>
              </a:defRPr>
            </a:pPr>
            <a:r>
              <a:rPr sz="2925" b="0">
                <a:solidFill>
                  <a:srgbClr val="FFFFFF"/>
                </a:solidFill>
                <a:latin typeface="Helvetica Neue"/>
                <a:ea typeface="Helvetica Neue"/>
                <a:cs typeface="Helvetica Neue"/>
              </a:rPr>
              <a:t>Результаты локального замера</a:t>
            </a:r>
          </a:p>
        </p:txBody>
      </p:sp>
      <p:sp>
        <p:nvSpPr>
          <p:cNvPr id="149" name="">
            <a:extLst xmlns:a="http://schemas.openxmlformats.org/drawingml/2006/main">
              <a:ext uri="{FF2B5EF4-FFF2-40B4-BE49-F238E27FC236}">
                <a16:creationId xmlns:a16="http://schemas.microsoft.com/office/drawing/2014/main" id="{794A2DB6-EDAB-4AB3-869A-67CEB1A6F5F1}"/>
              </a:ext>
            </a:extLst>
          </p:cNvPr>
          <p:cNvSpPr>
            <a:spLocks xmlns:a="http://schemas.openxmlformats.org/drawingml/2006/main" noGrp="1"/>
          </p:cNvSpPr>
          <p:nvPr/>
        </p:nvSpPr>
        <p:spPr>
          <a:xfrm xmlns:a="http://schemas.openxmlformats.org/drawingml/2006/main">
            <a:off x="533400" y="1971675"/>
            <a:ext cx="11125200" cy="3552825"/>
          </a:xfrm>
          <a:prstGeom xmlns:a="http://schemas.openxmlformats.org/drawingml/2006/main" prst="roundRect">
            <a:avLst>
              <a:gd name="adj" fmla="val 8043"/>
            </a:avLst>
          </a:prstGeom>
          <a:solidFill xmlns:a="http://schemas.openxmlformats.org/drawingml/2006/main">
            <a:srgbClr val="FFFFFF"/>
          </a:solidFill>
          <a:ln xmlns:a="http://schemas.openxmlformats.org/drawingml/2006/main" w="0">
            <a:noFill/>
            <a:prstDash val="solid"/>
          </a:ln>
        </p:spPr>
      </p:sp>
      <p:graphicFrame>
        <p:nvGraphicFramePr>
          <p:cNvPr id="150" name="">
            <a:extLst xmlns:a="http://schemas.openxmlformats.org/drawingml/2006/main">
              <a:ext uri="{FF2B5EF4-FFF2-40B4-BE49-F238E27FC236}">
                <a16:creationId xmlns:a16="http://schemas.microsoft.com/office/drawing/2014/main" id="{A21CE507-DEB2-4EA3-BEB7-6B3F6249B3FC}"/>
              </a:ext>
            </a:extLst>
          </p:cNvPr>
          <p:cNvGraphicFramePr/>
          <p:nvPr/>
        </p:nvGraphicFramePr>
        <p:xfrm>
          <a:off xmlns:a="http://schemas.openxmlformats.org/drawingml/2006/main" x="628650" y="2076450"/>
          <a:ext xmlns:a="http://schemas.openxmlformats.org/drawingml/2006/main" cx="10934700" cy="3181350"/>
        </p:xfrm>
        <a:graphic xmlns:a="http://schemas.openxmlformats.org/drawingml/2006/main">
          <a:graphicData uri="http://schemas.openxmlformats.org/drawingml/2006/table">
            <a:tbl>
              <a:tblPr firstRow="0" bandRow="0"/>
              <a:tblGrid>
                <a:gridCol w="2476500"/>
                <a:gridCol w="5314950"/>
                <a:gridCol w="3143250"/>
              </a:tblGrid>
              <a:tr h="419100">
                <a:tc>
                  <a:txBody>
                    <a:bodyPr/>
                    <a:lstStyle/>
                    <a:p>
                      <a:r>
                        <a:rPr sz="1650" b="1">
                          <a:solidFill>
                            <a:srgbClr val="758099"/>
                          </a:solidFill>
                          <a:latin typeface="Helvetica Neue"/>
                          <a:ea typeface="Helvetica Neue"/>
                          <a:cs typeface="Helvetica Neue"/>
                        </a:rPr>
                        <a:t>Возможность</a:t>
                      </a:r>
                    </a:p>
                  </a:txBody>
                  <a:tcPr marL="171450" marR="152400" marT="38100" marB="38100" anchor="ctr">
                    <a:lnL w="6668">
                      <a:solidFill>
                        <a:srgbClr val="DFE5F2"/>
                      </a:solidFill>
                      <a:prstDash val="solid"/>
                    </a:lnL>
                    <a:lnR w="6668">
                      <a:solidFill>
                        <a:srgbClr val="DFE5F2"/>
                      </a:solidFill>
                      <a:prstDash val="solid"/>
                    </a:lnR>
                    <a:lnT w="6668">
                      <a:solidFill>
                        <a:srgbClr val="DFE5F2"/>
                      </a:solidFill>
                      <a:prstDash val="solid"/>
                    </a:lnT>
                    <a:lnB w="6668">
                      <a:solidFill>
                        <a:srgbClr val="DFE5F2"/>
                      </a:solidFill>
                      <a:prstDash val="solid"/>
                    </a:lnB>
                    <a:solidFill>
                      <a:srgbClr val="F6F7FC"/>
                    </a:solidFill>
                  </a:tcPr>
                </a:tc>
                <a:tc>
                  <a:txBody>
                    <a:bodyPr/>
                    <a:lstStyle/>
                    <a:p>
                      <a:r>
                        <a:rPr sz="1650" b="1">
                          <a:solidFill>
                            <a:srgbClr val="758099"/>
                          </a:solidFill>
                          <a:latin typeface="Helvetica Neue"/>
                          <a:ea typeface="Helvetica Neue"/>
                          <a:cs typeface="Helvetica Neue"/>
                        </a:rPr>
                        <a:t>Польза для врача</a:t>
                      </a:r>
                    </a:p>
                  </a:txBody>
                  <a:tcPr marL="171450" marR="152400" marT="38100" marB="38100" anchor="ctr">
                    <a:lnR w="6668">
                      <a:solidFill>
                        <a:srgbClr val="DFE5F2"/>
                      </a:solidFill>
                      <a:prstDash val="solid"/>
                    </a:lnR>
                    <a:lnT w="6668">
                      <a:solidFill>
                        <a:srgbClr val="DFE5F2"/>
                      </a:solidFill>
                      <a:prstDash val="solid"/>
                    </a:lnT>
                    <a:lnB w="6668">
                      <a:solidFill>
                        <a:srgbClr val="DFE5F2"/>
                      </a:solidFill>
                      <a:prstDash val="solid"/>
                    </a:lnB>
                    <a:solidFill>
                      <a:srgbClr val="F6F7FC"/>
                    </a:solidFill>
                  </a:tcPr>
                </a:tc>
                <a:tc>
                  <a:txBody>
                    <a:bodyPr/>
                    <a:lstStyle/>
                    <a:p>
                      <a:r>
                        <a:rPr sz="1650" b="1">
                          <a:solidFill>
                            <a:srgbClr val="758099"/>
                          </a:solidFill>
                          <a:latin typeface="Helvetica Neue"/>
                          <a:ea typeface="Helvetica Neue"/>
                          <a:cs typeface="Helvetica Neue"/>
                        </a:rPr>
                        <a:t>Медиана</a:t>
                      </a:r>
                    </a:p>
                  </a:txBody>
                  <a:tcPr marL="171450" marR="152400" marT="38100" marB="38100" anchor="ctr">
                    <a:lnR w="6668">
                      <a:solidFill>
                        <a:srgbClr val="DFE5F2"/>
                      </a:solidFill>
                      <a:prstDash val="solid"/>
                    </a:lnR>
                    <a:lnT w="6668">
                      <a:solidFill>
                        <a:srgbClr val="DFE5F2"/>
                      </a:solidFill>
                      <a:prstDash val="solid"/>
                    </a:lnT>
                    <a:lnB w="6668">
                      <a:solidFill>
                        <a:srgbClr val="DFE5F2"/>
                      </a:solidFill>
                      <a:prstDash val="solid"/>
                    </a:lnB>
                    <a:solidFill>
                      <a:srgbClr val="F6F7FC"/>
                    </a:solidFill>
                  </a:tcPr>
                </a:tc>
              </a:tr>
              <a:tr h="552450">
                <a:tc>
                  <a:txBody>
                    <a:bodyPr/>
                    <a:lstStyle/>
                    <a:p>
                      <a:r>
                        <a:rPr sz="1650">
                          <a:solidFill>
                            <a:srgbClr val="292D42"/>
                          </a:solidFill>
                          <a:latin typeface="Helvetica Neue"/>
                          <a:ea typeface="Helvetica Neue"/>
                          <a:cs typeface="Helvetica Neue"/>
                        </a:rPr>
                        <a:t>Карта и назначения</a:t>
                      </a:r>
                    </a:p>
                  </a:txBody>
                  <a:tcPr marL="171450" marR="152400" marT="38100" marB="38100" anchor="ctr">
                    <a:lnL w="6668">
                      <a:solidFill>
                        <a:srgbClr val="DFE5F2"/>
                      </a:solidFill>
                      <a:prstDash val="solid"/>
                    </a:lnL>
                    <a:lnR w="6668">
                      <a:solidFill>
                        <a:srgbClr val="DFE5F2"/>
                      </a:solidFill>
                      <a:prstDash val="solid"/>
                    </a:lnR>
                    <a:lnB w="6668">
                      <a:solidFill>
                        <a:srgbClr val="DFE5F2"/>
                      </a:solidFill>
                      <a:prstDash val="solid"/>
                    </a:lnB>
                    <a:solidFill>
                      <a:srgbClr val="FFFFFF"/>
                    </a:solidFill>
                  </a:tcPr>
                </a:tc>
                <a:tc>
                  <a:txBody>
                    <a:bodyPr/>
                    <a:lstStyle/>
                    <a:p>
                      <a:r>
                        <a:rPr sz="1650">
                          <a:solidFill>
                            <a:srgbClr val="292D42"/>
                          </a:solidFill>
                          <a:latin typeface="Helvetica Neue"/>
                          <a:ea typeface="Helvetica Neue"/>
                          <a:cs typeface="Helvetica Neue"/>
                        </a:rPr>
                        <a:t>Анамнез и лечение в одной истории</a:t>
                      </a:r>
                    </a:p>
                  </a:txBody>
                  <a:tcPr marL="171450" marR="152400" marT="38100" marB="38100" anchor="ctr">
                    <a:lnR w="6668">
                      <a:solidFill>
                        <a:srgbClr val="DFE5F2"/>
                      </a:solidFill>
                      <a:prstDash val="solid"/>
                    </a:lnR>
                    <a:lnB w="6668">
                      <a:solidFill>
                        <a:srgbClr val="DFE5F2"/>
                      </a:solidFill>
                      <a:prstDash val="solid"/>
                    </a:lnB>
                    <a:solidFill>
                      <a:srgbClr val="FFFFFF"/>
                    </a:solidFill>
                  </a:tcPr>
                </a:tc>
                <a:tc>
                  <a:txBody>
                    <a:bodyPr/>
                    <a:lstStyle/>
                    <a:p>
                      <a:r>
                        <a:rPr sz="1500" b="1">
                          <a:solidFill>
                            <a:srgbClr val="315FD1"/>
                          </a:solidFill>
                          <a:latin typeface="Helvetica Neue"/>
                          <a:ea typeface="Helvetica Neue"/>
                          <a:cs typeface="Helvetica Neue"/>
                        </a:rPr>
                        <a:t>3,1 мс</a:t>
                      </a:r>
                    </a:p>
                    <a:p>
                      <a:r>
                        <a:rPr sz="1500" b="1">
                          <a:solidFill>
                            <a:srgbClr val="315FD1"/>
                          </a:solidFill>
                          <a:latin typeface="Helvetica Neue"/>
                          <a:ea typeface="Helvetica Neue"/>
                          <a:cs typeface="Helvetica Neue"/>
                        </a:rPr>
                        <a:t>получение карты</a:t>
                      </a:r>
                    </a:p>
                  </a:txBody>
                  <a:tcPr marL="171450" marR="152400" marT="38100" marB="38100" anchor="ctr">
                    <a:lnR w="6668">
                      <a:solidFill>
                        <a:srgbClr val="DFE5F2"/>
                      </a:solidFill>
                      <a:prstDash val="solid"/>
                    </a:lnR>
                    <a:lnB w="6668">
                      <a:solidFill>
                        <a:srgbClr val="DFE5F2"/>
                      </a:solidFill>
                      <a:prstDash val="solid"/>
                    </a:lnB>
                    <a:solidFill>
                      <a:srgbClr val="FFFFFF"/>
                    </a:solidFill>
                  </a:tcPr>
                </a:tc>
              </a:tr>
              <a:tr h="552450">
                <a:tc>
                  <a:txBody>
                    <a:bodyPr/>
                    <a:lstStyle/>
                    <a:p>
                      <a:r>
                        <a:rPr sz="1650">
                          <a:solidFill>
                            <a:srgbClr val="292D42"/>
                          </a:solidFill>
                          <a:latin typeface="Helvetica Neue"/>
                          <a:ea typeface="Helvetica Neue"/>
                          <a:cs typeface="Helvetica Neue"/>
                        </a:rPr>
                        <a:t>Дневник и анкеты</a:t>
                      </a:r>
                    </a:p>
                  </a:txBody>
                  <a:tcPr marL="171450" marR="152400" marT="38100" marB="38100" anchor="ctr">
                    <a:lnL w="6668">
                      <a:solidFill>
                        <a:srgbClr val="DFE5F2"/>
                      </a:solidFill>
                      <a:prstDash val="solid"/>
                    </a:lnL>
                    <a:lnR w="6668">
                      <a:solidFill>
                        <a:srgbClr val="DFE5F2"/>
                      </a:solidFill>
                      <a:prstDash val="solid"/>
                    </a:lnR>
                    <a:lnB w="6668">
                      <a:solidFill>
                        <a:srgbClr val="DFE5F2"/>
                      </a:solidFill>
                      <a:prstDash val="solid"/>
                    </a:lnB>
                    <a:solidFill>
                      <a:srgbClr val="FFFFFF"/>
                    </a:solidFill>
                  </a:tcPr>
                </a:tc>
                <a:tc>
                  <a:txBody>
                    <a:bodyPr/>
                    <a:lstStyle/>
                    <a:p>
                      <a:r>
                        <a:rPr sz="1650">
                          <a:solidFill>
                            <a:srgbClr val="292D42"/>
                          </a:solidFill>
                          <a:latin typeface="Helvetica Neue"/>
                          <a:ea typeface="Helvetica Neue"/>
                          <a:cs typeface="Helvetica Neue"/>
                        </a:rPr>
                        <a:t>Динамика состояния по датам</a:t>
                      </a:r>
                    </a:p>
                  </a:txBody>
                  <a:tcPr marL="171450" marR="152400" marT="38100" marB="38100" anchor="ctr">
                    <a:lnR w="6668">
                      <a:solidFill>
                        <a:srgbClr val="DFE5F2"/>
                      </a:solidFill>
                      <a:prstDash val="solid"/>
                    </a:lnR>
                    <a:lnB w="6668">
                      <a:solidFill>
                        <a:srgbClr val="DFE5F2"/>
                      </a:solidFill>
                      <a:prstDash val="solid"/>
                    </a:lnB>
                    <a:solidFill>
                      <a:srgbClr val="FFFFFF"/>
                    </a:solidFill>
                  </a:tcPr>
                </a:tc>
                <a:tc>
                  <a:txBody>
                    <a:bodyPr/>
                    <a:lstStyle/>
                    <a:p>
                      <a:r>
                        <a:rPr sz="1500" b="1">
                          <a:solidFill>
                            <a:srgbClr val="315FD1"/>
                          </a:solidFill>
                          <a:latin typeface="Helvetica Neue"/>
                          <a:ea typeface="Helvetica Neue"/>
                          <a:cs typeface="Helvetica Neue"/>
                        </a:rPr>
                        <a:t>3,4 мс</a:t>
                      </a:r>
                    </a:p>
                    <a:p>
                      <a:r>
                        <a:rPr sz="1500" b="1">
                          <a:solidFill>
                            <a:srgbClr val="315FD1"/>
                          </a:solidFill>
                          <a:latin typeface="Helvetica Neue"/>
                          <a:ea typeface="Helvetica Neue"/>
                          <a:cs typeface="Helvetica Neue"/>
                        </a:rPr>
                        <a:t>получение дневника</a:t>
                      </a:r>
                    </a:p>
                  </a:txBody>
                  <a:tcPr marL="171450" marR="152400" marT="38100" marB="38100" anchor="ctr">
                    <a:lnR w="6668">
                      <a:solidFill>
                        <a:srgbClr val="DFE5F2"/>
                      </a:solidFill>
                      <a:prstDash val="solid"/>
                    </a:lnR>
                    <a:lnB w="6668">
                      <a:solidFill>
                        <a:srgbClr val="DFE5F2"/>
                      </a:solidFill>
                      <a:prstDash val="solid"/>
                    </a:lnB>
                    <a:solidFill>
                      <a:srgbClr val="FFFFFF"/>
                    </a:solidFill>
                  </a:tcPr>
                </a:tc>
              </a:tr>
              <a:tr h="552450">
                <a:tc>
                  <a:txBody>
                    <a:bodyPr/>
                    <a:lstStyle/>
                    <a:p>
                      <a:r>
                        <a:rPr sz="1650">
                          <a:solidFill>
                            <a:srgbClr val="292D42"/>
                          </a:solidFill>
                          <a:latin typeface="Helvetica Neue"/>
                          <a:ea typeface="Helvetica Neue"/>
                          <a:cs typeface="Helvetica Neue"/>
                        </a:rPr>
                        <a:t>Переписка</a:t>
                      </a:r>
                    </a:p>
                  </a:txBody>
                  <a:tcPr marL="171450" marR="152400" marT="38100" marB="38100" anchor="ctr">
                    <a:lnL w="6668">
                      <a:solidFill>
                        <a:srgbClr val="DFE5F2"/>
                      </a:solidFill>
                      <a:prstDash val="solid"/>
                    </a:lnL>
                    <a:lnR w="6668">
                      <a:solidFill>
                        <a:srgbClr val="DFE5F2"/>
                      </a:solidFill>
                      <a:prstDash val="solid"/>
                    </a:lnR>
                    <a:lnB w="6668">
                      <a:solidFill>
                        <a:srgbClr val="DFE5F2"/>
                      </a:solidFill>
                      <a:prstDash val="solid"/>
                    </a:lnB>
                    <a:solidFill>
                      <a:srgbClr val="FFFFFF"/>
                    </a:solidFill>
                  </a:tcPr>
                </a:tc>
                <a:tc>
                  <a:txBody>
                    <a:bodyPr/>
                    <a:lstStyle/>
                    <a:p>
                      <a:r>
                        <a:rPr sz="1650">
                          <a:solidFill>
                            <a:srgbClr val="292D42"/>
                          </a:solidFill>
                          <a:latin typeface="Helvetica Neue"/>
                          <a:ea typeface="Helvetica Neue"/>
                          <a:cs typeface="Helvetica Neue"/>
                        </a:rPr>
                        <a:t>История обсуждений с пациентом</a:t>
                      </a:r>
                    </a:p>
                  </a:txBody>
                  <a:tcPr marL="171450" marR="152400" marT="38100" marB="38100" anchor="ctr">
                    <a:lnR w="6668">
                      <a:solidFill>
                        <a:srgbClr val="DFE5F2"/>
                      </a:solidFill>
                      <a:prstDash val="solid"/>
                    </a:lnR>
                    <a:lnB w="6668">
                      <a:solidFill>
                        <a:srgbClr val="DFE5F2"/>
                      </a:solidFill>
                      <a:prstDash val="solid"/>
                    </a:lnB>
                    <a:solidFill>
                      <a:srgbClr val="FFFFFF"/>
                    </a:solidFill>
                  </a:tcPr>
                </a:tc>
                <a:tc>
                  <a:txBody>
                    <a:bodyPr/>
                    <a:lstStyle/>
                    <a:p>
                      <a:r>
                        <a:rPr sz="1500" b="1">
                          <a:solidFill>
                            <a:srgbClr val="315FD1"/>
                          </a:solidFill>
                          <a:latin typeface="Helvetica Neue"/>
                          <a:ea typeface="Helvetica Neue"/>
                          <a:cs typeface="Helvetica Neue"/>
                        </a:rPr>
                        <a:t>3,3 мс</a:t>
                      </a:r>
                    </a:p>
                    <a:p>
                      <a:r>
                        <a:rPr sz="1500" b="1">
                          <a:solidFill>
                            <a:srgbClr val="315FD1"/>
                          </a:solidFill>
                          <a:latin typeface="Helvetica Neue"/>
                          <a:ea typeface="Helvetica Neue"/>
                          <a:cs typeface="Helvetica Neue"/>
                        </a:rPr>
                        <a:t>получение истории</a:t>
                      </a:r>
                    </a:p>
                  </a:txBody>
                  <a:tcPr marL="171450" marR="152400" marT="38100" marB="38100" anchor="ctr">
                    <a:lnR w="6668">
                      <a:solidFill>
                        <a:srgbClr val="DFE5F2"/>
                      </a:solidFill>
                      <a:prstDash val="solid"/>
                    </a:lnR>
                    <a:lnB w="6668">
                      <a:solidFill>
                        <a:srgbClr val="DFE5F2"/>
                      </a:solidFill>
                      <a:prstDash val="solid"/>
                    </a:lnB>
                    <a:solidFill>
                      <a:srgbClr val="FFFFFF"/>
                    </a:solidFill>
                  </a:tcPr>
                </a:tc>
              </a:tr>
              <a:tr h="552450">
                <a:tc>
                  <a:txBody>
                    <a:bodyPr/>
                    <a:lstStyle/>
                    <a:p>
                      <a:r>
                        <a:rPr sz="1650">
                          <a:solidFill>
                            <a:srgbClr val="292D42"/>
                          </a:solidFill>
                          <a:latin typeface="Helvetica Neue"/>
                          <a:ea typeface="Helvetica Neue"/>
                          <a:cs typeface="Helvetica Neue"/>
                        </a:rPr>
                        <a:t>Контроль риска</a:t>
                      </a:r>
                    </a:p>
                  </a:txBody>
                  <a:tcPr marL="171450" marR="152400" marT="38100" marB="38100" anchor="ctr">
                    <a:lnL w="6668">
                      <a:solidFill>
                        <a:srgbClr val="DFE5F2"/>
                      </a:solidFill>
                      <a:prstDash val="solid"/>
                    </a:lnL>
                    <a:lnR w="6668">
                      <a:solidFill>
                        <a:srgbClr val="DFE5F2"/>
                      </a:solidFill>
                      <a:prstDash val="solid"/>
                    </a:lnR>
                    <a:lnB w="6668">
                      <a:solidFill>
                        <a:srgbClr val="DFE5F2"/>
                      </a:solidFill>
                      <a:prstDash val="solid"/>
                    </a:lnB>
                    <a:solidFill>
                      <a:srgbClr val="FFFFFF"/>
                    </a:solidFill>
                  </a:tcPr>
                </a:tc>
                <a:tc>
                  <a:txBody>
                    <a:bodyPr/>
                    <a:lstStyle/>
                    <a:p>
                      <a:r>
                        <a:rPr sz="1650">
                          <a:solidFill>
                            <a:srgbClr val="292D42"/>
                          </a:solidFill>
                          <a:latin typeface="Helvetica Neue"/>
                          <a:ea typeface="Helvetica Neue"/>
                          <a:cs typeface="Helvetica Neue"/>
                        </a:rPr>
                        <a:t>Правила и очередь описания</a:t>
                      </a:r>
                    </a:p>
                  </a:txBody>
                  <a:tcPr marL="171450" marR="152400" marT="38100" marB="38100" anchor="ctr">
                    <a:lnR w="6668">
                      <a:solidFill>
                        <a:srgbClr val="DFE5F2"/>
                      </a:solidFill>
                      <a:prstDash val="solid"/>
                    </a:lnR>
                    <a:lnB w="6668">
                      <a:solidFill>
                        <a:srgbClr val="DFE5F2"/>
                      </a:solidFill>
                      <a:prstDash val="solid"/>
                    </a:lnB>
                    <a:solidFill>
                      <a:srgbClr val="FFFFFF"/>
                    </a:solidFill>
                  </a:tcPr>
                </a:tc>
                <a:tc>
                  <a:txBody>
                    <a:bodyPr/>
                    <a:lstStyle/>
                    <a:p>
                      <a:r>
                        <a:rPr sz="1500" b="1">
                          <a:solidFill>
                            <a:srgbClr val="315FD1"/>
                          </a:solidFill>
                          <a:latin typeface="Helvetica Neue"/>
                          <a:ea typeface="Helvetica Neue"/>
                          <a:cs typeface="Helvetica Neue"/>
                        </a:rPr>
                        <a:t>6,0 мс</a:t>
                      </a:r>
                    </a:p>
                    <a:p>
                      <a:r>
                        <a:rPr sz="1500" b="1">
                          <a:solidFill>
                            <a:srgbClr val="315FD1"/>
                          </a:solidFill>
                          <a:latin typeface="Helvetica Neue"/>
                          <a:ea typeface="Helvetica Neue"/>
                          <a:cs typeface="Helvetica Neue"/>
                        </a:rPr>
                        <a:t>операция в базе*</a:t>
                      </a:r>
                    </a:p>
                  </a:txBody>
                  <a:tcPr marL="171450" marR="152400" marT="38100" marB="38100" anchor="ctr">
                    <a:lnR w="6668">
                      <a:solidFill>
                        <a:srgbClr val="DFE5F2"/>
                      </a:solidFill>
                      <a:prstDash val="solid"/>
                    </a:lnR>
                    <a:lnB w="6668">
                      <a:solidFill>
                        <a:srgbClr val="DFE5F2"/>
                      </a:solidFill>
                      <a:prstDash val="solid"/>
                    </a:lnB>
                    <a:solidFill>
                      <a:srgbClr val="FFFFFF"/>
                    </a:solidFill>
                  </a:tcPr>
                </a:tc>
              </a:tr>
              <a:tr h="552450">
                <a:tc>
                  <a:txBody>
                    <a:bodyPr/>
                    <a:lstStyle/>
                    <a:p>
                      <a:r>
                        <a:rPr sz="1650">
                          <a:solidFill>
                            <a:srgbClr val="292D42"/>
                          </a:solidFill>
                          <a:latin typeface="Helvetica Neue"/>
                          <a:ea typeface="Helvetica Neue"/>
                          <a:cs typeface="Helvetica Neue"/>
                        </a:rPr>
                        <a:t>Сводка состояния</a:t>
                      </a:r>
                    </a:p>
                  </a:txBody>
                  <a:tcPr marL="171450" marR="152400" marT="38100" marB="38100" anchor="ctr">
                    <a:lnL w="6668">
                      <a:solidFill>
                        <a:srgbClr val="DFE5F2"/>
                      </a:solidFill>
                      <a:prstDash val="solid"/>
                    </a:lnL>
                    <a:lnR w="6668">
                      <a:solidFill>
                        <a:srgbClr val="DFE5F2"/>
                      </a:solidFill>
                      <a:prstDash val="solid"/>
                    </a:lnR>
                    <a:lnB w="6668">
                      <a:solidFill>
                        <a:srgbClr val="DFE5F2"/>
                      </a:solidFill>
                      <a:prstDash val="solid"/>
                    </a:lnB>
                    <a:solidFill>
                      <a:srgbClr val="FFFFFF"/>
                    </a:solidFill>
                  </a:tcPr>
                </a:tc>
                <a:tc>
                  <a:txBody>
                    <a:bodyPr/>
                    <a:lstStyle/>
                    <a:p>
                      <a:r>
                        <a:rPr sz="1650">
                          <a:solidFill>
                            <a:srgbClr val="292D42"/>
                          </a:solidFill>
                          <a:latin typeface="Helvetica Neue"/>
                          <a:ea typeface="Helvetica Neue"/>
                          <a:cs typeface="Helvetica Neue"/>
                        </a:rPr>
                        <a:t>Материал для разбора перед приёмом</a:t>
                      </a:r>
                    </a:p>
                  </a:txBody>
                  <a:tcPr marL="171450" marR="152400" marT="38100" marB="38100" anchor="ctr">
                    <a:lnR w="6668">
                      <a:solidFill>
                        <a:srgbClr val="DFE5F2"/>
                      </a:solidFill>
                      <a:prstDash val="solid"/>
                    </a:lnR>
                    <a:lnB w="6668">
                      <a:solidFill>
                        <a:srgbClr val="DFE5F2"/>
                      </a:solidFill>
                      <a:prstDash val="solid"/>
                    </a:lnB>
                    <a:solidFill>
                      <a:srgbClr val="FFFFFF"/>
                    </a:solidFill>
                  </a:tcPr>
                </a:tc>
                <a:tc>
                  <a:txBody>
                    <a:bodyPr/>
                    <a:lstStyle/>
                    <a:p>
                      <a:r>
                        <a:rPr sz="1500" b="1">
                          <a:solidFill>
                            <a:srgbClr val="315FD1"/>
                          </a:solidFill>
                          <a:latin typeface="Helvetica Neue"/>
                          <a:ea typeface="Helvetica Neue"/>
                          <a:cs typeface="Helvetica Neue"/>
                        </a:rPr>
                        <a:t>26,4 с</a:t>
                      </a:r>
                    </a:p>
                    <a:p>
                      <a:r>
                        <a:rPr sz="1500" b="1">
                          <a:solidFill>
                            <a:srgbClr val="315FD1"/>
                          </a:solidFill>
                          <a:latin typeface="Helvetica Neue"/>
                          <a:ea typeface="Helvetica Neue"/>
                          <a:cs typeface="Helvetica Neue"/>
                        </a:rPr>
                        <a:t>попытка создания**</a:t>
                      </a:r>
                    </a:p>
                  </a:txBody>
                  <a:tcPr marL="171450" marR="152400" marT="38100" marB="38100" anchor="ctr">
                    <a:lnR w="6668">
                      <a:solidFill>
                        <a:srgbClr val="DFE5F2"/>
                      </a:solidFill>
                      <a:prstDash val="solid"/>
                    </a:lnR>
                    <a:lnB w="6668">
                      <a:solidFill>
                        <a:srgbClr val="DFE5F2"/>
                      </a:solidFill>
                      <a:prstDash val="solid"/>
                    </a:lnB>
                    <a:solidFill>
                      <a:srgbClr val="FFFFFF"/>
                    </a:solidFill>
                  </a:tcPr>
                </a:tc>
              </a:tr>
            </a:tbl>
          </a:graphicData>
        </a:graphic>
      </p:graphicFrame>
      <p:sp>
        <p:nvSpPr>
          <p:cNvPr id="151" name="">
            <a:extLst xmlns:a="http://schemas.openxmlformats.org/drawingml/2006/main">
              <a:ext uri="{FF2B5EF4-FFF2-40B4-BE49-F238E27FC236}">
                <a16:creationId xmlns:a16="http://schemas.microsoft.com/office/drawing/2014/main" id="{761B675E-33AB-46D1-8F6E-0AEB61D65DA5}"/>
              </a:ext>
            </a:extLst>
          </p:cNvPr>
          <p:cNvSpPr>
            <a:spLocks xmlns:a="http://schemas.openxmlformats.org/drawingml/2006/main" noGrp="1"/>
          </p:cNvSpPr>
          <p:nvPr/>
        </p:nvSpPr>
        <p:spPr>
          <a:xfrm xmlns:a="http://schemas.openxmlformats.org/drawingml/2006/main">
            <a:off x="571500" y="5762625"/>
            <a:ext cx="11049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425" b="0">
                <a:solidFill>
                  <a:srgbClr val="ADC5FF"/>
                </a:solidFill>
                <a:latin typeface="Helvetica Neue"/>
                <a:ea typeface="Helvetica Neue"/>
                <a:cs typeface="Helvetica Neue"/>
              </a:defRPr>
            </a:defPPr>
            <a:lvl1pPr algn="l">
              <a:defRPr sz="1425" b="0">
                <a:solidFill>
                  <a:srgbClr val="ADC5FF"/>
                </a:solidFill>
                <a:latin typeface="Helvetica Neue"/>
                <a:ea typeface="Helvetica Neue"/>
                <a:cs typeface="Helvetica Neue"/>
              </a:defRPr>
            </a:lvl1pPr>
            <a:lvl2pPr algn="l">
              <a:defRPr sz="1425" b="0">
                <a:solidFill>
                  <a:srgbClr val="ADC5FF"/>
                </a:solidFill>
                <a:latin typeface="Helvetica Neue"/>
                <a:ea typeface="Helvetica Neue"/>
                <a:cs typeface="Helvetica Neue"/>
              </a:defRPr>
            </a:lvl2pPr>
            <a:lvl3pPr algn="l">
              <a:defRPr sz="1425" b="0">
                <a:solidFill>
                  <a:srgbClr val="ADC5FF"/>
                </a:solidFill>
                <a:latin typeface="Helvetica Neue"/>
                <a:ea typeface="Helvetica Neue"/>
                <a:cs typeface="Helvetica Neue"/>
              </a:defRPr>
            </a:lvl3pPr>
            <a:lvl4pPr algn="l">
              <a:defRPr sz="1425" b="0">
                <a:solidFill>
                  <a:srgbClr val="ADC5FF"/>
                </a:solidFill>
                <a:latin typeface="Helvetica Neue"/>
                <a:ea typeface="Helvetica Neue"/>
                <a:cs typeface="Helvetica Neue"/>
              </a:defRPr>
            </a:lvl4pPr>
            <a:lvl5pPr algn="l">
              <a:defRPr sz="1425" b="0">
                <a:solidFill>
                  <a:srgbClr val="ADC5FF"/>
                </a:solidFill>
                <a:latin typeface="Helvetica Neue"/>
                <a:ea typeface="Helvetica Neue"/>
                <a:cs typeface="Helvetica Neue"/>
              </a:defRPr>
            </a:lvl5pPr>
            <a:lvl6pPr algn="l">
              <a:defRPr sz="1425" b="0">
                <a:solidFill>
                  <a:srgbClr val="ADC5FF"/>
                </a:solidFill>
                <a:latin typeface="Helvetica Neue"/>
                <a:ea typeface="Helvetica Neue"/>
                <a:cs typeface="Helvetica Neue"/>
              </a:defRPr>
            </a:lvl6pPr>
            <a:lvl7pPr algn="l">
              <a:defRPr sz="1425" b="0">
                <a:solidFill>
                  <a:srgbClr val="ADC5FF"/>
                </a:solidFill>
                <a:latin typeface="Helvetica Neue"/>
                <a:ea typeface="Helvetica Neue"/>
                <a:cs typeface="Helvetica Neue"/>
              </a:defRPr>
            </a:lvl7pPr>
            <a:lvl8pPr algn="l">
              <a:defRPr sz="1425" b="0">
                <a:solidFill>
                  <a:srgbClr val="ADC5FF"/>
                </a:solidFill>
                <a:latin typeface="Helvetica Neue"/>
                <a:ea typeface="Helvetica Neue"/>
                <a:cs typeface="Helvetica Neue"/>
              </a:defRPr>
            </a:lvl8pPr>
            <a:lvl9pPr algn="l">
              <a:defRPr sz="1425" b="0">
                <a:solidFill>
                  <a:srgbClr val="ADC5FF"/>
                </a:solidFill>
                <a:latin typeface="Helvetica Neue"/>
                <a:ea typeface="Helvetica Neue"/>
                <a:cs typeface="Helvetica Neue"/>
              </a:defRPr>
            </a:lvl9pPr>
          </a:lstStyle>
          <a:p xmlns:a="http://schemas.openxmlformats.org/drawingml/2006/main">
            <a:pPr algn="l">
              <a:defRPr sz="1425" b="0">
                <a:solidFill>
                  <a:srgbClr val="ADC5FF"/>
                </a:solidFill>
                <a:latin typeface="Helvetica Neue"/>
                <a:ea typeface="Helvetica Neue"/>
                <a:cs typeface="Helvetica Neue"/>
              </a:defRPr>
            </a:pPr>
            <a:r>
              <a:rPr sz="1425" b="0">
                <a:solidFill>
                  <a:srgbClr val="ADC5FF"/>
                </a:solidFill>
                <a:latin typeface="Helvetica Neue"/>
                <a:ea typeface="Helvetica Neue"/>
                <a:cs typeface="Helvetica Neue"/>
              </a:rPr>
              <a:t>Apple M3 Pro, 18 ГБ. По 10 повторов быстрых операций без отрисовки, 3 попытки сводки.</a:t>
            </a:r>
          </a:p>
        </p:txBody>
      </p:sp>
      <p:sp>
        <p:nvSpPr>
          <p:cNvPr id="152" name="">
            <a:extLst xmlns:a="http://schemas.openxmlformats.org/drawingml/2006/main">
              <a:ext uri="{FF2B5EF4-FFF2-40B4-BE49-F238E27FC236}">
                <a16:creationId xmlns:a16="http://schemas.microsoft.com/office/drawing/2014/main" id="{93C27820-15DF-4F40-8530-053FF273A1DF}"/>
              </a:ext>
            </a:extLst>
          </p:cNvPr>
          <p:cNvSpPr>
            <a:spLocks xmlns:a="http://schemas.openxmlformats.org/drawingml/2006/main" noGrp="1"/>
          </p:cNvSpPr>
          <p:nvPr/>
        </p:nvSpPr>
        <p:spPr>
          <a:xfrm xmlns:a="http://schemas.openxmlformats.org/drawingml/2006/main">
            <a:off x="571500" y="6076950"/>
            <a:ext cx="11049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425" b="0">
                <a:solidFill>
                  <a:srgbClr val="ADC5FF"/>
                </a:solidFill>
                <a:latin typeface="Helvetica Neue"/>
                <a:ea typeface="Helvetica Neue"/>
                <a:cs typeface="Helvetica Neue"/>
              </a:defRPr>
            </a:defPPr>
            <a:lvl1pPr algn="l">
              <a:defRPr sz="1425" b="0">
                <a:solidFill>
                  <a:srgbClr val="ADC5FF"/>
                </a:solidFill>
                <a:latin typeface="Helvetica Neue"/>
                <a:ea typeface="Helvetica Neue"/>
                <a:cs typeface="Helvetica Neue"/>
              </a:defRPr>
            </a:lvl1pPr>
            <a:lvl2pPr algn="l">
              <a:defRPr sz="1425" b="0">
                <a:solidFill>
                  <a:srgbClr val="ADC5FF"/>
                </a:solidFill>
                <a:latin typeface="Helvetica Neue"/>
                <a:ea typeface="Helvetica Neue"/>
                <a:cs typeface="Helvetica Neue"/>
              </a:defRPr>
            </a:lvl2pPr>
            <a:lvl3pPr algn="l">
              <a:defRPr sz="1425" b="0">
                <a:solidFill>
                  <a:srgbClr val="ADC5FF"/>
                </a:solidFill>
                <a:latin typeface="Helvetica Neue"/>
                <a:ea typeface="Helvetica Neue"/>
                <a:cs typeface="Helvetica Neue"/>
              </a:defRPr>
            </a:lvl3pPr>
            <a:lvl4pPr algn="l">
              <a:defRPr sz="1425" b="0">
                <a:solidFill>
                  <a:srgbClr val="ADC5FF"/>
                </a:solidFill>
                <a:latin typeface="Helvetica Neue"/>
                <a:ea typeface="Helvetica Neue"/>
                <a:cs typeface="Helvetica Neue"/>
              </a:defRPr>
            </a:lvl4pPr>
            <a:lvl5pPr algn="l">
              <a:defRPr sz="1425" b="0">
                <a:solidFill>
                  <a:srgbClr val="ADC5FF"/>
                </a:solidFill>
                <a:latin typeface="Helvetica Neue"/>
                <a:ea typeface="Helvetica Neue"/>
                <a:cs typeface="Helvetica Neue"/>
              </a:defRPr>
            </a:lvl5pPr>
            <a:lvl6pPr algn="l">
              <a:defRPr sz="1425" b="0">
                <a:solidFill>
                  <a:srgbClr val="ADC5FF"/>
                </a:solidFill>
                <a:latin typeface="Helvetica Neue"/>
                <a:ea typeface="Helvetica Neue"/>
                <a:cs typeface="Helvetica Neue"/>
              </a:defRPr>
            </a:lvl6pPr>
            <a:lvl7pPr algn="l">
              <a:defRPr sz="1425" b="0">
                <a:solidFill>
                  <a:srgbClr val="ADC5FF"/>
                </a:solidFill>
                <a:latin typeface="Helvetica Neue"/>
                <a:ea typeface="Helvetica Neue"/>
                <a:cs typeface="Helvetica Neue"/>
              </a:defRPr>
            </a:lvl7pPr>
            <a:lvl8pPr algn="l">
              <a:defRPr sz="1425" b="0">
                <a:solidFill>
                  <a:srgbClr val="ADC5FF"/>
                </a:solidFill>
                <a:latin typeface="Helvetica Neue"/>
                <a:ea typeface="Helvetica Neue"/>
                <a:cs typeface="Helvetica Neue"/>
              </a:defRPr>
            </a:lvl8pPr>
            <a:lvl9pPr algn="l">
              <a:defRPr sz="1425" b="0">
                <a:solidFill>
                  <a:srgbClr val="ADC5FF"/>
                </a:solidFill>
                <a:latin typeface="Helvetica Neue"/>
                <a:ea typeface="Helvetica Neue"/>
                <a:cs typeface="Helvetica Neue"/>
              </a:defRPr>
            </a:lvl9pPr>
          </a:lstStyle>
          <a:p xmlns:a="http://schemas.openxmlformats.org/drawingml/2006/main">
            <a:pPr algn="l">
              <a:defRPr sz="1425" b="0">
                <a:solidFill>
                  <a:srgbClr val="ADC5FF"/>
                </a:solidFill>
                <a:latin typeface="Helvetica Neue"/>
                <a:ea typeface="Helvetica Neue"/>
                <a:cs typeface="Helvetica Neue"/>
              </a:defRPr>
            </a:pPr>
            <a:r>
              <a:rPr sz="1425" b="0">
                <a:solidFill>
                  <a:srgbClr val="ADC5FF"/>
                </a:solidFill>
                <a:latin typeface="Helvetica Neue"/>
                <a:ea typeface="Helvetica Neue"/>
                <a:cs typeface="Helvetica Neue"/>
              </a:rPr>
              <a:t>* Без окончательной фиксации в базе. ** Без очереди и наполненной базы источников.</a:t>
            </a:r>
          </a:p>
        </p:txBody>
      </p:sp>
      <p:sp>
        <p:nvSpPr>
          <p:cNvPr id="153" name="">
            <a:extLst xmlns:a="http://schemas.openxmlformats.org/drawingml/2006/main">
              <a:ext uri="{FF2B5EF4-FFF2-40B4-BE49-F238E27FC236}">
                <a16:creationId xmlns:a16="http://schemas.microsoft.com/office/drawing/2014/main" id="{BAC71AF7-5633-48AB-A17E-4157A35F13F0}"/>
              </a:ext>
            </a:extLst>
          </p:cNvPr>
          <p:cNvSpPr>
            <a:spLocks xmlns:a="http://schemas.openxmlformats.org/drawingml/2006/main" noGrp="1"/>
          </p:cNvSpPr>
          <p:nvPr/>
        </p:nvSpPr>
        <p:spPr>
          <a:xfrm xmlns:a="http://schemas.openxmlformats.org/drawingml/2006/main">
            <a:off x="571500" y="6391275"/>
            <a:ext cx="11049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425" b="0">
                <a:solidFill>
                  <a:srgbClr val="ADC5FF"/>
                </a:solidFill>
                <a:latin typeface="Helvetica Neue"/>
                <a:ea typeface="Helvetica Neue"/>
                <a:cs typeface="Helvetica Neue"/>
              </a:defRPr>
            </a:defPPr>
            <a:lvl1pPr algn="l">
              <a:defRPr sz="1425" b="0">
                <a:solidFill>
                  <a:srgbClr val="ADC5FF"/>
                </a:solidFill>
                <a:latin typeface="Helvetica Neue"/>
                <a:ea typeface="Helvetica Neue"/>
                <a:cs typeface="Helvetica Neue"/>
              </a:defRPr>
            </a:lvl1pPr>
            <a:lvl2pPr algn="l">
              <a:defRPr sz="1425" b="0">
                <a:solidFill>
                  <a:srgbClr val="ADC5FF"/>
                </a:solidFill>
                <a:latin typeface="Helvetica Neue"/>
                <a:ea typeface="Helvetica Neue"/>
                <a:cs typeface="Helvetica Neue"/>
              </a:defRPr>
            </a:lvl2pPr>
            <a:lvl3pPr algn="l">
              <a:defRPr sz="1425" b="0">
                <a:solidFill>
                  <a:srgbClr val="ADC5FF"/>
                </a:solidFill>
                <a:latin typeface="Helvetica Neue"/>
                <a:ea typeface="Helvetica Neue"/>
                <a:cs typeface="Helvetica Neue"/>
              </a:defRPr>
            </a:lvl3pPr>
            <a:lvl4pPr algn="l">
              <a:defRPr sz="1425" b="0">
                <a:solidFill>
                  <a:srgbClr val="ADC5FF"/>
                </a:solidFill>
                <a:latin typeface="Helvetica Neue"/>
                <a:ea typeface="Helvetica Neue"/>
                <a:cs typeface="Helvetica Neue"/>
              </a:defRPr>
            </a:lvl4pPr>
            <a:lvl5pPr algn="l">
              <a:defRPr sz="1425" b="0">
                <a:solidFill>
                  <a:srgbClr val="ADC5FF"/>
                </a:solidFill>
                <a:latin typeface="Helvetica Neue"/>
                <a:ea typeface="Helvetica Neue"/>
                <a:cs typeface="Helvetica Neue"/>
              </a:defRPr>
            </a:lvl5pPr>
            <a:lvl6pPr algn="l">
              <a:defRPr sz="1425" b="0">
                <a:solidFill>
                  <a:srgbClr val="ADC5FF"/>
                </a:solidFill>
                <a:latin typeface="Helvetica Neue"/>
                <a:ea typeface="Helvetica Neue"/>
                <a:cs typeface="Helvetica Neue"/>
              </a:defRPr>
            </a:lvl6pPr>
            <a:lvl7pPr algn="l">
              <a:defRPr sz="1425" b="0">
                <a:solidFill>
                  <a:srgbClr val="ADC5FF"/>
                </a:solidFill>
                <a:latin typeface="Helvetica Neue"/>
                <a:ea typeface="Helvetica Neue"/>
                <a:cs typeface="Helvetica Neue"/>
              </a:defRPr>
            </a:lvl7pPr>
            <a:lvl8pPr algn="l">
              <a:defRPr sz="1425" b="0">
                <a:solidFill>
                  <a:srgbClr val="ADC5FF"/>
                </a:solidFill>
                <a:latin typeface="Helvetica Neue"/>
                <a:ea typeface="Helvetica Neue"/>
                <a:cs typeface="Helvetica Neue"/>
              </a:defRPr>
            </a:lvl8pPr>
            <a:lvl9pPr algn="l">
              <a:defRPr sz="1425" b="0">
                <a:solidFill>
                  <a:srgbClr val="ADC5FF"/>
                </a:solidFill>
                <a:latin typeface="Helvetica Neue"/>
                <a:ea typeface="Helvetica Neue"/>
                <a:cs typeface="Helvetica Neue"/>
              </a:defRPr>
            </a:lvl9pPr>
          </a:lstStyle>
          <a:p xmlns:a="http://schemas.openxmlformats.org/drawingml/2006/main">
            <a:pPr algn="l">
              <a:defRPr sz="1425" b="0">
                <a:solidFill>
                  <a:srgbClr val="ADC5FF"/>
                </a:solidFill>
                <a:latin typeface="Helvetica Neue"/>
                <a:ea typeface="Helvetica Neue"/>
                <a:cs typeface="Helvetica Neue"/>
              </a:defRPr>
            </a:pPr>
            <a:r>
              <a:rPr sz="1425" b="0">
                <a:solidFill>
                  <a:srgbClr val="ADC5FF"/>
                </a:solidFill>
                <a:latin typeface="Helvetica Neue"/>
                <a:ea typeface="Helvetica Neue"/>
                <a:cs typeface="Helvetica Neue"/>
              </a:rPr>
              <a:t>Автоматические проверки содержания прошли 2 из 3 описаний. Врачебная оценка ещё впереди.</a:t>
            </a:r>
          </a:p>
        </p:txBody>
      </p:sp>
    </p:spTree>
    <p:extLst>
      <p:ext uri="{BB962C8B-B14F-4D97-AF65-F5344CB8AC3E}">
        <p14:creationId xmlns:p14="http://schemas.microsoft.com/office/powerpoint/2010/main" val="1891733320"/>
      </p:ext>
    </p:extLst>
  </p:cSld>
</p:sld>
</file>

<file path=ppt/slides/slide12.xml><?xml version="1.0" encoding="utf-8"?>
<p:sld xmlns:p="http://schemas.openxmlformats.org/presentationml/2006/main">
  <p:cSld>
    <p:bg>
      <p:bgPr>
        <a:solidFill xmlns:a="http://schemas.openxmlformats.org/drawingml/2006/main">
          <a:srgbClr val="191D2D"/>
        </a:solidFill>
      </p:bgPr>
    </p:bg>
    <p:spTree>
      <p:nvGrpSpPr>
        <p:cNvPr id="1" name=""/>
        <p:cNvGrpSpPr/>
        <p:nvPr/>
      </p:nvGrpSpPr>
      <p:grpSpPr>
        <a:xfrm xmlns:a="http://schemas.openxmlformats.org/drawingml/2006/main"/>
      </p:grpSpPr>
      <p:sp>
        <p:nvSpPr>
          <p:cNvPr id="143" name="Google Shape;143;p18">
            <a:extLst xmlns:a="http://schemas.openxmlformats.org/drawingml/2006/main">
              <a:ext uri="{FF2B5EF4-FFF2-40B4-BE49-F238E27FC236}">
                <a16:creationId xmlns:a16="http://schemas.microsoft.com/office/drawing/2014/main" id="{81267CD1-701A-4160-AEAD-A55CE64AFFB5}"/>
              </a:ext>
            </a:extLst>
          </p:cNvPr>
          <p:cNvSpPr>
            <a:spLocks xmlns:a="http://schemas.openxmlformats.org/drawingml/2006/main" noGrp="1"/>
          </p:cNvSpPr>
          <p:nvPr/>
        </p:nvSpPr>
        <p:spPr>
          <a:xfrm xmlns:a="http://schemas.openxmlformats.org/drawingml/2006/main">
            <a:off x="381000" y="247650"/>
            <a:ext cx="11430000" cy="628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4" name="Google Shape;144;p18">
            <a:extLst xmlns:a="http://schemas.openxmlformats.org/drawingml/2006/main">
              <a:ext uri="{FF2B5EF4-FFF2-40B4-BE49-F238E27FC236}">
                <a16:creationId xmlns:a16="http://schemas.microsoft.com/office/drawing/2014/main" id="{EEEF3DA3-5EC7-4CA4-B76C-9881DF439B3B}"/>
              </a:ext>
            </a:extLst>
          </p:cNvPr>
          <p:cNvSpPr>
            <a:spLocks xmlns:a="http://schemas.openxmlformats.org/drawingml/2006/main" noGrp="1"/>
          </p:cNvSpPr>
          <p:nvPr/>
        </p:nvSpPr>
        <p:spPr>
          <a:xfrm xmlns:a="http://schemas.openxmlformats.org/drawingml/2006/main">
            <a:off x="1066800" y="371400"/>
            <a:ext cx="7961400" cy="3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450" b="1">
                <a:solidFill>
                  <a:srgbClr val="292D42"/>
                </a:solidFill>
                <a:latin typeface="Helvetica Neue"/>
                <a:ea typeface="Helvetica Neue"/>
                <a:cs typeface="Helvetica Neue"/>
              </a:rPr>
              <a:t>Предложения</a:t>
            </a:r>
            <a:endParaRPr sz="1900"/>
          </a:p>
        </p:txBody>
      </p:sp>
      <p:pic>
        <p:nvPicPr>
          <p:cNvPr id="146" name="Google Shape;146;p18">
            <a:extLst xmlns:a="http://schemas.openxmlformats.org/drawingml/2006/main">
              <a:ext uri="{FF2B5EF4-FFF2-40B4-BE49-F238E27FC236}">
                <a16:creationId xmlns:a16="http://schemas.microsoft.com/office/drawing/2014/main" id="{BC8CCBD1-9C34-45A5-8726-F2AEA97D6635}"/>
              </a:ext>
            </a:extLst>
          </p:cNvPr>
          <p:cNvPicPr>
            <a:picLocks xmlns:a="http://schemas.openxmlformats.org/drawingml/2006/main" noChangeAspect="1"/>
          </p:cNvPicPr>
          <p:nvPr/>
        </p:nvPicPr>
        <p:blipFill>
          <a:blip xmlns:r="http://schemas.openxmlformats.org/officeDocument/2006/relationships" xmlns:a="http://schemas.openxmlformats.org/drawingml/2006/main" r:embed="R5be8daee49c74e70">
            <a:alphaModFix/>
          </a:blip>
          <a:stretch xmlns:a="http://schemas.openxmlformats.org/drawingml/2006/main">
            <a:fillRect l="0" t="0" r="0" b="0"/>
          </a:stretch>
        </p:blipFill>
        <p:spPr>
          <a:xfrm xmlns:a="http://schemas.openxmlformats.org/drawingml/2006/main">
            <a:off x="523875" y="352425"/>
            <a:ext cx="419100" cy="419100"/>
          </a:xfrm>
          <a:prstGeom xmlns:a="http://schemas.openxmlformats.org/drawingml/2006/main" prst="rect">
            <a:avLst/>
          </a:prstGeom>
          <a:ln xmlns:a="http://schemas.openxmlformats.org/drawingml/2006/main">
            <a:noFill/>
          </a:ln>
        </p:spPr>
      </p:pic>
      <p:sp>
        <p:nvSpPr>
          <p:cNvPr id="147" name="Google Shape;147;p18">
            <a:extLst xmlns:a="http://schemas.openxmlformats.org/drawingml/2006/main">
              <a:ext uri="{FF2B5EF4-FFF2-40B4-BE49-F238E27FC236}">
                <a16:creationId xmlns:a16="http://schemas.microsoft.com/office/drawing/2014/main" id="{94E1027B-53FA-425F-91AB-CFE38EF71571}"/>
              </a:ext>
            </a:extLst>
          </p:cNvPr>
          <p:cNvSpPr>
            <a:spLocks xmlns:a="http://schemas.openxmlformats.org/drawingml/2006/main" noGrp="1"/>
          </p:cNvSpPr>
          <p:nvPr/>
        </p:nvSpPr>
        <p:spPr>
          <a:xfrm xmlns:a="http://schemas.openxmlformats.org/drawingml/2006/main">
            <a:off x="11087100" y="371380"/>
            <a:ext cx="571500" cy="36214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lgn="ctr">
              <a:defRPr sz="2450" b="1">
                <a:solidFill>
                  <a:srgbClr val="292D42"/>
                </a:solidFill>
                <a:latin typeface="Helvetica Neue"/>
                <a:ea typeface="Helvetica Neue"/>
                <a:cs typeface="Helvetica Neue"/>
              </a:defRPr>
            </a:defPPr>
            <a:lvl1pPr algn="ctr">
              <a:defRPr sz="2450" b="1">
                <a:solidFill>
                  <a:srgbClr val="292D42"/>
                </a:solidFill>
                <a:latin typeface="Helvetica Neue"/>
                <a:ea typeface="Helvetica Neue"/>
                <a:cs typeface="Helvetica Neue"/>
              </a:defRPr>
            </a:lvl1pPr>
            <a:lvl2pPr algn="ctr">
              <a:defRPr sz="2450" b="1">
                <a:solidFill>
                  <a:srgbClr val="292D42"/>
                </a:solidFill>
                <a:latin typeface="Helvetica Neue"/>
                <a:ea typeface="Helvetica Neue"/>
                <a:cs typeface="Helvetica Neue"/>
              </a:defRPr>
            </a:lvl2pPr>
            <a:lvl3pPr algn="ctr">
              <a:defRPr sz="2450" b="1">
                <a:solidFill>
                  <a:srgbClr val="292D42"/>
                </a:solidFill>
                <a:latin typeface="Helvetica Neue"/>
                <a:ea typeface="Helvetica Neue"/>
                <a:cs typeface="Helvetica Neue"/>
              </a:defRPr>
            </a:lvl3pPr>
            <a:lvl4pPr algn="ctr">
              <a:defRPr sz="2450" b="1">
                <a:solidFill>
                  <a:srgbClr val="292D42"/>
                </a:solidFill>
                <a:latin typeface="Helvetica Neue"/>
                <a:ea typeface="Helvetica Neue"/>
                <a:cs typeface="Helvetica Neue"/>
              </a:defRPr>
            </a:lvl4pPr>
            <a:lvl5pPr algn="ctr">
              <a:defRPr sz="2450" b="1">
                <a:solidFill>
                  <a:srgbClr val="292D42"/>
                </a:solidFill>
                <a:latin typeface="Helvetica Neue"/>
                <a:ea typeface="Helvetica Neue"/>
                <a:cs typeface="Helvetica Neue"/>
              </a:defRPr>
            </a:lvl5pPr>
            <a:lvl6pPr algn="ctr">
              <a:defRPr sz="2450" b="1">
                <a:solidFill>
                  <a:srgbClr val="292D42"/>
                </a:solidFill>
                <a:latin typeface="Helvetica Neue"/>
                <a:ea typeface="Helvetica Neue"/>
                <a:cs typeface="Helvetica Neue"/>
              </a:defRPr>
            </a:lvl6pPr>
            <a:lvl7pPr algn="ctr">
              <a:defRPr sz="2450" b="1">
                <a:solidFill>
                  <a:srgbClr val="292D42"/>
                </a:solidFill>
                <a:latin typeface="Helvetica Neue"/>
                <a:ea typeface="Helvetica Neue"/>
                <a:cs typeface="Helvetica Neue"/>
              </a:defRPr>
            </a:lvl7pPr>
            <a:lvl8pPr algn="ctr">
              <a:defRPr sz="2450" b="1">
                <a:solidFill>
                  <a:srgbClr val="292D42"/>
                </a:solidFill>
                <a:latin typeface="Helvetica Neue"/>
                <a:ea typeface="Helvetica Neue"/>
                <a:cs typeface="Helvetica Neue"/>
              </a:defRPr>
            </a:lvl8pPr>
            <a:lvl9pPr algn="ctr">
              <a:defRPr sz="2450" b="1">
                <a:solidFill>
                  <a:srgbClr val="292D42"/>
                </a:solidFill>
                <a:latin typeface="Helvetica Neue"/>
                <a:ea typeface="Helvetica Neue"/>
                <a:cs typeface="Helvetica Neue"/>
              </a:defRPr>
            </a:lvl9pPr>
          </a:lstStyle>
          <a:p xmlns:a="http://schemas.openxmlformats.org/drawingml/2006/main">
            <a:pPr marL="0" marR="0" lvl="0" indent="0" algn="ctr">
              <a:spcBef>
                <a:spcPts val="0"/>
              </a:spcBef>
              <a:spcAft>
                <a:spcPts val="0"/>
              </a:spcAft>
              <a:buNone/>
              <a:defRPr sz="2450" b="1">
                <a:solidFill>
                  <a:srgbClr val="292D42"/>
                </a:solidFill>
                <a:latin typeface="Helvetica Neue"/>
                <a:ea typeface="Helvetica Neue"/>
                <a:cs typeface="Helvetica Neue"/>
              </a:defRPr>
            </a:pPr>
            <a:r>
              <a:rPr sz="2450" b="1">
                <a:solidFill>
                  <a:srgbClr val="292D42"/>
                </a:solidFill>
                <a:latin typeface="Helvetica Neue"/>
                <a:ea typeface="Helvetica Neue"/>
                <a:cs typeface="Helvetica Neue"/>
              </a:rPr>
              <a:t>12</a:t>
            </a:r>
            <a:endParaRPr sz="1900"/>
          </a:p>
        </p:txBody>
      </p:sp>
      <p:sp>
        <p:nvSpPr>
          <p:cNvPr id="148" name="">
            <a:extLst xmlns:a="http://schemas.openxmlformats.org/drawingml/2006/main">
              <a:ext uri="{FF2B5EF4-FFF2-40B4-BE49-F238E27FC236}">
                <a16:creationId xmlns:a16="http://schemas.microsoft.com/office/drawing/2014/main" id="{D2F9AA1B-A5DD-434B-8A3D-648BF014C94C}"/>
              </a:ext>
            </a:extLst>
          </p:cNvPr>
          <p:cNvSpPr>
            <a:spLocks xmlns:a="http://schemas.openxmlformats.org/drawingml/2006/main" noGrp="1"/>
          </p:cNvSpPr>
          <p:nvPr/>
        </p:nvSpPr>
        <p:spPr>
          <a:xfrm xmlns:a="http://schemas.openxmlformats.org/drawingml/2006/main">
            <a:off x="533400" y="1238250"/>
            <a:ext cx="111252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3675" b="0">
                <a:solidFill>
                  <a:srgbClr val="FFFFFF"/>
                </a:solidFill>
                <a:latin typeface="Helvetica Neue"/>
                <a:ea typeface="Helvetica Neue"/>
                <a:cs typeface="Helvetica Neue"/>
              </a:defRPr>
            </a:defPPr>
            <a:lvl1pPr algn="l">
              <a:defRPr sz="3675" b="0">
                <a:solidFill>
                  <a:srgbClr val="FFFFFF"/>
                </a:solidFill>
                <a:latin typeface="Helvetica Neue"/>
                <a:ea typeface="Helvetica Neue"/>
                <a:cs typeface="Helvetica Neue"/>
              </a:defRPr>
            </a:lvl1pPr>
            <a:lvl2pPr algn="l">
              <a:defRPr sz="3675" b="0">
                <a:solidFill>
                  <a:srgbClr val="FFFFFF"/>
                </a:solidFill>
                <a:latin typeface="Helvetica Neue"/>
                <a:ea typeface="Helvetica Neue"/>
                <a:cs typeface="Helvetica Neue"/>
              </a:defRPr>
            </a:lvl2pPr>
            <a:lvl3pPr algn="l">
              <a:defRPr sz="3675" b="0">
                <a:solidFill>
                  <a:srgbClr val="FFFFFF"/>
                </a:solidFill>
                <a:latin typeface="Helvetica Neue"/>
                <a:ea typeface="Helvetica Neue"/>
                <a:cs typeface="Helvetica Neue"/>
              </a:defRPr>
            </a:lvl3pPr>
            <a:lvl4pPr algn="l">
              <a:defRPr sz="3675" b="0">
                <a:solidFill>
                  <a:srgbClr val="FFFFFF"/>
                </a:solidFill>
                <a:latin typeface="Helvetica Neue"/>
                <a:ea typeface="Helvetica Neue"/>
                <a:cs typeface="Helvetica Neue"/>
              </a:defRPr>
            </a:lvl4pPr>
            <a:lvl5pPr algn="l">
              <a:defRPr sz="3675" b="0">
                <a:solidFill>
                  <a:srgbClr val="FFFFFF"/>
                </a:solidFill>
                <a:latin typeface="Helvetica Neue"/>
                <a:ea typeface="Helvetica Neue"/>
                <a:cs typeface="Helvetica Neue"/>
              </a:defRPr>
            </a:lvl5pPr>
            <a:lvl6pPr algn="l">
              <a:defRPr sz="3675" b="0">
                <a:solidFill>
                  <a:srgbClr val="FFFFFF"/>
                </a:solidFill>
                <a:latin typeface="Helvetica Neue"/>
                <a:ea typeface="Helvetica Neue"/>
                <a:cs typeface="Helvetica Neue"/>
              </a:defRPr>
            </a:lvl6pPr>
            <a:lvl7pPr algn="l">
              <a:defRPr sz="3675" b="0">
                <a:solidFill>
                  <a:srgbClr val="FFFFFF"/>
                </a:solidFill>
                <a:latin typeface="Helvetica Neue"/>
                <a:ea typeface="Helvetica Neue"/>
                <a:cs typeface="Helvetica Neue"/>
              </a:defRPr>
            </a:lvl7pPr>
            <a:lvl8pPr algn="l">
              <a:defRPr sz="3675" b="0">
                <a:solidFill>
                  <a:srgbClr val="FFFFFF"/>
                </a:solidFill>
                <a:latin typeface="Helvetica Neue"/>
                <a:ea typeface="Helvetica Neue"/>
                <a:cs typeface="Helvetica Neue"/>
              </a:defRPr>
            </a:lvl8pPr>
            <a:lvl9pPr algn="l">
              <a:defRPr sz="3675" b="0">
                <a:solidFill>
                  <a:srgbClr val="FFFFFF"/>
                </a:solidFill>
                <a:latin typeface="Helvetica Neue"/>
                <a:ea typeface="Helvetica Neue"/>
                <a:cs typeface="Helvetica Neue"/>
              </a:defRPr>
            </a:lvl9pPr>
          </a:lstStyle>
          <a:p xmlns:a="http://schemas.openxmlformats.org/drawingml/2006/main">
            <a:pPr algn="l">
              <a:defRPr sz="3675" b="0">
                <a:solidFill>
                  <a:srgbClr val="FFFFFF"/>
                </a:solidFill>
                <a:latin typeface="Helvetica Neue"/>
                <a:ea typeface="Helvetica Neue"/>
                <a:cs typeface="Helvetica Neue"/>
              </a:defRPr>
            </a:pPr>
            <a:r>
              <a:rPr sz="3675" b="0">
                <a:solidFill>
                  <a:srgbClr val="FFFFFF"/>
                </a:solidFill>
                <a:latin typeface="Helvetica Neue"/>
                <a:ea typeface="Helvetica Neue"/>
                <a:cs typeface="Helvetica Neue"/>
              </a:rPr>
              <a:t>Следующий этап: оценка с врачами</a:t>
            </a:r>
          </a:p>
        </p:txBody>
      </p:sp>
      <p:sp>
        <p:nvSpPr>
          <p:cNvPr id="149" name="">
            <a:extLst xmlns:a="http://schemas.openxmlformats.org/drawingml/2006/main">
              <a:ext uri="{FF2B5EF4-FFF2-40B4-BE49-F238E27FC236}">
                <a16:creationId xmlns:a16="http://schemas.microsoft.com/office/drawing/2014/main" id="{DA69B180-801E-4B28-AAD8-B90CCE8765CC}"/>
              </a:ext>
            </a:extLst>
          </p:cNvPr>
          <p:cNvSpPr>
            <a:spLocks xmlns:a="http://schemas.openxmlformats.org/drawingml/2006/main" noGrp="1"/>
          </p:cNvSpPr>
          <p:nvPr/>
        </p:nvSpPr>
        <p:spPr>
          <a:xfrm xmlns:a="http://schemas.openxmlformats.org/drawingml/2006/main">
            <a:off x="533400" y="2505075"/>
            <a:ext cx="5238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475" b="1">
                <a:solidFill>
                  <a:srgbClr val="ADC5FF"/>
                </a:solidFill>
                <a:latin typeface="Helvetica Neue"/>
                <a:ea typeface="Helvetica Neue"/>
                <a:cs typeface="Helvetica Neue"/>
              </a:defRPr>
            </a:defPPr>
            <a:lvl1pPr algn="l">
              <a:defRPr sz="2475" b="1">
                <a:solidFill>
                  <a:srgbClr val="ADC5FF"/>
                </a:solidFill>
                <a:latin typeface="Helvetica Neue"/>
                <a:ea typeface="Helvetica Neue"/>
                <a:cs typeface="Helvetica Neue"/>
              </a:defRPr>
            </a:lvl1pPr>
            <a:lvl2pPr algn="l">
              <a:defRPr sz="2475" b="1">
                <a:solidFill>
                  <a:srgbClr val="ADC5FF"/>
                </a:solidFill>
                <a:latin typeface="Helvetica Neue"/>
                <a:ea typeface="Helvetica Neue"/>
                <a:cs typeface="Helvetica Neue"/>
              </a:defRPr>
            </a:lvl2pPr>
            <a:lvl3pPr algn="l">
              <a:defRPr sz="2475" b="1">
                <a:solidFill>
                  <a:srgbClr val="ADC5FF"/>
                </a:solidFill>
                <a:latin typeface="Helvetica Neue"/>
                <a:ea typeface="Helvetica Neue"/>
                <a:cs typeface="Helvetica Neue"/>
              </a:defRPr>
            </a:lvl3pPr>
            <a:lvl4pPr algn="l">
              <a:defRPr sz="2475" b="1">
                <a:solidFill>
                  <a:srgbClr val="ADC5FF"/>
                </a:solidFill>
                <a:latin typeface="Helvetica Neue"/>
                <a:ea typeface="Helvetica Neue"/>
                <a:cs typeface="Helvetica Neue"/>
              </a:defRPr>
            </a:lvl4pPr>
            <a:lvl5pPr algn="l">
              <a:defRPr sz="2475" b="1">
                <a:solidFill>
                  <a:srgbClr val="ADC5FF"/>
                </a:solidFill>
                <a:latin typeface="Helvetica Neue"/>
                <a:ea typeface="Helvetica Neue"/>
                <a:cs typeface="Helvetica Neue"/>
              </a:defRPr>
            </a:lvl5pPr>
            <a:lvl6pPr algn="l">
              <a:defRPr sz="2475" b="1">
                <a:solidFill>
                  <a:srgbClr val="ADC5FF"/>
                </a:solidFill>
                <a:latin typeface="Helvetica Neue"/>
                <a:ea typeface="Helvetica Neue"/>
                <a:cs typeface="Helvetica Neue"/>
              </a:defRPr>
            </a:lvl6pPr>
            <a:lvl7pPr algn="l">
              <a:defRPr sz="2475" b="1">
                <a:solidFill>
                  <a:srgbClr val="ADC5FF"/>
                </a:solidFill>
                <a:latin typeface="Helvetica Neue"/>
                <a:ea typeface="Helvetica Neue"/>
                <a:cs typeface="Helvetica Neue"/>
              </a:defRPr>
            </a:lvl7pPr>
            <a:lvl8pPr algn="l">
              <a:defRPr sz="2475" b="1">
                <a:solidFill>
                  <a:srgbClr val="ADC5FF"/>
                </a:solidFill>
                <a:latin typeface="Helvetica Neue"/>
                <a:ea typeface="Helvetica Neue"/>
                <a:cs typeface="Helvetica Neue"/>
              </a:defRPr>
            </a:lvl8pPr>
            <a:lvl9pPr algn="l">
              <a:defRPr sz="2475" b="1">
                <a:solidFill>
                  <a:srgbClr val="ADC5FF"/>
                </a:solidFill>
                <a:latin typeface="Helvetica Neue"/>
                <a:ea typeface="Helvetica Neue"/>
                <a:cs typeface="Helvetica Neue"/>
              </a:defRPr>
            </a:lvl9pPr>
          </a:lstStyle>
          <a:p xmlns:a="http://schemas.openxmlformats.org/drawingml/2006/main">
            <a:pPr algn="l">
              <a:defRPr sz="2475" b="1">
                <a:solidFill>
                  <a:srgbClr val="ADC5FF"/>
                </a:solidFill>
                <a:latin typeface="Helvetica Neue"/>
                <a:ea typeface="Helvetica Neue"/>
                <a:cs typeface="Helvetica Neue"/>
              </a:defRPr>
            </a:pPr>
            <a:r>
              <a:rPr sz="2475" b="1">
                <a:solidFill>
                  <a:srgbClr val="ADC5FF"/>
                </a:solidFill>
                <a:latin typeface="Helvetica Neue"/>
                <a:ea typeface="Helvetica Neue"/>
                <a:cs typeface="Helvetica Neue"/>
              </a:rPr>
              <a:t>Качество описаний</a:t>
            </a:r>
          </a:p>
        </p:txBody>
      </p:sp>
      <p:sp>
        <p:nvSpPr>
          <p:cNvPr id="150" name="">
            <a:extLst xmlns:a="http://schemas.openxmlformats.org/drawingml/2006/main">
              <a:ext uri="{FF2B5EF4-FFF2-40B4-BE49-F238E27FC236}">
                <a16:creationId xmlns:a16="http://schemas.microsoft.com/office/drawing/2014/main" id="{1BB8BE22-83AB-4B04-B19A-278955C36791}"/>
              </a:ext>
            </a:extLst>
          </p:cNvPr>
          <p:cNvSpPr>
            <a:spLocks xmlns:a="http://schemas.openxmlformats.org/drawingml/2006/main" noGrp="1"/>
          </p:cNvSpPr>
          <p:nvPr/>
        </p:nvSpPr>
        <p:spPr>
          <a:xfrm xmlns:a="http://schemas.openxmlformats.org/drawingml/2006/main">
            <a:off x="533400" y="3209925"/>
            <a:ext cx="523875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250" b="0">
                <a:solidFill>
                  <a:srgbClr val="FFFFFF"/>
                </a:solidFill>
                <a:latin typeface="Helvetica Neue"/>
                <a:ea typeface="Helvetica Neue"/>
                <a:cs typeface="Helvetica Neue"/>
              </a:defRPr>
            </a:defPPr>
            <a:lvl1pPr algn="l">
              <a:defRPr sz="2250" b="0">
                <a:solidFill>
                  <a:srgbClr val="FFFFFF"/>
                </a:solidFill>
                <a:latin typeface="Helvetica Neue"/>
                <a:ea typeface="Helvetica Neue"/>
                <a:cs typeface="Helvetica Neue"/>
              </a:defRPr>
            </a:lvl1pPr>
            <a:lvl2pPr algn="l">
              <a:defRPr sz="2250" b="0">
                <a:solidFill>
                  <a:srgbClr val="FFFFFF"/>
                </a:solidFill>
                <a:latin typeface="Helvetica Neue"/>
                <a:ea typeface="Helvetica Neue"/>
                <a:cs typeface="Helvetica Neue"/>
              </a:defRPr>
            </a:lvl2pPr>
            <a:lvl3pPr algn="l">
              <a:defRPr sz="2250" b="0">
                <a:solidFill>
                  <a:srgbClr val="FFFFFF"/>
                </a:solidFill>
                <a:latin typeface="Helvetica Neue"/>
                <a:ea typeface="Helvetica Neue"/>
                <a:cs typeface="Helvetica Neue"/>
              </a:defRPr>
            </a:lvl3pPr>
            <a:lvl4pPr algn="l">
              <a:defRPr sz="2250" b="0">
                <a:solidFill>
                  <a:srgbClr val="FFFFFF"/>
                </a:solidFill>
                <a:latin typeface="Helvetica Neue"/>
                <a:ea typeface="Helvetica Neue"/>
                <a:cs typeface="Helvetica Neue"/>
              </a:defRPr>
            </a:lvl4pPr>
            <a:lvl5pPr algn="l">
              <a:defRPr sz="2250" b="0">
                <a:solidFill>
                  <a:srgbClr val="FFFFFF"/>
                </a:solidFill>
                <a:latin typeface="Helvetica Neue"/>
                <a:ea typeface="Helvetica Neue"/>
                <a:cs typeface="Helvetica Neue"/>
              </a:defRPr>
            </a:lvl5pPr>
            <a:lvl6pPr algn="l">
              <a:defRPr sz="2250" b="0">
                <a:solidFill>
                  <a:srgbClr val="FFFFFF"/>
                </a:solidFill>
                <a:latin typeface="Helvetica Neue"/>
                <a:ea typeface="Helvetica Neue"/>
                <a:cs typeface="Helvetica Neue"/>
              </a:defRPr>
            </a:lvl6pPr>
            <a:lvl7pPr algn="l">
              <a:defRPr sz="2250" b="0">
                <a:solidFill>
                  <a:srgbClr val="FFFFFF"/>
                </a:solidFill>
                <a:latin typeface="Helvetica Neue"/>
                <a:ea typeface="Helvetica Neue"/>
                <a:cs typeface="Helvetica Neue"/>
              </a:defRPr>
            </a:lvl7pPr>
            <a:lvl8pPr algn="l">
              <a:defRPr sz="2250" b="0">
                <a:solidFill>
                  <a:srgbClr val="FFFFFF"/>
                </a:solidFill>
                <a:latin typeface="Helvetica Neue"/>
                <a:ea typeface="Helvetica Neue"/>
                <a:cs typeface="Helvetica Neue"/>
              </a:defRPr>
            </a:lvl8pPr>
            <a:lvl9pPr algn="l">
              <a:defRPr sz="2250" b="0">
                <a:solidFill>
                  <a:srgbClr val="FFFFFF"/>
                </a:solidFill>
                <a:latin typeface="Helvetica Neue"/>
                <a:ea typeface="Helvetica Neue"/>
                <a:cs typeface="Helvetica Neue"/>
              </a:defRPr>
            </a:lvl9pPr>
          </a:lstStyle>
          <a:p xmlns:a="http://schemas.openxmlformats.org/drawingml/2006/main">
            <a:pPr algn="l">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Проверить факты, объяснения риска</a:t>
            </a:r>
          </a:p>
          <a:p xmlns:a="http://schemas.openxmlformats.org/drawingml/2006/main">
            <a:pPr algn="l">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и полезность сводки перед приёмом.</a:t>
            </a:r>
          </a:p>
        </p:txBody>
      </p:sp>
      <p:sp>
        <p:nvSpPr>
          <p:cNvPr id="151" name="">
            <a:extLst xmlns:a="http://schemas.openxmlformats.org/drawingml/2006/main">
              <a:ext uri="{FF2B5EF4-FFF2-40B4-BE49-F238E27FC236}">
                <a16:creationId xmlns:a16="http://schemas.microsoft.com/office/drawing/2014/main" id="{3706AC81-04B7-4203-849D-B033131CF893}"/>
              </a:ext>
            </a:extLst>
          </p:cNvPr>
          <p:cNvSpPr>
            <a:spLocks xmlns:a="http://schemas.openxmlformats.org/drawingml/2006/main" noGrp="1"/>
          </p:cNvSpPr>
          <p:nvPr/>
        </p:nvSpPr>
        <p:spPr>
          <a:xfrm xmlns:a="http://schemas.openxmlformats.org/drawingml/2006/main">
            <a:off x="6648450" y="2505075"/>
            <a:ext cx="50101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475" b="1">
                <a:solidFill>
                  <a:srgbClr val="ADC5FF"/>
                </a:solidFill>
                <a:latin typeface="Helvetica Neue"/>
                <a:ea typeface="Helvetica Neue"/>
                <a:cs typeface="Helvetica Neue"/>
              </a:defRPr>
            </a:defPPr>
            <a:lvl1pPr algn="l">
              <a:defRPr sz="2475" b="1">
                <a:solidFill>
                  <a:srgbClr val="ADC5FF"/>
                </a:solidFill>
                <a:latin typeface="Helvetica Neue"/>
                <a:ea typeface="Helvetica Neue"/>
                <a:cs typeface="Helvetica Neue"/>
              </a:defRPr>
            </a:lvl1pPr>
            <a:lvl2pPr algn="l">
              <a:defRPr sz="2475" b="1">
                <a:solidFill>
                  <a:srgbClr val="ADC5FF"/>
                </a:solidFill>
                <a:latin typeface="Helvetica Neue"/>
                <a:ea typeface="Helvetica Neue"/>
                <a:cs typeface="Helvetica Neue"/>
              </a:defRPr>
            </a:lvl2pPr>
            <a:lvl3pPr algn="l">
              <a:defRPr sz="2475" b="1">
                <a:solidFill>
                  <a:srgbClr val="ADC5FF"/>
                </a:solidFill>
                <a:latin typeface="Helvetica Neue"/>
                <a:ea typeface="Helvetica Neue"/>
                <a:cs typeface="Helvetica Neue"/>
              </a:defRPr>
            </a:lvl3pPr>
            <a:lvl4pPr algn="l">
              <a:defRPr sz="2475" b="1">
                <a:solidFill>
                  <a:srgbClr val="ADC5FF"/>
                </a:solidFill>
                <a:latin typeface="Helvetica Neue"/>
                <a:ea typeface="Helvetica Neue"/>
                <a:cs typeface="Helvetica Neue"/>
              </a:defRPr>
            </a:lvl4pPr>
            <a:lvl5pPr algn="l">
              <a:defRPr sz="2475" b="1">
                <a:solidFill>
                  <a:srgbClr val="ADC5FF"/>
                </a:solidFill>
                <a:latin typeface="Helvetica Neue"/>
                <a:ea typeface="Helvetica Neue"/>
                <a:cs typeface="Helvetica Neue"/>
              </a:defRPr>
            </a:lvl5pPr>
            <a:lvl6pPr algn="l">
              <a:defRPr sz="2475" b="1">
                <a:solidFill>
                  <a:srgbClr val="ADC5FF"/>
                </a:solidFill>
                <a:latin typeface="Helvetica Neue"/>
                <a:ea typeface="Helvetica Neue"/>
                <a:cs typeface="Helvetica Neue"/>
              </a:defRPr>
            </a:lvl6pPr>
            <a:lvl7pPr algn="l">
              <a:defRPr sz="2475" b="1">
                <a:solidFill>
                  <a:srgbClr val="ADC5FF"/>
                </a:solidFill>
                <a:latin typeface="Helvetica Neue"/>
                <a:ea typeface="Helvetica Neue"/>
                <a:cs typeface="Helvetica Neue"/>
              </a:defRPr>
            </a:lvl7pPr>
            <a:lvl8pPr algn="l">
              <a:defRPr sz="2475" b="1">
                <a:solidFill>
                  <a:srgbClr val="ADC5FF"/>
                </a:solidFill>
                <a:latin typeface="Helvetica Neue"/>
                <a:ea typeface="Helvetica Neue"/>
                <a:cs typeface="Helvetica Neue"/>
              </a:defRPr>
            </a:lvl8pPr>
            <a:lvl9pPr algn="l">
              <a:defRPr sz="2475" b="1">
                <a:solidFill>
                  <a:srgbClr val="ADC5FF"/>
                </a:solidFill>
                <a:latin typeface="Helvetica Neue"/>
                <a:ea typeface="Helvetica Neue"/>
                <a:cs typeface="Helvetica Neue"/>
              </a:defRPr>
            </a:lvl9pPr>
          </a:lstStyle>
          <a:p xmlns:a="http://schemas.openxmlformats.org/drawingml/2006/main">
            <a:pPr algn="l">
              <a:defRPr sz="2475" b="1">
                <a:solidFill>
                  <a:srgbClr val="ADC5FF"/>
                </a:solidFill>
                <a:latin typeface="Helvetica Neue"/>
                <a:ea typeface="Helvetica Neue"/>
                <a:cs typeface="Helvetica Neue"/>
              </a:defRPr>
            </a:pPr>
            <a:r>
              <a:rPr sz="2475" b="1">
                <a:solidFill>
                  <a:srgbClr val="ADC5FF"/>
                </a:solidFill>
                <a:latin typeface="Helvetica Neue"/>
                <a:ea typeface="Helvetica Neue"/>
                <a:cs typeface="Helvetica Neue"/>
              </a:rPr>
              <a:t>Работа врача</a:t>
            </a:r>
          </a:p>
        </p:txBody>
      </p:sp>
      <p:sp>
        <p:nvSpPr>
          <p:cNvPr id="152" name="">
            <a:extLst xmlns:a="http://schemas.openxmlformats.org/drawingml/2006/main">
              <a:ext uri="{FF2B5EF4-FFF2-40B4-BE49-F238E27FC236}">
                <a16:creationId xmlns:a16="http://schemas.microsoft.com/office/drawing/2014/main" id="{C309687C-23C4-40A1-9086-8C53CB104137}"/>
              </a:ext>
            </a:extLst>
          </p:cNvPr>
          <p:cNvSpPr>
            <a:spLocks xmlns:a="http://schemas.openxmlformats.org/drawingml/2006/main" noGrp="1"/>
          </p:cNvSpPr>
          <p:nvPr/>
        </p:nvSpPr>
        <p:spPr>
          <a:xfrm xmlns:a="http://schemas.openxmlformats.org/drawingml/2006/main">
            <a:off x="6648450" y="3209925"/>
            <a:ext cx="501015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250" b="0">
                <a:solidFill>
                  <a:srgbClr val="FFFFFF"/>
                </a:solidFill>
                <a:latin typeface="Helvetica Neue"/>
                <a:ea typeface="Helvetica Neue"/>
                <a:cs typeface="Helvetica Neue"/>
              </a:defRPr>
            </a:defPPr>
            <a:lvl1pPr algn="l">
              <a:defRPr sz="2250" b="0">
                <a:solidFill>
                  <a:srgbClr val="FFFFFF"/>
                </a:solidFill>
                <a:latin typeface="Helvetica Neue"/>
                <a:ea typeface="Helvetica Neue"/>
                <a:cs typeface="Helvetica Neue"/>
              </a:defRPr>
            </a:lvl1pPr>
            <a:lvl2pPr algn="l">
              <a:defRPr sz="2250" b="0">
                <a:solidFill>
                  <a:srgbClr val="FFFFFF"/>
                </a:solidFill>
                <a:latin typeface="Helvetica Neue"/>
                <a:ea typeface="Helvetica Neue"/>
                <a:cs typeface="Helvetica Neue"/>
              </a:defRPr>
            </a:lvl2pPr>
            <a:lvl3pPr algn="l">
              <a:defRPr sz="2250" b="0">
                <a:solidFill>
                  <a:srgbClr val="FFFFFF"/>
                </a:solidFill>
                <a:latin typeface="Helvetica Neue"/>
                <a:ea typeface="Helvetica Neue"/>
                <a:cs typeface="Helvetica Neue"/>
              </a:defRPr>
            </a:lvl3pPr>
            <a:lvl4pPr algn="l">
              <a:defRPr sz="2250" b="0">
                <a:solidFill>
                  <a:srgbClr val="FFFFFF"/>
                </a:solidFill>
                <a:latin typeface="Helvetica Neue"/>
                <a:ea typeface="Helvetica Neue"/>
                <a:cs typeface="Helvetica Neue"/>
              </a:defRPr>
            </a:lvl4pPr>
            <a:lvl5pPr algn="l">
              <a:defRPr sz="2250" b="0">
                <a:solidFill>
                  <a:srgbClr val="FFFFFF"/>
                </a:solidFill>
                <a:latin typeface="Helvetica Neue"/>
                <a:ea typeface="Helvetica Neue"/>
                <a:cs typeface="Helvetica Neue"/>
              </a:defRPr>
            </a:lvl5pPr>
            <a:lvl6pPr algn="l">
              <a:defRPr sz="2250" b="0">
                <a:solidFill>
                  <a:srgbClr val="FFFFFF"/>
                </a:solidFill>
                <a:latin typeface="Helvetica Neue"/>
                <a:ea typeface="Helvetica Neue"/>
                <a:cs typeface="Helvetica Neue"/>
              </a:defRPr>
            </a:lvl6pPr>
            <a:lvl7pPr algn="l">
              <a:defRPr sz="2250" b="0">
                <a:solidFill>
                  <a:srgbClr val="FFFFFF"/>
                </a:solidFill>
                <a:latin typeface="Helvetica Neue"/>
                <a:ea typeface="Helvetica Neue"/>
                <a:cs typeface="Helvetica Neue"/>
              </a:defRPr>
            </a:lvl7pPr>
            <a:lvl8pPr algn="l">
              <a:defRPr sz="2250" b="0">
                <a:solidFill>
                  <a:srgbClr val="FFFFFF"/>
                </a:solidFill>
                <a:latin typeface="Helvetica Neue"/>
                <a:ea typeface="Helvetica Neue"/>
                <a:cs typeface="Helvetica Neue"/>
              </a:defRPr>
            </a:lvl8pPr>
            <a:lvl9pPr algn="l">
              <a:defRPr sz="2250" b="0">
                <a:solidFill>
                  <a:srgbClr val="FFFFFF"/>
                </a:solidFill>
                <a:latin typeface="Helvetica Neue"/>
                <a:ea typeface="Helvetica Neue"/>
                <a:cs typeface="Helvetica Neue"/>
              </a:defRPr>
            </a:lvl9pPr>
          </a:lstStyle>
          <a:p xmlns:a="http://schemas.openxmlformats.org/drawingml/2006/main">
            <a:pPr algn="l">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Время подготовки к приёму</a:t>
            </a:r>
          </a:p>
          <a:p xmlns:a="http://schemas.openxmlformats.org/drawingml/2006/main">
            <a:pPr algn="l">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и число лишних сигналов.</a:t>
            </a:r>
          </a:p>
        </p:txBody>
      </p:sp>
      <p:sp>
        <p:nvSpPr>
          <p:cNvPr id="153" name="">
            <a:extLst xmlns:a="http://schemas.openxmlformats.org/drawingml/2006/main">
              <a:ext uri="{FF2B5EF4-FFF2-40B4-BE49-F238E27FC236}">
                <a16:creationId xmlns:a16="http://schemas.microsoft.com/office/drawing/2014/main" id="{A613B8DA-9E64-4D8D-BE61-63160B5312B9}"/>
              </a:ext>
            </a:extLst>
          </p:cNvPr>
          <p:cNvSpPr>
            <a:spLocks xmlns:a="http://schemas.openxmlformats.org/drawingml/2006/main" noGrp="1"/>
          </p:cNvSpPr>
          <p:nvPr/>
        </p:nvSpPr>
        <p:spPr>
          <a:xfrm xmlns:a="http://schemas.openxmlformats.org/drawingml/2006/main">
            <a:off x="533400" y="4800600"/>
            <a:ext cx="11125200" cy="1133475"/>
          </a:xfrm>
          <a:prstGeom xmlns:a="http://schemas.openxmlformats.org/drawingml/2006/main" prst="roundRect">
            <a:avLst>
              <a:gd name="adj" fmla="val 25210"/>
            </a:avLst>
          </a:prstGeom>
          <a:solidFill xmlns:a="http://schemas.openxmlformats.org/drawingml/2006/main">
            <a:srgbClr val="FFFFFF"/>
          </a:solidFill>
          <a:ln xmlns:a="http://schemas.openxmlformats.org/drawingml/2006/main" w="0">
            <a:noFill/>
            <a:prstDash val="solid"/>
          </a:ln>
        </p:spPr>
      </p:sp>
      <p:sp>
        <p:nvSpPr>
          <p:cNvPr id="154" name="">
            <a:extLst xmlns:a="http://schemas.openxmlformats.org/drawingml/2006/main">
              <a:ext uri="{FF2B5EF4-FFF2-40B4-BE49-F238E27FC236}">
                <a16:creationId xmlns:a16="http://schemas.microsoft.com/office/drawing/2014/main" id="{7C16B3D4-8A7F-4239-BC27-1F4B042CEAEF}"/>
              </a:ext>
            </a:extLst>
          </p:cNvPr>
          <p:cNvSpPr>
            <a:spLocks xmlns:a="http://schemas.openxmlformats.org/drawingml/2006/main" noGrp="1"/>
          </p:cNvSpPr>
          <p:nvPr/>
        </p:nvSpPr>
        <p:spPr>
          <a:xfrm xmlns:a="http://schemas.openxmlformats.org/drawingml/2006/main">
            <a:off x="800100" y="5010150"/>
            <a:ext cx="5143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625" b="0">
                <a:solidFill>
                  <a:srgbClr val="315FD1"/>
                </a:solidFill>
                <a:latin typeface="Helvetica Neue"/>
                <a:ea typeface="Helvetica Neue"/>
                <a:cs typeface="Helvetica Neue"/>
              </a:defRPr>
            </a:defPPr>
            <a:lvl1pPr algn="l">
              <a:defRPr sz="2625" b="0">
                <a:solidFill>
                  <a:srgbClr val="315FD1"/>
                </a:solidFill>
                <a:latin typeface="Helvetica Neue"/>
                <a:ea typeface="Helvetica Neue"/>
                <a:cs typeface="Helvetica Neue"/>
              </a:defRPr>
            </a:lvl1pPr>
            <a:lvl2pPr algn="l">
              <a:defRPr sz="2625" b="0">
                <a:solidFill>
                  <a:srgbClr val="315FD1"/>
                </a:solidFill>
                <a:latin typeface="Helvetica Neue"/>
                <a:ea typeface="Helvetica Neue"/>
                <a:cs typeface="Helvetica Neue"/>
              </a:defRPr>
            </a:lvl2pPr>
            <a:lvl3pPr algn="l">
              <a:defRPr sz="2625" b="0">
                <a:solidFill>
                  <a:srgbClr val="315FD1"/>
                </a:solidFill>
                <a:latin typeface="Helvetica Neue"/>
                <a:ea typeface="Helvetica Neue"/>
                <a:cs typeface="Helvetica Neue"/>
              </a:defRPr>
            </a:lvl3pPr>
            <a:lvl4pPr algn="l">
              <a:defRPr sz="2625" b="0">
                <a:solidFill>
                  <a:srgbClr val="315FD1"/>
                </a:solidFill>
                <a:latin typeface="Helvetica Neue"/>
                <a:ea typeface="Helvetica Neue"/>
                <a:cs typeface="Helvetica Neue"/>
              </a:defRPr>
            </a:lvl4pPr>
            <a:lvl5pPr algn="l">
              <a:defRPr sz="2625" b="0">
                <a:solidFill>
                  <a:srgbClr val="315FD1"/>
                </a:solidFill>
                <a:latin typeface="Helvetica Neue"/>
                <a:ea typeface="Helvetica Neue"/>
                <a:cs typeface="Helvetica Neue"/>
              </a:defRPr>
            </a:lvl5pPr>
            <a:lvl6pPr algn="l">
              <a:defRPr sz="2625" b="0">
                <a:solidFill>
                  <a:srgbClr val="315FD1"/>
                </a:solidFill>
                <a:latin typeface="Helvetica Neue"/>
                <a:ea typeface="Helvetica Neue"/>
                <a:cs typeface="Helvetica Neue"/>
              </a:defRPr>
            </a:lvl6pPr>
            <a:lvl7pPr algn="l">
              <a:defRPr sz="2625" b="0">
                <a:solidFill>
                  <a:srgbClr val="315FD1"/>
                </a:solidFill>
                <a:latin typeface="Helvetica Neue"/>
                <a:ea typeface="Helvetica Neue"/>
                <a:cs typeface="Helvetica Neue"/>
              </a:defRPr>
            </a:lvl7pPr>
            <a:lvl8pPr algn="l">
              <a:defRPr sz="2625" b="0">
                <a:solidFill>
                  <a:srgbClr val="315FD1"/>
                </a:solidFill>
                <a:latin typeface="Helvetica Neue"/>
                <a:ea typeface="Helvetica Neue"/>
                <a:cs typeface="Helvetica Neue"/>
              </a:defRPr>
            </a:lvl8pPr>
            <a:lvl9pPr algn="l">
              <a:defRPr sz="2625" b="0">
                <a:solidFill>
                  <a:srgbClr val="315FD1"/>
                </a:solidFill>
                <a:latin typeface="Helvetica Neue"/>
                <a:ea typeface="Helvetica Neue"/>
                <a:cs typeface="Helvetica Neue"/>
              </a:defRPr>
            </a:lvl9pPr>
          </a:lstStyle>
          <a:p xmlns:a="http://schemas.openxmlformats.org/drawingml/2006/main">
            <a:pPr algn="l">
              <a:defRPr sz="2625" b="0">
                <a:solidFill>
                  <a:srgbClr val="315FD1"/>
                </a:solidFill>
                <a:latin typeface="Helvetica Neue"/>
                <a:ea typeface="Helvetica Neue"/>
                <a:cs typeface="Helvetica Neue"/>
              </a:defRPr>
            </a:pPr>
            <a:r>
              <a:rPr sz="2625" b="0">
                <a:solidFill>
                  <a:srgbClr val="315FD1"/>
                </a:solidFill>
                <a:latin typeface="Helvetica Neue"/>
                <a:ea typeface="Helvetica Neue"/>
                <a:cs typeface="Helvetica Neue"/>
              </a:rPr>
              <a:t>201 программная проверка</a:t>
            </a:r>
          </a:p>
        </p:txBody>
      </p:sp>
      <p:sp>
        <p:nvSpPr>
          <p:cNvPr id="155" name="">
            <a:extLst xmlns:a="http://schemas.openxmlformats.org/drawingml/2006/main">
              <a:ext uri="{FF2B5EF4-FFF2-40B4-BE49-F238E27FC236}">
                <a16:creationId xmlns:a16="http://schemas.microsoft.com/office/drawing/2014/main" id="{C664E285-65CC-4820-A3F1-17C0A1A2130A}"/>
              </a:ext>
            </a:extLst>
          </p:cNvPr>
          <p:cNvSpPr>
            <a:spLocks xmlns:a="http://schemas.openxmlformats.org/drawingml/2006/main" noGrp="1"/>
          </p:cNvSpPr>
          <p:nvPr/>
        </p:nvSpPr>
        <p:spPr>
          <a:xfrm xmlns:a="http://schemas.openxmlformats.org/drawingml/2006/main">
            <a:off x="800100" y="5534025"/>
            <a:ext cx="5143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425" b="0">
                <a:solidFill>
                  <a:srgbClr val="758099"/>
                </a:solidFill>
                <a:latin typeface="Helvetica Neue"/>
                <a:ea typeface="Helvetica Neue"/>
                <a:cs typeface="Helvetica Neue"/>
              </a:defRPr>
            </a:defPPr>
            <a:lvl1pPr algn="l">
              <a:defRPr sz="1425" b="0">
                <a:solidFill>
                  <a:srgbClr val="758099"/>
                </a:solidFill>
                <a:latin typeface="Helvetica Neue"/>
                <a:ea typeface="Helvetica Neue"/>
                <a:cs typeface="Helvetica Neue"/>
              </a:defRPr>
            </a:lvl1pPr>
            <a:lvl2pPr algn="l">
              <a:defRPr sz="1425" b="0">
                <a:solidFill>
                  <a:srgbClr val="758099"/>
                </a:solidFill>
                <a:latin typeface="Helvetica Neue"/>
                <a:ea typeface="Helvetica Neue"/>
                <a:cs typeface="Helvetica Neue"/>
              </a:defRPr>
            </a:lvl2pPr>
            <a:lvl3pPr algn="l">
              <a:defRPr sz="1425" b="0">
                <a:solidFill>
                  <a:srgbClr val="758099"/>
                </a:solidFill>
                <a:latin typeface="Helvetica Neue"/>
                <a:ea typeface="Helvetica Neue"/>
                <a:cs typeface="Helvetica Neue"/>
              </a:defRPr>
            </a:lvl3pPr>
            <a:lvl4pPr algn="l">
              <a:defRPr sz="1425" b="0">
                <a:solidFill>
                  <a:srgbClr val="758099"/>
                </a:solidFill>
                <a:latin typeface="Helvetica Neue"/>
                <a:ea typeface="Helvetica Neue"/>
                <a:cs typeface="Helvetica Neue"/>
              </a:defRPr>
            </a:lvl4pPr>
            <a:lvl5pPr algn="l">
              <a:defRPr sz="1425" b="0">
                <a:solidFill>
                  <a:srgbClr val="758099"/>
                </a:solidFill>
                <a:latin typeface="Helvetica Neue"/>
                <a:ea typeface="Helvetica Neue"/>
                <a:cs typeface="Helvetica Neue"/>
              </a:defRPr>
            </a:lvl5pPr>
            <a:lvl6pPr algn="l">
              <a:defRPr sz="1425" b="0">
                <a:solidFill>
                  <a:srgbClr val="758099"/>
                </a:solidFill>
                <a:latin typeface="Helvetica Neue"/>
                <a:ea typeface="Helvetica Neue"/>
                <a:cs typeface="Helvetica Neue"/>
              </a:defRPr>
            </a:lvl6pPr>
            <a:lvl7pPr algn="l">
              <a:defRPr sz="1425" b="0">
                <a:solidFill>
                  <a:srgbClr val="758099"/>
                </a:solidFill>
                <a:latin typeface="Helvetica Neue"/>
                <a:ea typeface="Helvetica Neue"/>
                <a:cs typeface="Helvetica Neue"/>
              </a:defRPr>
            </a:lvl7pPr>
            <a:lvl8pPr algn="l">
              <a:defRPr sz="1425" b="0">
                <a:solidFill>
                  <a:srgbClr val="758099"/>
                </a:solidFill>
                <a:latin typeface="Helvetica Neue"/>
                <a:ea typeface="Helvetica Neue"/>
                <a:cs typeface="Helvetica Neue"/>
              </a:defRPr>
            </a:lvl8pPr>
            <a:lvl9pPr algn="l">
              <a:defRPr sz="1425" b="0">
                <a:solidFill>
                  <a:srgbClr val="758099"/>
                </a:solidFill>
                <a:latin typeface="Helvetica Neue"/>
                <a:ea typeface="Helvetica Neue"/>
                <a:cs typeface="Helvetica Neue"/>
              </a:defRPr>
            </a:lvl9pPr>
          </a:lstStyle>
          <a:p xmlns:a="http://schemas.openxmlformats.org/drawingml/2006/main">
            <a:pPr algn="l">
              <a:defRPr sz="1425" b="0">
                <a:solidFill>
                  <a:srgbClr val="758099"/>
                </a:solidFill>
                <a:latin typeface="Helvetica Neue"/>
                <a:ea typeface="Helvetica Neue"/>
                <a:cs typeface="Helvetica Neue"/>
              </a:defRPr>
            </a:pPr>
            <a:r>
              <a:rPr sz="1425" b="0">
                <a:solidFill>
                  <a:srgbClr val="758099"/>
                </a:solidFill>
                <a:latin typeface="Helvetica Neue"/>
                <a:ea typeface="Helvetica Neue"/>
                <a:cs typeface="Helvetica Neue"/>
              </a:rPr>
              <a:t>187 серверной части и 14 интерфейса</a:t>
            </a:r>
          </a:p>
        </p:txBody>
      </p:sp>
      <p:sp>
        <p:nvSpPr>
          <p:cNvPr id="156" name="">
            <a:extLst xmlns:a="http://schemas.openxmlformats.org/drawingml/2006/main">
              <a:ext uri="{FF2B5EF4-FFF2-40B4-BE49-F238E27FC236}">
                <a16:creationId xmlns:a16="http://schemas.microsoft.com/office/drawing/2014/main" id="{26F26AE3-4802-4EB4-AB75-34C8877708F4}"/>
              </a:ext>
            </a:extLst>
          </p:cNvPr>
          <p:cNvSpPr>
            <a:spLocks xmlns:a="http://schemas.openxmlformats.org/drawingml/2006/main" noGrp="1"/>
          </p:cNvSpPr>
          <p:nvPr/>
        </p:nvSpPr>
        <p:spPr>
          <a:xfrm xmlns:a="http://schemas.openxmlformats.org/drawingml/2006/main">
            <a:off x="6667500" y="5010150"/>
            <a:ext cx="4572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2175" b="0">
                <a:solidFill>
                  <a:srgbClr val="292D42"/>
                </a:solidFill>
                <a:latin typeface="Helvetica Neue"/>
                <a:ea typeface="Helvetica Neue"/>
                <a:cs typeface="Helvetica Neue"/>
              </a:defRPr>
            </a:defPPr>
            <a:lvl1pPr algn="l">
              <a:defRPr sz="2175" b="0">
                <a:solidFill>
                  <a:srgbClr val="292D42"/>
                </a:solidFill>
                <a:latin typeface="Helvetica Neue"/>
                <a:ea typeface="Helvetica Neue"/>
                <a:cs typeface="Helvetica Neue"/>
              </a:defRPr>
            </a:lvl1pPr>
            <a:lvl2pPr algn="l">
              <a:defRPr sz="2175" b="0">
                <a:solidFill>
                  <a:srgbClr val="292D42"/>
                </a:solidFill>
                <a:latin typeface="Helvetica Neue"/>
                <a:ea typeface="Helvetica Neue"/>
                <a:cs typeface="Helvetica Neue"/>
              </a:defRPr>
            </a:lvl2pPr>
            <a:lvl3pPr algn="l">
              <a:defRPr sz="2175" b="0">
                <a:solidFill>
                  <a:srgbClr val="292D42"/>
                </a:solidFill>
                <a:latin typeface="Helvetica Neue"/>
                <a:ea typeface="Helvetica Neue"/>
                <a:cs typeface="Helvetica Neue"/>
              </a:defRPr>
            </a:lvl3pPr>
            <a:lvl4pPr algn="l">
              <a:defRPr sz="2175" b="0">
                <a:solidFill>
                  <a:srgbClr val="292D42"/>
                </a:solidFill>
                <a:latin typeface="Helvetica Neue"/>
                <a:ea typeface="Helvetica Neue"/>
                <a:cs typeface="Helvetica Neue"/>
              </a:defRPr>
            </a:lvl4pPr>
            <a:lvl5pPr algn="l">
              <a:defRPr sz="2175" b="0">
                <a:solidFill>
                  <a:srgbClr val="292D42"/>
                </a:solidFill>
                <a:latin typeface="Helvetica Neue"/>
                <a:ea typeface="Helvetica Neue"/>
                <a:cs typeface="Helvetica Neue"/>
              </a:defRPr>
            </a:lvl5pPr>
            <a:lvl6pPr algn="l">
              <a:defRPr sz="2175" b="0">
                <a:solidFill>
                  <a:srgbClr val="292D42"/>
                </a:solidFill>
                <a:latin typeface="Helvetica Neue"/>
                <a:ea typeface="Helvetica Neue"/>
                <a:cs typeface="Helvetica Neue"/>
              </a:defRPr>
            </a:lvl6pPr>
            <a:lvl7pPr algn="l">
              <a:defRPr sz="2175" b="0">
                <a:solidFill>
                  <a:srgbClr val="292D42"/>
                </a:solidFill>
                <a:latin typeface="Helvetica Neue"/>
                <a:ea typeface="Helvetica Neue"/>
                <a:cs typeface="Helvetica Neue"/>
              </a:defRPr>
            </a:lvl7pPr>
            <a:lvl8pPr algn="l">
              <a:defRPr sz="2175" b="0">
                <a:solidFill>
                  <a:srgbClr val="292D42"/>
                </a:solidFill>
                <a:latin typeface="Helvetica Neue"/>
                <a:ea typeface="Helvetica Neue"/>
                <a:cs typeface="Helvetica Neue"/>
              </a:defRPr>
            </a:lvl8pPr>
            <a:lvl9pPr algn="l">
              <a:defRPr sz="2175" b="0">
                <a:solidFill>
                  <a:srgbClr val="292D42"/>
                </a:solidFill>
                <a:latin typeface="Helvetica Neue"/>
                <a:ea typeface="Helvetica Neue"/>
                <a:cs typeface="Helvetica Neue"/>
              </a:defRPr>
            </a:lvl9pPr>
          </a:lstStyle>
          <a:p xmlns:a="http://schemas.openxmlformats.org/drawingml/2006/main">
            <a:pPr algn="l">
              <a:defRPr sz="2175" b="0">
                <a:solidFill>
                  <a:srgbClr val="292D42"/>
                </a:solidFill>
                <a:latin typeface="Helvetica Neue"/>
                <a:ea typeface="Helvetica Neue"/>
                <a:cs typeface="Helvetica Neue"/>
              </a:defRPr>
            </a:pPr>
            <a:r>
              <a:rPr sz="2175" b="0">
                <a:solidFill>
                  <a:srgbClr val="292D42"/>
                </a:solidFill>
                <a:latin typeface="Helvetica Neue"/>
                <a:ea typeface="Helvetica Neue"/>
                <a:cs typeface="Helvetica Neue"/>
              </a:rPr>
              <a:t>Клиническая проверка</a:t>
            </a:r>
          </a:p>
          <a:p xmlns:a="http://schemas.openxmlformats.org/drawingml/2006/main">
            <a:pPr algn="l">
              <a:defRPr sz="2175" b="0">
                <a:solidFill>
                  <a:srgbClr val="292D42"/>
                </a:solidFill>
                <a:latin typeface="Helvetica Neue"/>
                <a:ea typeface="Helvetica Neue"/>
                <a:cs typeface="Helvetica Neue"/>
              </a:defRPr>
            </a:pPr>
            <a:r>
              <a:rPr sz="2175" b="0">
                <a:solidFill>
                  <a:srgbClr val="292D42"/>
                </a:solidFill>
                <a:latin typeface="Helvetica Neue"/>
                <a:ea typeface="Helvetica Neue"/>
                <a:cs typeface="Helvetica Neue"/>
              </a:rPr>
              <a:t>пока не проводилась</a:t>
            </a:r>
          </a:p>
        </p:txBody>
      </p:sp>
      <p:sp>
        <p:nvSpPr>
          <p:cNvPr id="157" name="">
            <a:extLst xmlns:a="http://schemas.openxmlformats.org/drawingml/2006/main">
              <a:ext uri="{FF2B5EF4-FFF2-40B4-BE49-F238E27FC236}">
                <a16:creationId xmlns:a16="http://schemas.microsoft.com/office/drawing/2014/main" id="{1008BB23-97EF-49EC-B4B8-C2CCC345B212}"/>
              </a:ext>
            </a:extLst>
          </p:cNvPr>
          <p:cNvSpPr>
            <a:spLocks xmlns:a="http://schemas.openxmlformats.org/drawingml/2006/main" noGrp="1"/>
          </p:cNvSpPr>
          <p:nvPr/>
        </p:nvSpPr>
        <p:spPr>
          <a:xfrm xmlns:a="http://schemas.openxmlformats.org/drawingml/2006/main">
            <a:off x="571500" y="6391275"/>
            <a:ext cx="11049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500" b="0">
                <a:solidFill>
                  <a:srgbClr val="ADC5FF"/>
                </a:solidFill>
                <a:latin typeface="Helvetica Neue"/>
                <a:ea typeface="Helvetica Neue"/>
                <a:cs typeface="Helvetica Neue"/>
              </a:defRPr>
            </a:defPPr>
            <a:lvl1pPr algn="l">
              <a:defRPr sz="1500" b="0">
                <a:solidFill>
                  <a:srgbClr val="ADC5FF"/>
                </a:solidFill>
                <a:latin typeface="Helvetica Neue"/>
                <a:ea typeface="Helvetica Neue"/>
                <a:cs typeface="Helvetica Neue"/>
              </a:defRPr>
            </a:lvl1pPr>
            <a:lvl2pPr algn="l">
              <a:defRPr sz="1500" b="0">
                <a:solidFill>
                  <a:srgbClr val="ADC5FF"/>
                </a:solidFill>
                <a:latin typeface="Helvetica Neue"/>
                <a:ea typeface="Helvetica Neue"/>
                <a:cs typeface="Helvetica Neue"/>
              </a:defRPr>
            </a:lvl2pPr>
            <a:lvl3pPr algn="l">
              <a:defRPr sz="1500" b="0">
                <a:solidFill>
                  <a:srgbClr val="ADC5FF"/>
                </a:solidFill>
                <a:latin typeface="Helvetica Neue"/>
                <a:ea typeface="Helvetica Neue"/>
                <a:cs typeface="Helvetica Neue"/>
              </a:defRPr>
            </a:lvl3pPr>
            <a:lvl4pPr algn="l">
              <a:defRPr sz="1500" b="0">
                <a:solidFill>
                  <a:srgbClr val="ADC5FF"/>
                </a:solidFill>
                <a:latin typeface="Helvetica Neue"/>
                <a:ea typeface="Helvetica Neue"/>
                <a:cs typeface="Helvetica Neue"/>
              </a:defRPr>
            </a:lvl4pPr>
            <a:lvl5pPr algn="l">
              <a:defRPr sz="1500" b="0">
                <a:solidFill>
                  <a:srgbClr val="ADC5FF"/>
                </a:solidFill>
                <a:latin typeface="Helvetica Neue"/>
                <a:ea typeface="Helvetica Neue"/>
                <a:cs typeface="Helvetica Neue"/>
              </a:defRPr>
            </a:lvl5pPr>
            <a:lvl6pPr algn="l">
              <a:defRPr sz="1500" b="0">
                <a:solidFill>
                  <a:srgbClr val="ADC5FF"/>
                </a:solidFill>
                <a:latin typeface="Helvetica Neue"/>
                <a:ea typeface="Helvetica Neue"/>
                <a:cs typeface="Helvetica Neue"/>
              </a:defRPr>
            </a:lvl6pPr>
            <a:lvl7pPr algn="l">
              <a:defRPr sz="1500" b="0">
                <a:solidFill>
                  <a:srgbClr val="ADC5FF"/>
                </a:solidFill>
                <a:latin typeface="Helvetica Neue"/>
                <a:ea typeface="Helvetica Neue"/>
                <a:cs typeface="Helvetica Neue"/>
              </a:defRPr>
            </a:lvl7pPr>
            <a:lvl8pPr algn="l">
              <a:defRPr sz="1500" b="0">
                <a:solidFill>
                  <a:srgbClr val="ADC5FF"/>
                </a:solidFill>
                <a:latin typeface="Helvetica Neue"/>
                <a:ea typeface="Helvetica Neue"/>
                <a:cs typeface="Helvetica Neue"/>
              </a:defRPr>
            </a:lvl8pPr>
            <a:lvl9pPr algn="l">
              <a:defRPr sz="1500" b="0">
                <a:solidFill>
                  <a:srgbClr val="ADC5FF"/>
                </a:solidFill>
                <a:latin typeface="Helvetica Neue"/>
                <a:ea typeface="Helvetica Neue"/>
                <a:cs typeface="Helvetica Neue"/>
              </a:defRPr>
            </a:lvl9pPr>
          </a:lstStyle>
          <a:p xmlns:a="http://schemas.openxmlformats.org/drawingml/2006/main">
            <a:pPr algn="l">
              <a:defRPr sz="1500" b="0">
                <a:solidFill>
                  <a:srgbClr val="ADC5FF"/>
                </a:solidFill>
                <a:latin typeface="Helvetica Neue"/>
                <a:ea typeface="Helvetica Neue"/>
                <a:cs typeface="Helvetica Neue"/>
              </a:defRPr>
            </a:pPr>
            <a:r>
              <a:rPr sz="1500" b="0">
                <a:solidFill>
                  <a:srgbClr val="ADC5FF"/>
                </a:solidFill>
                <a:latin typeface="Helvetica Neue"/>
                <a:ea typeface="Helvetica Neue"/>
                <a:cs typeface="Helvetica Neue"/>
              </a:rPr>
              <a:t>Рабочий прототип на 4 синтетических историях по 21 дню наблюдений.</a:t>
            </a:r>
          </a:p>
        </p:txBody>
      </p:sp>
    </p:spTree>
    <p:extLst>
      <p:ext uri="{BB962C8B-B14F-4D97-AF65-F5344CB8AC3E}">
        <p14:creationId xmlns:p14="http://schemas.microsoft.com/office/powerpoint/2010/main" val="1891733320"/>
      </p:ext>
    </p:extLst>
  </p:cSld>
</p:sld>
</file>

<file path=ppt/slides/slide13.xml><?xml version="1.0" encoding="utf-8"?>
<p:sld xmlns:p="http://schemas.openxmlformats.org/presentationml/2006/main">
  <p:cSld>
    <p:bg>
      <p:bgPr>
        <a:solidFill xmlns:a="http://schemas.openxmlformats.org/drawingml/2006/main">
          <a:srgbClr val="191D2D"/>
        </a:solidFill>
      </p:bgPr>
    </p:bg>
    <p:spTree>
      <p:nvGrpSpPr>
        <p:cNvPr id="1" name=""/>
        <p:cNvGrpSpPr/>
        <p:nvPr/>
      </p:nvGrpSpPr>
      <p:grpSpPr>
        <a:xfrm xmlns:a="http://schemas.openxmlformats.org/drawingml/2006/main"/>
      </p:grpSpPr>
      <p:sp>
        <p:nvSpPr>
          <p:cNvPr id="153" name="Google Shape;153;p19">
            <a:extLst xmlns:a="http://schemas.openxmlformats.org/drawingml/2006/main">
              <a:ext uri="{FF2B5EF4-FFF2-40B4-BE49-F238E27FC236}">
                <a16:creationId xmlns:a16="http://schemas.microsoft.com/office/drawing/2014/main" id="{8A6755B0-F14F-48C6-B075-8F0409E1876E}"/>
              </a:ext>
            </a:extLst>
          </p:cNvPr>
          <p:cNvSpPr>
            <a:spLocks xmlns:a="http://schemas.openxmlformats.org/drawingml/2006/main" noGrp="1"/>
          </p:cNvSpPr>
          <p:nvPr/>
        </p:nvSpPr>
        <p:spPr>
          <a:xfrm xmlns:a="http://schemas.openxmlformats.org/drawingml/2006/main">
            <a:off x="533400" y="641613"/>
            <a:ext cx="111252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7450" b="1">
                <a:solidFill>
                  <a:srgbClr val="ADC5FF"/>
                </a:solidFill>
                <a:latin typeface="Helvetica Neue"/>
                <a:ea typeface="Helvetica Neue"/>
                <a:cs typeface="Helvetica Neue"/>
              </a:rPr>
              <a:t>Спасибо за внимание!</a:t>
            </a:r>
            <a:endParaRPr sz="2400" b="1">
              <a:solidFill>
                <a:srgbClr val="ADC5FF"/>
              </a:solidFill>
            </a:endParaRPr>
          </a:p>
        </p:txBody>
      </p:sp>
      <p:sp>
        <p:nvSpPr>
          <p:cNvPr id="154" name="Google Shape;154;p19">
            <a:extLst xmlns:a="http://schemas.openxmlformats.org/drawingml/2006/main">
              <a:ext uri="{FF2B5EF4-FFF2-40B4-BE49-F238E27FC236}">
                <a16:creationId xmlns:a16="http://schemas.microsoft.com/office/drawing/2014/main" id="{6FB4CF57-1075-4825-A350-2AC81A283208}"/>
              </a:ext>
            </a:extLst>
          </p:cNvPr>
          <p:cNvSpPr>
            <a:spLocks xmlns:a="http://schemas.openxmlformats.org/drawingml/2006/main" noGrp="1"/>
          </p:cNvSpPr>
          <p:nvPr/>
        </p:nvSpPr>
        <p:spPr>
          <a:xfrm xmlns:a="http://schemas.openxmlformats.org/drawingml/2006/main">
            <a:off x="533400" y="2178613"/>
            <a:ext cx="111252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4850" b="1">
                <a:solidFill>
                  <a:srgbClr val="FFFFFF"/>
                </a:solidFill>
                <a:latin typeface="Helvetica Neue"/>
                <a:ea typeface="Helvetica Neue"/>
                <a:cs typeface="Helvetica Neue"/>
              </a:rPr>
              <a:t>Команда </a:t>
            </a:r>
            <a:r>
              <a:rPr sz="4850" b="1">
                <a:solidFill>
                  <a:srgbClr val="FFFFFF"/>
                </a:solidFill>
                <a:latin typeface="Helvetica Neue"/>
                <a:ea typeface="Helvetica Neue"/>
                <a:cs typeface="Helvetica Neue"/>
              </a:rPr>
              <a:t>Ф(Э)ФМ</a:t>
            </a:r>
            <a:endParaRPr sz="100" b="1"/>
          </a:p>
        </p:txBody>
      </p:sp>
      <p:sp>
        <p:nvSpPr>
          <p:cNvPr id="155" name="slide-number">
            <a:extLst xmlns:a="http://schemas.openxmlformats.org/drawingml/2006/main">
              <a:ext uri="{FF2B5EF4-FFF2-40B4-BE49-F238E27FC236}">
                <a16:creationId xmlns:a16="http://schemas.microsoft.com/office/drawing/2014/main" id="{6D8AE990-E376-4E5F-9175-75890BFEAD99}"/>
              </a:ext>
            </a:extLst>
          </p:cNvPr>
          <p:cNvSpPr>
            <a:spLocks xmlns:a="http://schemas.openxmlformats.org/drawingml/2006/main" noGrp="1"/>
          </p:cNvSpPr>
          <p:nvPr/>
        </p:nvSpPr>
        <p:spPr>
          <a:xfrm xmlns:a="http://schemas.openxmlformats.org/drawingml/2006/main">
            <a:off x="11087100" y="63722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575" b="0">
                <a:solidFill>
                  <a:srgbClr val="ADC5FF"/>
                </a:solidFill>
                <a:latin typeface="Helvetica Neue"/>
                <a:ea typeface="Helvetica Neue"/>
                <a:cs typeface="Helvetica Neue"/>
              </a:defRPr>
            </a:defPPr>
            <a:lvl1pPr algn="r">
              <a:defRPr sz="1575" b="0">
                <a:solidFill>
                  <a:srgbClr val="ADC5FF"/>
                </a:solidFill>
                <a:latin typeface="Helvetica Neue"/>
                <a:ea typeface="Helvetica Neue"/>
                <a:cs typeface="Helvetica Neue"/>
              </a:defRPr>
            </a:lvl1pPr>
            <a:lvl2pPr algn="r">
              <a:defRPr sz="1575" b="0">
                <a:solidFill>
                  <a:srgbClr val="ADC5FF"/>
                </a:solidFill>
                <a:latin typeface="Helvetica Neue"/>
                <a:ea typeface="Helvetica Neue"/>
                <a:cs typeface="Helvetica Neue"/>
              </a:defRPr>
            </a:lvl2pPr>
            <a:lvl3pPr algn="r">
              <a:defRPr sz="1575" b="0">
                <a:solidFill>
                  <a:srgbClr val="ADC5FF"/>
                </a:solidFill>
                <a:latin typeface="Helvetica Neue"/>
                <a:ea typeface="Helvetica Neue"/>
                <a:cs typeface="Helvetica Neue"/>
              </a:defRPr>
            </a:lvl3pPr>
            <a:lvl4pPr algn="r">
              <a:defRPr sz="1575" b="0">
                <a:solidFill>
                  <a:srgbClr val="ADC5FF"/>
                </a:solidFill>
                <a:latin typeface="Helvetica Neue"/>
                <a:ea typeface="Helvetica Neue"/>
                <a:cs typeface="Helvetica Neue"/>
              </a:defRPr>
            </a:lvl4pPr>
            <a:lvl5pPr algn="r">
              <a:defRPr sz="1575" b="0">
                <a:solidFill>
                  <a:srgbClr val="ADC5FF"/>
                </a:solidFill>
                <a:latin typeface="Helvetica Neue"/>
                <a:ea typeface="Helvetica Neue"/>
                <a:cs typeface="Helvetica Neue"/>
              </a:defRPr>
            </a:lvl5pPr>
            <a:lvl6pPr algn="r">
              <a:defRPr sz="1575" b="0">
                <a:solidFill>
                  <a:srgbClr val="ADC5FF"/>
                </a:solidFill>
                <a:latin typeface="Helvetica Neue"/>
                <a:ea typeface="Helvetica Neue"/>
                <a:cs typeface="Helvetica Neue"/>
              </a:defRPr>
            </a:lvl6pPr>
            <a:lvl7pPr algn="r">
              <a:defRPr sz="1575" b="0">
                <a:solidFill>
                  <a:srgbClr val="ADC5FF"/>
                </a:solidFill>
                <a:latin typeface="Helvetica Neue"/>
                <a:ea typeface="Helvetica Neue"/>
                <a:cs typeface="Helvetica Neue"/>
              </a:defRPr>
            </a:lvl7pPr>
            <a:lvl8pPr algn="r">
              <a:defRPr sz="1575" b="0">
                <a:solidFill>
                  <a:srgbClr val="ADC5FF"/>
                </a:solidFill>
                <a:latin typeface="Helvetica Neue"/>
                <a:ea typeface="Helvetica Neue"/>
                <a:cs typeface="Helvetica Neue"/>
              </a:defRPr>
            </a:lvl8pPr>
            <a:lvl9pPr algn="r">
              <a:defRPr sz="1575" b="0">
                <a:solidFill>
                  <a:srgbClr val="ADC5FF"/>
                </a:solidFill>
                <a:latin typeface="Helvetica Neue"/>
                <a:ea typeface="Helvetica Neue"/>
                <a:cs typeface="Helvetica Neue"/>
              </a:defRPr>
            </a:lvl9pPr>
          </a:lstStyle>
          <a:p xmlns:a="http://schemas.openxmlformats.org/drawingml/2006/main">
            <a:pPr algn="r">
              <a:defRPr sz="1575" b="0">
                <a:solidFill>
                  <a:srgbClr val="ADC5FF"/>
                </a:solidFill>
                <a:latin typeface="Helvetica Neue"/>
                <a:ea typeface="Helvetica Neue"/>
                <a:cs typeface="Helvetica Neue"/>
              </a:defRPr>
            </a:pPr>
            <a:r>
              <a:rPr sz="1575" b="0">
                <a:solidFill>
                  <a:srgbClr val="ADC5FF"/>
                </a:solidFill>
                <a:latin typeface="Helvetica Neue"/>
                <a:ea typeface="Helvetica Neue"/>
                <a:cs typeface="Helvetica Neue"/>
              </a:rPr>
              <a:t>13</a:t>
            </a:r>
          </a:p>
        </p:txBody>
      </p:sp>
    </p:spTree>
    <p:extLst>
      <p:ext uri="{BB962C8B-B14F-4D97-AF65-F5344CB8AC3E}">
        <p14:creationId xmlns:p14="http://schemas.microsoft.com/office/powerpoint/2010/main" val="7842058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2026-10-26T23:42:17.9130000Z</dcterms:created>
  <dcterms:modified xsi:type="dcterms:W3CDTF">2026-10-26T23:42:17.9130000Z</dcterms:modified>
</coreProperties>
</file>